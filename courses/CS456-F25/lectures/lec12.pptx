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1254" r:id="rId2"/>
    <p:sldId id="1253" r:id="rId3"/>
    <p:sldId id="1408" r:id="rId4"/>
    <p:sldId id="1402" r:id="rId5"/>
    <p:sldId id="1334" r:id="rId6"/>
    <p:sldId id="1400" r:id="rId7"/>
    <p:sldId id="1401" r:id="rId8"/>
    <p:sldId id="1281" r:id="rId9"/>
    <p:sldId id="1282" r:id="rId10"/>
    <p:sldId id="1284" r:id="rId11"/>
    <p:sldId id="1378" r:id="rId12"/>
    <p:sldId id="1403" r:id="rId13"/>
    <p:sldId id="1405" r:id="rId14"/>
    <p:sldId id="1404" r:id="rId15"/>
    <p:sldId id="1286" r:id="rId16"/>
    <p:sldId id="1406" r:id="rId17"/>
    <p:sldId id="1285" r:id="rId18"/>
    <p:sldId id="1381" r:id="rId19"/>
    <p:sldId id="1407" r:id="rId20"/>
    <p:sldId id="1365" r:id="rId21"/>
    <p:sldId id="1366" r:id="rId22"/>
    <p:sldId id="1290" r:id="rId23"/>
    <p:sldId id="1289" r:id="rId24"/>
    <p:sldId id="1384" r:id="rId25"/>
    <p:sldId id="1385" r:id="rId26"/>
    <p:sldId id="1392" r:id="rId27"/>
    <p:sldId id="1393" r:id="rId28"/>
    <p:sldId id="1291" r:id="rId29"/>
    <p:sldId id="1292" r:id="rId30"/>
    <p:sldId id="1299" r:id="rId31"/>
    <p:sldId id="1301" r:id="rId32"/>
    <p:sldId id="1293" r:id="rId33"/>
    <p:sldId id="1297" r:id="rId34"/>
    <p:sldId id="1363" r:id="rId35"/>
    <p:sldId id="1364" r:id="rId36"/>
    <p:sldId id="1298" r:id="rId37"/>
    <p:sldId id="1389" r:id="rId38"/>
    <p:sldId id="1394" r:id="rId39"/>
    <p:sldId id="1395" r:id="rId40"/>
    <p:sldId id="1396" r:id="rId41"/>
    <p:sldId id="1302" r:id="rId42"/>
    <p:sldId id="1387" r:id="rId43"/>
    <p:sldId id="1397" r:id="rId44"/>
    <p:sldId id="1388" r:id="rId45"/>
    <p:sldId id="1391" r:id="rId46"/>
    <p:sldId id="140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440" userDrawn="1">
          <p15:clr>
            <a:srgbClr val="A4A3A4"/>
          </p15:clr>
        </p15:guide>
        <p15:guide id="3" orient="horz" pos="35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A8"/>
    <a:srgbClr val="010F90"/>
    <a:srgbClr val="B5E7FF"/>
    <a:srgbClr val="A2C1FF"/>
    <a:srgbClr val="8FAADC"/>
    <a:srgbClr val="E40000"/>
    <a:srgbClr val="FFB3D3"/>
    <a:srgbClr val="0000A3"/>
    <a:srgbClr val="9CE0FA"/>
    <a:srgbClr val="3C6C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62721" autoAdjust="0"/>
  </p:normalViewPr>
  <p:slideViewPr>
    <p:cSldViewPr snapToGrid="0">
      <p:cViewPr varScale="1">
        <p:scale>
          <a:sx n="71" d="100"/>
          <a:sy n="71" d="100"/>
        </p:scale>
        <p:origin x="2144" y="176"/>
      </p:cViewPr>
      <p:guideLst>
        <p:guide pos="1440"/>
        <p:guide orient="horz" pos="35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2FD7-8AE8-A3E9-A67C-0C44090C5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DB5D8-BF1D-A04F-AC84-495F17CBB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9C3D8-056B-DDA9-6190-89339B6ECE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506B5A-6B74-0D25-9E62-8A501939BA04}"/>
              </a:ext>
            </a:extLst>
          </p:cNvPr>
          <p:cNvSpPr>
            <a:spLocks noGrp="1"/>
          </p:cNvSpPr>
          <p:nvPr>
            <p:ph type="sldNum" sz="quarter" idx="5"/>
          </p:nvPr>
        </p:nvSpPr>
        <p:spPr/>
        <p:txBody>
          <a:bodyPr/>
          <a:lstStyle/>
          <a:p>
            <a:fld id="{D16EA1AD-6EA3-1049-AB4E-FC15F4DC35F9}" type="slidenum">
              <a:rPr lang="en-US" smtClean="0"/>
              <a:t>3</a:t>
            </a:fld>
            <a:endParaRPr lang="en-US"/>
          </a:p>
        </p:txBody>
      </p:sp>
    </p:spTree>
    <p:extLst>
      <p:ext uri="{BB962C8B-B14F-4D97-AF65-F5344CB8AC3E}">
        <p14:creationId xmlns:p14="http://schemas.microsoft.com/office/powerpoint/2010/main" val="3344849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1976-123C-4063-544B-2F820535B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46573-26D2-09D6-0D1B-14EE773087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3B73C-2B56-6D7B-DB97-C4D6AAD1B0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A87196-B13F-1C0D-8001-307110A6D750}"/>
              </a:ext>
            </a:extLst>
          </p:cNvPr>
          <p:cNvSpPr>
            <a:spLocks noGrp="1"/>
          </p:cNvSpPr>
          <p:nvPr>
            <p:ph type="sldNum" sz="quarter" idx="5"/>
          </p:nvPr>
        </p:nvSpPr>
        <p:spPr/>
        <p:txBody>
          <a:bodyPr/>
          <a:lstStyle/>
          <a:p>
            <a:fld id="{D16EA1AD-6EA3-1049-AB4E-FC15F4DC35F9}" type="slidenum">
              <a:rPr lang="en-US" smtClean="0"/>
              <a:t>4</a:t>
            </a:fld>
            <a:endParaRPr lang="en-US"/>
          </a:p>
        </p:txBody>
      </p:sp>
    </p:spTree>
    <p:extLst>
      <p:ext uri="{BB962C8B-B14F-4D97-AF65-F5344CB8AC3E}">
        <p14:creationId xmlns:p14="http://schemas.microsoft.com/office/powerpoint/2010/main" val="585680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Digitalize? </a:t>
            </a:r>
          </a:p>
        </p:txBody>
      </p:sp>
      <p:sp>
        <p:nvSpPr>
          <p:cNvPr id="4" name="Slide Number Placeholder 3"/>
          <p:cNvSpPr>
            <a:spLocks noGrp="1"/>
          </p:cNvSpPr>
          <p:nvPr>
            <p:ph type="sldNum" sz="quarter" idx="5"/>
          </p:nvPr>
        </p:nvSpPr>
        <p:spPr/>
        <p:txBody>
          <a:bodyPr/>
          <a:lstStyle/>
          <a:p>
            <a:fld id="{3D91EEAC-CFEF-9647-876F-EABC6B8338D7}" type="slidenum">
              <a:rPr lang="en-US" smtClean="0"/>
              <a:t>5</a:t>
            </a:fld>
            <a:endParaRPr lang="en-US"/>
          </a:p>
        </p:txBody>
      </p:sp>
    </p:spTree>
    <p:extLst>
      <p:ext uri="{BB962C8B-B14F-4D97-AF65-F5344CB8AC3E}">
        <p14:creationId xmlns:p14="http://schemas.microsoft.com/office/powerpoint/2010/main" val="3793345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CD9D2-1478-9B08-C65C-E039ECC8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1DFD1-45CE-80C3-7E29-6A83DFF24D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4568B-E296-FF6F-1395-3960E60C7FBE}"/>
              </a:ext>
            </a:extLst>
          </p:cNvPr>
          <p:cNvSpPr>
            <a:spLocks noGrp="1"/>
          </p:cNvSpPr>
          <p:nvPr>
            <p:ph type="body" idx="1"/>
          </p:nvPr>
        </p:nvSpPr>
        <p:spPr/>
        <p:txBody>
          <a:bodyPr/>
          <a:lstStyle/>
          <a:p>
            <a:r>
              <a:rPr lang="en-US"/>
              <a:t>Digitalize? </a:t>
            </a:r>
          </a:p>
        </p:txBody>
      </p:sp>
      <p:sp>
        <p:nvSpPr>
          <p:cNvPr id="4" name="Slide Number Placeholder 3">
            <a:extLst>
              <a:ext uri="{FF2B5EF4-FFF2-40B4-BE49-F238E27FC236}">
                <a16:creationId xmlns:a16="http://schemas.microsoft.com/office/drawing/2014/main" id="{36E427EE-2C75-BC01-4C8F-E21524435D95}"/>
              </a:ext>
            </a:extLst>
          </p:cNvPr>
          <p:cNvSpPr>
            <a:spLocks noGrp="1"/>
          </p:cNvSpPr>
          <p:nvPr>
            <p:ph type="sldNum" sz="quarter" idx="5"/>
          </p:nvPr>
        </p:nvSpPr>
        <p:spPr/>
        <p:txBody>
          <a:bodyPr/>
          <a:lstStyle/>
          <a:p>
            <a:fld id="{3D91EEAC-CFEF-9647-876F-EABC6B8338D7}" type="slidenum">
              <a:rPr lang="en-US" smtClean="0"/>
              <a:t>6</a:t>
            </a:fld>
            <a:endParaRPr lang="en-US"/>
          </a:p>
        </p:txBody>
      </p:sp>
    </p:spTree>
    <p:extLst>
      <p:ext uri="{BB962C8B-B14F-4D97-AF65-F5344CB8AC3E}">
        <p14:creationId xmlns:p14="http://schemas.microsoft.com/office/powerpoint/2010/main" val="918352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C2DE-D175-5E91-6608-D1933406B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96EC9-6C62-CB07-EFA3-0A71442EF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35DB3-FBC6-E6FA-77D9-5E3543980279}"/>
              </a:ext>
            </a:extLst>
          </p:cNvPr>
          <p:cNvSpPr>
            <a:spLocks noGrp="1"/>
          </p:cNvSpPr>
          <p:nvPr>
            <p:ph type="body" idx="1"/>
          </p:nvPr>
        </p:nvSpPr>
        <p:spPr/>
        <p:txBody>
          <a:bodyPr/>
          <a:lstStyle/>
          <a:p>
            <a:r>
              <a:rPr lang="en-US"/>
              <a:t>Digitalize? </a:t>
            </a:r>
          </a:p>
        </p:txBody>
      </p:sp>
      <p:sp>
        <p:nvSpPr>
          <p:cNvPr id="4" name="Slide Number Placeholder 3">
            <a:extLst>
              <a:ext uri="{FF2B5EF4-FFF2-40B4-BE49-F238E27FC236}">
                <a16:creationId xmlns:a16="http://schemas.microsoft.com/office/drawing/2014/main" id="{535ABA48-A77D-B59D-B9F6-FDAAE07F83CF}"/>
              </a:ext>
            </a:extLst>
          </p:cNvPr>
          <p:cNvSpPr>
            <a:spLocks noGrp="1"/>
          </p:cNvSpPr>
          <p:nvPr>
            <p:ph type="sldNum" sz="quarter" idx="5"/>
          </p:nvPr>
        </p:nvSpPr>
        <p:spPr/>
        <p:txBody>
          <a:bodyPr/>
          <a:lstStyle/>
          <a:p>
            <a:fld id="{3D91EEAC-CFEF-9647-876F-EABC6B8338D7}" type="slidenum">
              <a:rPr lang="en-US" smtClean="0"/>
              <a:t>7</a:t>
            </a:fld>
            <a:endParaRPr lang="en-US"/>
          </a:p>
        </p:txBody>
      </p:sp>
    </p:spTree>
    <p:extLst>
      <p:ext uri="{BB962C8B-B14F-4D97-AF65-F5344CB8AC3E}">
        <p14:creationId xmlns:p14="http://schemas.microsoft.com/office/powerpoint/2010/main" val="726685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8</a:t>
            </a:fld>
            <a:endParaRPr lang="en-US"/>
          </a:p>
        </p:txBody>
      </p:sp>
    </p:spTree>
    <p:extLst>
      <p:ext uri="{BB962C8B-B14F-4D97-AF65-F5344CB8AC3E}">
        <p14:creationId xmlns:p14="http://schemas.microsoft.com/office/powerpoint/2010/main" val="1532729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E4B4-203B-E179-461C-77AEE65E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A17CA-2365-433D-3074-4FF678A73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DCAB2-102A-2DA9-C616-BE9BE963A6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6F6D49-72DF-E948-011A-0E888C4580C5}"/>
              </a:ext>
            </a:extLst>
          </p:cNvPr>
          <p:cNvSpPr>
            <a:spLocks noGrp="1"/>
          </p:cNvSpPr>
          <p:nvPr>
            <p:ph type="sldNum" sz="quarter" idx="5"/>
          </p:nvPr>
        </p:nvSpPr>
        <p:spPr/>
        <p:txBody>
          <a:bodyPr/>
          <a:lstStyle/>
          <a:p>
            <a:fld id="{3D91EEAC-CFEF-9647-876F-EABC6B8338D7}" type="slidenum">
              <a:rPr lang="en-US" smtClean="0"/>
              <a:t>12</a:t>
            </a:fld>
            <a:endParaRPr lang="en-US"/>
          </a:p>
        </p:txBody>
      </p:sp>
    </p:spTree>
    <p:extLst>
      <p:ext uri="{BB962C8B-B14F-4D97-AF65-F5344CB8AC3E}">
        <p14:creationId xmlns:p14="http://schemas.microsoft.com/office/powerpoint/2010/main" val="2197638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1E6B-566A-FEE3-F647-DBB09162E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57FBD-B33E-A78E-F3EC-4EBDEC7B9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FF821-1ACF-8230-D8C6-CDF9CAE561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E1EFB3-813F-6008-B93C-946F8826B80E}"/>
              </a:ext>
            </a:extLst>
          </p:cNvPr>
          <p:cNvSpPr>
            <a:spLocks noGrp="1"/>
          </p:cNvSpPr>
          <p:nvPr>
            <p:ph type="sldNum" sz="quarter" idx="5"/>
          </p:nvPr>
        </p:nvSpPr>
        <p:spPr/>
        <p:txBody>
          <a:bodyPr/>
          <a:lstStyle/>
          <a:p>
            <a:fld id="{3D91EEAC-CFEF-9647-876F-EABC6B8338D7}" type="slidenum">
              <a:rPr lang="en-US" smtClean="0"/>
              <a:t>13</a:t>
            </a:fld>
            <a:endParaRPr lang="en-US"/>
          </a:p>
        </p:txBody>
      </p:sp>
    </p:spTree>
    <p:extLst>
      <p:ext uri="{BB962C8B-B14F-4D97-AF65-F5344CB8AC3E}">
        <p14:creationId xmlns:p14="http://schemas.microsoft.com/office/powerpoint/2010/main" val="61774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2B47-1C4C-66B8-5AB3-1AAE0B45C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01BA0-82D6-F0F9-55D8-272E3F92C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D37D3-1084-B04B-F554-DEF12A436C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948522-8AFF-48EB-BCFA-399DAD573F3A}"/>
              </a:ext>
            </a:extLst>
          </p:cNvPr>
          <p:cNvSpPr>
            <a:spLocks noGrp="1"/>
          </p:cNvSpPr>
          <p:nvPr>
            <p:ph type="sldNum" sz="quarter" idx="5"/>
          </p:nvPr>
        </p:nvSpPr>
        <p:spPr/>
        <p:txBody>
          <a:bodyPr/>
          <a:lstStyle/>
          <a:p>
            <a:fld id="{D16EA1AD-6EA3-1049-AB4E-FC15F4DC35F9}" type="slidenum">
              <a:rPr lang="en-US" smtClean="0"/>
              <a:t>14</a:t>
            </a:fld>
            <a:endParaRPr lang="en-US"/>
          </a:p>
        </p:txBody>
      </p:sp>
    </p:spTree>
    <p:extLst>
      <p:ext uri="{BB962C8B-B14F-4D97-AF65-F5344CB8AC3E}">
        <p14:creationId xmlns:p14="http://schemas.microsoft.com/office/powerpoint/2010/main" val="65108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3AFE9-3818-FE2E-6BB6-6775057D1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5065D-A110-E567-9C64-A3A45AB72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11237-8298-0F7D-D448-05765EBA58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1934AA-DBC4-A461-1B4D-46408E724B1A}"/>
              </a:ext>
            </a:extLst>
          </p:cNvPr>
          <p:cNvSpPr>
            <a:spLocks noGrp="1"/>
          </p:cNvSpPr>
          <p:nvPr>
            <p:ph type="sldNum" sz="quarter" idx="5"/>
          </p:nvPr>
        </p:nvSpPr>
        <p:spPr/>
        <p:txBody>
          <a:bodyPr/>
          <a:lstStyle/>
          <a:p>
            <a:fld id="{D16EA1AD-6EA3-1049-AB4E-FC15F4DC35F9}" type="slidenum">
              <a:rPr lang="en-US" smtClean="0"/>
              <a:t>19</a:t>
            </a:fld>
            <a:endParaRPr lang="en-US"/>
          </a:p>
        </p:txBody>
      </p:sp>
    </p:spTree>
    <p:extLst>
      <p:ext uri="{BB962C8B-B14F-4D97-AF65-F5344CB8AC3E}">
        <p14:creationId xmlns:p14="http://schemas.microsoft.com/office/powerpoint/2010/main" val="1365504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Each router then locally runs Dijkstra’s shortest-path algorithm to determine a shortest-path tree to all </a:t>
            </a:r>
            <a:r>
              <a:rPr lang="en-US" sz="1800" i="1" dirty="0">
                <a:effectLst/>
                <a:latin typeface="TimesLTPro"/>
              </a:rPr>
              <a:t>subnets</a:t>
            </a:r>
            <a:r>
              <a:rPr lang="en-US" sz="1800" dirty="0">
                <a:effectLst/>
                <a:latin typeface="TimesLTPro"/>
              </a:rPr>
              <a:t>, with itself as the root node.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LT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AS (ISP, part of an ISP, </a:t>
            </a:r>
            <a:r>
              <a:rPr lang="en-US" sz="1800" dirty="0" err="1">
                <a:effectLst/>
                <a:latin typeface="TimesLTPro"/>
              </a:rPr>
              <a:t>Uwaterloo</a:t>
            </a:r>
            <a:r>
              <a:rPr lang="en-US" sz="1800" dirty="0">
                <a:effectLst/>
                <a:latin typeface="TimesLTPro"/>
              </a:rPr>
              <a:t> campus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Intra-AS- performance based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Inter-AS- policy focused</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D16EA1AD-6EA3-1049-AB4E-FC15F4DC35F9}" type="slidenum">
              <a:rPr lang="en-US" smtClean="0"/>
              <a:t>20</a:t>
            </a:fld>
            <a:endParaRPr lang="en-US"/>
          </a:p>
        </p:txBody>
      </p:sp>
    </p:spTree>
    <p:extLst>
      <p:ext uri="{BB962C8B-B14F-4D97-AF65-F5344CB8AC3E}">
        <p14:creationId xmlns:p14="http://schemas.microsoft.com/office/powerpoint/2010/main" val="2538721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LTPro"/>
              </a:rPr>
              <a:t>Since an inter-AS routing protocol involves coordination among multiple ASs, communicating ASs must run the same inter-AS routing protocol. In fact, in the Internet, all ASs run the same inter-AS routing protocol, called the Border Gateway Protocol, more commonly known as </a:t>
            </a:r>
            <a:r>
              <a:rPr lang="en-US" sz="1800" b="1">
                <a:effectLst/>
                <a:latin typeface="TimesLTPro"/>
              </a:rPr>
              <a:t>BGP </a:t>
            </a:r>
            <a:endParaRPr lang="en-US"/>
          </a:p>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21</a:t>
            </a:fld>
            <a:endParaRPr lang="en-US"/>
          </a:p>
        </p:txBody>
      </p:sp>
    </p:spTree>
    <p:extLst>
      <p:ext uri="{BB962C8B-B14F-4D97-AF65-F5344CB8AC3E}">
        <p14:creationId xmlns:p14="http://schemas.microsoft.com/office/powerpoint/2010/main" val="4252514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22</a:t>
            </a:fld>
            <a:endParaRPr lang="en-US"/>
          </a:p>
        </p:txBody>
      </p:sp>
    </p:spTree>
    <p:extLst>
      <p:ext uri="{BB962C8B-B14F-4D97-AF65-F5344CB8AC3E}">
        <p14:creationId xmlns:p14="http://schemas.microsoft.com/office/powerpoint/2010/main" val="453058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34</a:t>
            </a:fld>
            <a:endParaRPr lang="en-US"/>
          </a:p>
        </p:txBody>
      </p:sp>
    </p:spTree>
    <p:extLst>
      <p:ext uri="{BB962C8B-B14F-4D97-AF65-F5344CB8AC3E}">
        <p14:creationId xmlns:p14="http://schemas.microsoft.com/office/powerpoint/2010/main" val="502053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35</a:t>
            </a:fld>
            <a:endParaRPr lang="en-US"/>
          </a:p>
        </p:txBody>
      </p:sp>
    </p:spTree>
    <p:extLst>
      <p:ext uri="{BB962C8B-B14F-4D97-AF65-F5344CB8AC3E}">
        <p14:creationId xmlns:p14="http://schemas.microsoft.com/office/powerpoint/2010/main" val="71418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sldNum="0"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F7D9F-C31A-65D4-98BD-7BE60E6382FB}"/>
              </a:ext>
            </a:extLst>
          </p:cNvPr>
          <p:cNvSpPr>
            <a:spLocks noGrp="1"/>
          </p:cNvSpPr>
          <p:nvPr>
            <p:ph type="ctrTitle"/>
          </p:nvPr>
        </p:nvSpPr>
        <p:spPr>
          <a:xfrm>
            <a:off x="1524000" y="1384770"/>
            <a:ext cx="9144000" cy="1909763"/>
          </a:xfrm>
        </p:spPr>
        <p:txBody>
          <a:bodyPr/>
          <a:lstStyle/>
          <a:p>
            <a:r>
              <a:rPr lang="en-US"/>
              <a:t>CS 456/656</a:t>
            </a:r>
            <a:br>
              <a:rPr lang="en-US"/>
            </a:br>
            <a:r>
              <a:rPr lang="en-US"/>
              <a:t>Computer Networks</a:t>
            </a:r>
          </a:p>
        </p:txBody>
      </p:sp>
      <p:sp>
        <p:nvSpPr>
          <p:cNvPr id="5" name="Subtitle 4">
            <a:extLst>
              <a:ext uri="{FF2B5EF4-FFF2-40B4-BE49-F238E27FC236}">
                <a16:creationId xmlns:a16="http://schemas.microsoft.com/office/drawing/2014/main" id="{9B9C67F7-7D16-FD6B-3FB1-428609D14533}"/>
              </a:ext>
            </a:extLst>
          </p:cNvPr>
          <p:cNvSpPr>
            <a:spLocks noGrp="1"/>
          </p:cNvSpPr>
          <p:nvPr>
            <p:ph type="subTitle" idx="1"/>
          </p:nvPr>
        </p:nvSpPr>
        <p:spPr>
          <a:xfrm>
            <a:off x="1524000" y="4787327"/>
            <a:ext cx="9144000" cy="1655762"/>
          </a:xfrm>
        </p:spPr>
        <p:txBody>
          <a:bodyPr>
            <a:normAutofit/>
          </a:bodyPr>
          <a:lstStyle/>
          <a:p>
            <a:r>
              <a:rPr lang="en-US" sz="3600" dirty="0"/>
              <a:t>Mina Tahmasbi Arashloo and Uzma Maroof</a:t>
            </a:r>
          </a:p>
          <a:p>
            <a:r>
              <a:rPr lang="en-US" sz="3600" dirty="0"/>
              <a:t>Fall 2025</a:t>
            </a:r>
          </a:p>
        </p:txBody>
      </p:sp>
      <p:sp>
        <p:nvSpPr>
          <p:cNvPr id="6" name="Title 3">
            <a:extLst>
              <a:ext uri="{FF2B5EF4-FFF2-40B4-BE49-F238E27FC236}">
                <a16:creationId xmlns:a16="http://schemas.microsoft.com/office/drawing/2014/main" id="{4393E2DC-BA4A-041C-1F92-F22DF46B02AE}"/>
              </a:ext>
            </a:extLst>
          </p:cNvPr>
          <p:cNvSpPr txBox="1">
            <a:spLocks/>
          </p:cNvSpPr>
          <p:nvPr/>
        </p:nvSpPr>
        <p:spPr>
          <a:xfrm>
            <a:off x="1524000" y="3323000"/>
            <a:ext cx="9144000" cy="9504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rgbClr val="0000A3"/>
                </a:solidFill>
                <a:latin typeface="+mj-lt"/>
                <a:ea typeface="+mj-ea"/>
                <a:cs typeface="+mj-cs"/>
              </a:defRPr>
            </a:lvl1pPr>
          </a:lstStyle>
          <a:p>
            <a:r>
              <a:rPr lang="en-US" sz="4800"/>
              <a:t>Lecture 12: Network Layer – Part 4</a:t>
            </a: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0CD55C61-978D-BBD0-7498-E74B3BEAE4AD}"/>
              </a:ext>
            </a:extLst>
          </p:cNvPr>
          <p:cNvPicPr>
            <a:picLocks noChangeAspect="1"/>
          </p:cNvPicPr>
          <p:nvPr/>
        </p:nvPicPr>
        <p:blipFill>
          <a:blip r:embed="rId2"/>
          <a:stretch>
            <a:fillRect/>
          </a:stretch>
        </p:blipFill>
        <p:spPr>
          <a:xfrm>
            <a:off x="-374073" y="-184913"/>
            <a:ext cx="4558145" cy="1826876"/>
          </a:xfrm>
          <a:prstGeom prst="rect">
            <a:avLst/>
          </a:prstGeom>
        </p:spPr>
      </p:pic>
    </p:spTree>
    <p:extLst>
      <p:ext uri="{BB962C8B-B14F-4D97-AF65-F5344CB8AC3E}">
        <p14:creationId xmlns:p14="http://schemas.microsoft.com/office/powerpoint/2010/main" val="8953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4CEA7-37C1-F427-084F-640DE3532975}"/>
              </a:ext>
            </a:extLst>
          </p:cNvPr>
          <p:cNvSpPr>
            <a:spLocks noGrp="1"/>
          </p:cNvSpPr>
          <p:nvPr>
            <p:ph type="title"/>
          </p:nvPr>
        </p:nvSpPr>
        <p:spPr/>
        <p:txBody>
          <a:bodyPr/>
          <a:lstStyle/>
          <a:p>
            <a:r>
              <a:rPr lang="en-US"/>
              <a:t>A note on the slides</a:t>
            </a:r>
          </a:p>
        </p:txBody>
      </p:sp>
      <p:sp>
        <p:nvSpPr>
          <p:cNvPr id="3" name="Content Placeholder 2">
            <a:extLst>
              <a:ext uri="{FF2B5EF4-FFF2-40B4-BE49-F238E27FC236}">
                <a16:creationId xmlns:a16="http://schemas.microsoft.com/office/drawing/2014/main" id="{65F98C03-0047-C923-1960-8CF20F761E5C}"/>
              </a:ext>
            </a:extLst>
          </p:cNvPr>
          <p:cNvSpPr>
            <a:spLocks noGrp="1"/>
          </p:cNvSpPr>
          <p:nvPr>
            <p:ph sz="half" idx="1"/>
          </p:nvPr>
        </p:nvSpPr>
        <p:spPr>
          <a:xfrm>
            <a:off x="838200" y="2370864"/>
            <a:ext cx="5181600" cy="894622"/>
          </a:xfrm>
        </p:spPr>
        <p:txBody>
          <a:bodyPr/>
          <a:lstStyle/>
          <a:p>
            <a:pPr marL="130175" indent="0">
              <a:buNone/>
            </a:pPr>
            <a:r>
              <a:rPr lang="en-US"/>
              <a:t>Adapted from the slides that accompany this book.</a:t>
            </a:r>
          </a:p>
          <a:p>
            <a:pPr lvl="1"/>
            <a:endParaRPr lang="en-US"/>
          </a:p>
          <a:p>
            <a:endParaRPr lang="en-US"/>
          </a:p>
        </p:txBody>
      </p:sp>
      <p:sp>
        <p:nvSpPr>
          <p:cNvPr id="6" name="Rectangle 5">
            <a:extLst>
              <a:ext uri="{FF2B5EF4-FFF2-40B4-BE49-F238E27FC236}">
                <a16:creationId xmlns:a16="http://schemas.microsoft.com/office/drawing/2014/main" id="{86238DD7-7231-CD30-6036-3E76182B3EE9}"/>
              </a:ext>
            </a:extLst>
          </p:cNvPr>
          <p:cNvSpPr>
            <a:spLocks noChangeArrowheads="1"/>
          </p:cNvSpPr>
          <p:nvPr/>
        </p:nvSpPr>
        <p:spPr bwMode="auto">
          <a:xfrm>
            <a:off x="7242719" y="4239526"/>
            <a:ext cx="3981504" cy="192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a:solidFill>
                  <a:srgbClr val="0000A3"/>
                </a:solidFill>
                <a:latin typeface="+mn-lt"/>
              </a:rPr>
              <a:t>Computer Networking: A Top-Down Approach </a:t>
            </a:r>
            <a:br>
              <a:rPr lang="en-US" altLang="en-US" sz="2800">
                <a:solidFill>
                  <a:srgbClr val="008000"/>
                </a:solidFill>
                <a:latin typeface="+mn-lt"/>
              </a:rPr>
            </a:br>
            <a:r>
              <a:rPr lang="en-US" altLang="en-US" sz="1800">
                <a:latin typeface="+mn-lt"/>
              </a:rPr>
              <a:t>8</a:t>
            </a:r>
            <a:r>
              <a:rPr lang="en-US" altLang="en-US" sz="1800" baseline="30000">
                <a:latin typeface="+mn-lt"/>
              </a:rPr>
              <a:t>th</a:t>
            </a:r>
            <a:r>
              <a:rPr lang="en-US" altLang="en-US" sz="1800">
                <a:latin typeface="+mn-lt"/>
              </a:rPr>
              <a:t> edition </a:t>
            </a:r>
            <a:br>
              <a:rPr lang="en-US" altLang="en-US" sz="1800">
                <a:latin typeface="+mn-lt"/>
              </a:rPr>
            </a:br>
            <a:r>
              <a:rPr lang="en-US" altLang="en-US" sz="1800">
                <a:latin typeface="+mn-lt"/>
              </a:rPr>
              <a:t>Jim Kurose, Keith Ross</a:t>
            </a:r>
            <a:br>
              <a:rPr lang="en-US" altLang="en-US" sz="1800">
                <a:latin typeface="+mn-lt"/>
              </a:rPr>
            </a:br>
            <a:r>
              <a:rPr lang="en-US" altLang="en-US" sz="1800">
                <a:latin typeface="+mn-lt"/>
              </a:rPr>
              <a:t>Pearson, 2020</a:t>
            </a:r>
            <a:endParaRPr lang="en-US" altLang="en-US" sz="2000">
              <a:latin typeface="+mn-lt"/>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99FDFA5F-7FE6-BDE0-9734-5047AE07AD65}"/>
              </a:ext>
            </a:extLst>
          </p:cNvPr>
          <p:cNvPicPr>
            <a:picLocks noChangeAspect="1"/>
          </p:cNvPicPr>
          <p:nvPr/>
        </p:nvPicPr>
        <p:blipFill>
          <a:blip r:embed="rId2"/>
          <a:stretch>
            <a:fillRect/>
          </a:stretch>
        </p:blipFill>
        <p:spPr>
          <a:xfrm>
            <a:off x="7406348" y="899132"/>
            <a:ext cx="2722178" cy="3402723"/>
          </a:xfrm>
          <a:prstGeom prst="rect">
            <a:avLst/>
          </a:prstGeom>
        </p:spPr>
      </p:pic>
      <p:sp>
        <p:nvSpPr>
          <p:cNvPr id="9" name="TextBox 8">
            <a:extLst>
              <a:ext uri="{FF2B5EF4-FFF2-40B4-BE49-F238E27FC236}">
                <a16:creationId xmlns:a16="http://schemas.microsoft.com/office/drawing/2014/main" id="{17207271-C5F3-4986-FF3F-2038913E037D}"/>
              </a:ext>
            </a:extLst>
          </p:cNvPr>
          <p:cNvSpPr txBox="1"/>
          <p:nvPr/>
        </p:nvSpPr>
        <p:spPr>
          <a:xfrm>
            <a:off x="958580" y="3429000"/>
            <a:ext cx="5754494" cy="670376"/>
          </a:xfrm>
          <a:prstGeom prst="rect">
            <a:avLst/>
          </a:prstGeom>
          <a:noFill/>
        </p:spPr>
        <p:txBody>
          <a:bodyPr wrap="square">
            <a:spAutoFit/>
          </a:bodyPr>
          <a:lstStyle/>
          <a:p>
            <a:pPr>
              <a:lnSpc>
                <a:spcPct val="85000"/>
              </a:lnSpc>
            </a:pPr>
            <a:r>
              <a:rPr lang="en-US" altLang="en-US" sz="2200">
                <a:latin typeface="+mn-lt"/>
              </a:rPr>
              <a:t>All material copyright 1996-2023</a:t>
            </a:r>
          </a:p>
          <a:p>
            <a:pPr>
              <a:lnSpc>
                <a:spcPct val="85000"/>
              </a:lnSpc>
            </a:pPr>
            <a:r>
              <a:rPr lang="en-US" altLang="en-US" sz="2200">
                <a:latin typeface="+mn-lt"/>
              </a:rPr>
              <a:t>J.F Kurose and K.W. Ross, All Rights Reserved</a:t>
            </a:r>
            <a:endParaRPr lang="en-US" sz="2200"/>
          </a:p>
        </p:txBody>
      </p:sp>
      <p:cxnSp>
        <p:nvCxnSpPr>
          <p:cNvPr id="19" name="Elbow Connector 18">
            <a:extLst>
              <a:ext uri="{FF2B5EF4-FFF2-40B4-BE49-F238E27FC236}">
                <a16:creationId xmlns:a16="http://schemas.microsoft.com/office/drawing/2014/main" id="{FB51EAF9-AC71-AF3F-2442-6ABD5D772DDC}"/>
              </a:ext>
            </a:extLst>
          </p:cNvPr>
          <p:cNvCxnSpPr>
            <a:cxnSpLocks/>
          </p:cNvCxnSpPr>
          <p:nvPr/>
        </p:nvCxnSpPr>
        <p:spPr>
          <a:xfrm flipV="1">
            <a:off x="4488873" y="2050473"/>
            <a:ext cx="2753846" cy="969818"/>
          </a:xfrm>
          <a:prstGeom prst="bentConnector3">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08569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F4F0-27B6-3E08-2CF9-73E0B1981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01C40-744B-3A7E-2F4D-C9A22D347925}"/>
              </a:ext>
            </a:extLst>
          </p:cNvPr>
          <p:cNvSpPr>
            <a:spLocks noGrp="1"/>
          </p:cNvSpPr>
          <p:nvPr>
            <p:ph type="title"/>
          </p:nvPr>
        </p:nvSpPr>
        <p:spPr/>
        <p:txBody>
          <a:bodyPr/>
          <a:lstStyle/>
          <a:p>
            <a:r>
              <a:rPr lang="en-US">
                <a:cs typeface="Calibri" panose="020F0502020204030204" pitchFamily="34" charset="0"/>
              </a:rPr>
              <a:t>Network Layer in the Internet</a:t>
            </a:r>
            <a:endParaRPr lang="en-US"/>
          </a:p>
        </p:txBody>
      </p:sp>
      <p:sp>
        <p:nvSpPr>
          <p:cNvPr id="3" name="Content Placeholder 2">
            <a:extLst>
              <a:ext uri="{FF2B5EF4-FFF2-40B4-BE49-F238E27FC236}">
                <a16:creationId xmlns:a16="http://schemas.microsoft.com/office/drawing/2014/main" id="{C2C9DA4F-F05D-4683-1C18-51B4705FA860}"/>
              </a:ext>
            </a:extLst>
          </p:cNvPr>
          <p:cNvSpPr>
            <a:spLocks noGrp="1"/>
          </p:cNvSpPr>
          <p:nvPr>
            <p:ph sz="half" idx="1"/>
          </p:nvPr>
        </p:nvSpPr>
        <p:spPr>
          <a:xfrm>
            <a:off x="838200" y="1572572"/>
            <a:ext cx="8724089" cy="4482787"/>
          </a:xfrm>
        </p:spPr>
        <p:txBody>
          <a:bodyPr>
            <a:normAutofit/>
          </a:bodyPr>
          <a:lstStyle/>
          <a:p>
            <a:pPr marL="342900" indent="-212725">
              <a:buFont typeface="Wingdings" charset="2"/>
              <a:buChar char="§"/>
              <a:defRPr/>
            </a:pPr>
            <a:r>
              <a:rPr lang="en-US" sz="3200">
                <a:solidFill>
                  <a:schemeClr val="bg1">
                    <a:lumMod val="50000"/>
                  </a:schemeClr>
                </a:solidFill>
              </a:rPr>
              <a:t>The Internet Protocol (IP)</a:t>
            </a:r>
          </a:p>
          <a:p>
            <a:pPr>
              <a:defRPr/>
            </a:pPr>
            <a:r>
              <a:rPr lang="en-US" sz="3200"/>
              <a:t>Internet Routing</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Hierarchical routing </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Intra-ISP routing: </a:t>
            </a:r>
            <a:r>
              <a:rPr lang="en-US" sz="2800"/>
              <a:t>OSPF</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Inter-ISP routing: </a:t>
            </a:r>
            <a:r>
              <a:rPr lang="en-US" sz="2800"/>
              <a:t>BGP</a:t>
            </a:r>
          </a:p>
          <a:p>
            <a:pPr>
              <a:defRPr/>
            </a:pPr>
            <a:r>
              <a:rPr lang="en-US" sz="3200">
                <a:solidFill>
                  <a:schemeClr val="bg1">
                    <a:lumMod val="50000"/>
                  </a:schemeClr>
                </a:solidFill>
              </a:rPr>
              <a:t>Internet Forwarding</a:t>
            </a:r>
          </a:p>
          <a:p>
            <a:pPr marL="130175" indent="0">
              <a:buNone/>
            </a:pPr>
            <a:endParaRPr lang="en-US"/>
          </a:p>
        </p:txBody>
      </p:sp>
    </p:spTree>
    <p:extLst>
      <p:ext uri="{BB962C8B-B14F-4D97-AF65-F5344CB8AC3E}">
        <p14:creationId xmlns:p14="http://schemas.microsoft.com/office/powerpoint/2010/main" val="256313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61A4-70EC-672A-4000-C053AB73B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A7325-6E3C-3B73-1467-56E6B19F9860}"/>
              </a:ext>
            </a:extLst>
          </p:cNvPr>
          <p:cNvSpPr>
            <a:spLocks noGrp="1"/>
          </p:cNvSpPr>
          <p:nvPr>
            <p:ph type="title"/>
          </p:nvPr>
        </p:nvSpPr>
        <p:spPr/>
        <p:txBody>
          <a:bodyPr/>
          <a:lstStyle/>
          <a:p>
            <a:r>
              <a:rPr lang="en-US">
                <a:cs typeface="Calibri" panose="020F0502020204030204" pitchFamily="34" charset="0"/>
              </a:rPr>
              <a:t>Network Layer in the Internet</a:t>
            </a:r>
            <a:endParaRPr lang="en-US"/>
          </a:p>
        </p:txBody>
      </p:sp>
      <p:sp>
        <p:nvSpPr>
          <p:cNvPr id="3" name="Content Placeholder 2">
            <a:extLst>
              <a:ext uri="{FF2B5EF4-FFF2-40B4-BE49-F238E27FC236}">
                <a16:creationId xmlns:a16="http://schemas.microsoft.com/office/drawing/2014/main" id="{43E0DB9F-F9AC-0D9D-B765-FDECAB75F74F}"/>
              </a:ext>
            </a:extLst>
          </p:cNvPr>
          <p:cNvSpPr>
            <a:spLocks noGrp="1"/>
          </p:cNvSpPr>
          <p:nvPr>
            <p:ph sz="half" idx="1"/>
          </p:nvPr>
        </p:nvSpPr>
        <p:spPr>
          <a:xfrm>
            <a:off x="838200" y="1572572"/>
            <a:ext cx="8724089" cy="4482787"/>
          </a:xfrm>
        </p:spPr>
        <p:txBody>
          <a:bodyPr>
            <a:normAutofit/>
          </a:bodyPr>
          <a:lstStyle/>
          <a:p>
            <a:pPr marL="342900" indent="-212725">
              <a:buFont typeface="Wingdings" charset="2"/>
              <a:buChar char="§"/>
              <a:defRPr/>
            </a:pPr>
            <a:r>
              <a:rPr lang="en-US" sz="3200">
                <a:solidFill>
                  <a:schemeClr val="bg1">
                    <a:lumMod val="50000"/>
                  </a:schemeClr>
                </a:solidFill>
              </a:rPr>
              <a:t>The Internet Protocol (IP)</a:t>
            </a:r>
          </a:p>
          <a:p>
            <a:pPr>
              <a:defRPr/>
            </a:pPr>
            <a:r>
              <a:rPr lang="en-US" sz="3200"/>
              <a:t>Internet Routing</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Hierarchical routing </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Intra-ISP routing: </a:t>
            </a:r>
            <a:r>
              <a:rPr lang="en-US" sz="2800"/>
              <a:t>OSPF</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Inter-ISP routing: </a:t>
            </a:r>
            <a:r>
              <a:rPr lang="en-US" sz="2800"/>
              <a:t>BGP</a:t>
            </a:r>
          </a:p>
          <a:p>
            <a:pPr>
              <a:defRPr/>
            </a:pPr>
            <a:r>
              <a:rPr lang="en-US" sz="3200">
                <a:solidFill>
                  <a:schemeClr val="bg1">
                    <a:lumMod val="50000"/>
                  </a:schemeClr>
                </a:solidFill>
              </a:rPr>
              <a:t>Internet Forwarding</a:t>
            </a:r>
          </a:p>
          <a:p>
            <a:pPr marL="130175" indent="0">
              <a:buNone/>
            </a:pPr>
            <a:endParaRPr lang="en-US"/>
          </a:p>
        </p:txBody>
      </p:sp>
    </p:spTree>
    <p:extLst>
      <p:ext uri="{BB962C8B-B14F-4D97-AF65-F5344CB8AC3E}">
        <p14:creationId xmlns:p14="http://schemas.microsoft.com/office/powerpoint/2010/main" val="342389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1387A-1940-CEC7-7ADE-D639A8E3E7F4}"/>
              </a:ext>
            </a:extLst>
          </p:cNvPr>
          <p:cNvSpPr>
            <a:spLocks noGrp="1"/>
          </p:cNvSpPr>
          <p:nvPr>
            <p:ph type="title"/>
          </p:nvPr>
        </p:nvSpPr>
        <p:spPr>
          <a:xfrm>
            <a:off x="859472" y="-5478"/>
            <a:ext cx="10515600" cy="1373804"/>
          </a:xfrm>
        </p:spPr>
        <p:txBody>
          <a:bodyPr>
            <a:normAutofit/>
          </a:bodyPr>
          <a:lstStyle/>
          <a:p>
            <a:r>
              <a:rPr lang="en-US" altLang="zh-CN"/>
              <a:t>Challenges in the Internet routing</a:t>
            </a:r>
            <a:endParaRPr lang="en-US"/>
          </a:p>
        </p:txBody>
      </p:sp>
      <p:sp>
        <p:nvSpPr>
          <p:cNvPr id="5" name="Slide Number Placeholder 4">
            <a:extLst>
              <a:ext uri="{FF2B5EF4-FFF2-40B4-BE49-F238E27FC236}">
                <a16:creationId xmlns:a16="http://schemas.microsoft.com/office/drawing/2014/main" id="{9037CC6A-22CF-7CAD-4633-4D843986A9A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5</a:t>
            </a:fld>
            <a:endParaRPr lang="en-US"/>
          </a:p>
        </p:txBody>
      </p:sp>
      <p:grpSp>
        <p:nvGrpSpPr>
          <p:cNvPr id="39" name="Group 38">
            <a:extLst>
              <a:ext uri="{FF2B5EF4-FFF2-40B4-BE49-F238E27FC236}">
                <a16:creationId xmlns:a16="http://schemas.microsoft.com/office/drawing/2014/main" id="{047D01C7-71DF-DBDE-BA13-4C2236FFB2A8}"/>
              </a:ext>
            </a:extLst>
          </p:cNvPr>
          <p:cNvGrpSpPr/>
          <p:nvPr/>
        </p:nvGrpSpPr>
        <p:grpSpPr>
          <a:xfrm>
            <a:off x="664968" y="3429000"/>
            <a:ext cx="10034186" cy="3213209"/>
            <a:chOff x="664968" y="3429000"/>
            <a:chExt cx="10034186" cy="3213209"/>
          </a:xfrm>
        </p:grpSpPr>
        <p:sp>
          <p:nvSpPr>
            <p:cNvPr id="177" name="Freeform 109">
              <a:extLst>
                <a:ext uri="{FF2B5EF4-FFF2-40B4-BE49-F238E27FC236}">
                  <a16:creationId xmlns:a16="http://schemas.microsoft.com/office/drawing/2014/main" id="{9ECB2B78-1908-714E-ACFA-712038F6FFC5}"/>
                </a:ext>
              </a:extLst>
            </p:cNvPr>
            <p:cNvSpPr>
              <a:spLocks/>
            </p:cNvSpPr>
            <p:nvPr/>
          </p:nvSpPr>
          <p:spPr bwMode="auto">
            <a:xfrm>
              <a:off x="9400815" y="5231307"/>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15" name="Freeform 109">
              <a:extLst>
                <a:ext uri="{FF2B5EF4-FFF2-40B4-BE49-F238E27FC236}">
                  <a16:creationId xmlns:a16="http://schemas.microsoft.com/office/drawing/2014/main" id="{EAFE4597-475A-11D7-73F1-9D8394F1C397}"/>
                </a:ext>
              </a:extLst>
            </p:cNvPr>
            <p:cNvSpPr>
              <a:spLocks/>
            </p:cNvSpPr>
            <p:nvPr/>
          </p:nvSpPr>
          <p:spPr bwMode="auto">
            <a:xfrm>
              <a:off x="4355718" y="4245652"/>
              <a:ext cx="2372010" cy="239655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16" name="Group 115">
              <a:extLst>
                <a:ext uri="{FF2B5EF4-FFF2-40B4-BE49-F238E27FC236}">
                  <a16:creationId xmlns:a16="http://schemas.microsoft.com/office/drawing/2014/main" id="{C0D8E8AF-4021-6ABB-D175-E9AF52B7DB9E}"/>
                </a:ext>
              </a:extLst>
            </p:cNvPr>
            <p:cNvGrpSpPr/>
            <p:nvPr/>
          </p:nvGrpSpPr>
          <p:grpSpPr>
            <a:xfrm>
              <a:off x="4580852" y="5502731"/>
              <a:ext cx="516796" cy="338181"/>
              <a:chOff x="9497138" y="3394032"/>
              <a:chExt cx="367224" cy="240304"/>
            </a:xfrm>
          </p:grpSpPr>
          <p:sp>
            <p:nvSpPr>
              <p:cNvPr id="117" name="Freeform 235">
                <a:extLst>
                  <a:ext uri="{FF2B5EF4-FFF2-40B4-BE49-F238E27FC236}">
                    <a16:creationId xmlns:a16="http://schemas.microsoft.com/office/drawing/2014/main" id="{BDEB7DBA-656F-4E8F-73FB-BF28ED8F2F1C}"/>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8" name="Oval 117">
                <a:extLst>
                  <a:ext uri="{FF2B5EF4-FFF2-40B4-BE49-F238E27FC236}">
                    <a16:creationId xmlns:a16="http://schemas.microsoft.com/office/drawing/2014/main" id="{69F7A093-FEF1-9AC0-E65C-7C59D321BBFA}"/>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9" name="Freeform 237">
                <a:extLst>
                  <a:ext uri="{FF2B5EF4-FFF2-40B4-BE49-F238E27FC236}">
                    <a16:creationId xmlns:a16="http://schemas.microsoft.com/office/drawing/2014/main" id="{40A345CB-B927-DF8E-AC33-3633B6A89B3D}"/>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238">
                <a:extLst>
                  <a:ext uri="{FF2B5EF4-FFF2-40B4-BE49-F238E27FC236}">
                    <a16:creationId xmlns:a16="http://schemas.microsoft.com/office/drawing/2014/main" id="{E82D90A2-B9E7-4E14-73FE-FBAB17953B37}"/>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239">
                <a:extLst>
                  <a:ext uri="{FF2B5EF4-FFF2-40B4-BE49-F238E27FC236}">
                    <a16:creationId xmlns:a16="http://schemas.microsoft.com/office/drawing/2014/main" id="{E0DF0F9D-F8FD-1173-0F2A-6D30420401D7}"/>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240">
                <a:extLst>
                  <a:ext uri="{FF2B5EF4-FFF2-40B4-BE49-F238E27FC236}">
                    <a16:creationId xmlns:a16="http://schemas.microsoft.com/office/drawing/2014/main" id="{7BA40797-65D1-4441-B2C9-FCAC2D00515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a:extLst>
                <a:ext uri="{FF2B5EF4-FFF2-40B4-BE49-F238E27FC236}">
                  <a16:creationId xmlns:a16="http://schemas.microsoft.com/office/drawing/2014/main" id="{152A026C-0BA3-33CF-7580-41DFE1E54EAF}"/>
                </a:ext>
              </a:extLst>
            </p:cNvPr>
            <p:cNvGrpSpPr/>
            <p:nvPr/>
          </p:nvGrpSpPr>
          <p:grpSpPr>
            <a:xfrm>
              <a:off x="5429095" y="5239290"/>
              <a:ext cx="516796" cy="338181"/>
              <a:chOff x="9497138" y="3394032"/>
              <a:chExt cx="367224" cy="240304"/>
            </a:xfrm>
          </p:grpSpPr>
          <p:sp>
            <p:nvSpPr>
              <p:cNvPr id="124" name="Freeform 235">
                <a:extLst>
                  <a:ext uri="{FF2B5EF4-FFF2-40B4-BE49-F238E27FC236}">
                    <a16:creationId xmlns:a16="http://schemas.microsoft.com/office/drawing/2014/main" id="{81A4E7D8-796B-256F-4D99-74730ACC4168}"/>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5" name="Oval 124">
                <a:extLst>
                  <a:ext uri="{FF2B5EF4-FFF2-40B4-BE49-F238E27FC236}">
                    <a16:creationId xmlns:a16="http://schemas.microsoft.com/office/drawing/2014/main" id="{7F006EEF-6EB7-24BB-71B1-713CC2B7449B}"/>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6" name="Freeform 237">
                <a:extLst>
                  <a:ext uri="{FF2B5EF4-FFF2-40B4-BE49-F238E27FC236}">
                    <a16:creationId xmlns:a16="http://schemas.microsoft.com/office/drawing/2014/main" id="{A2824563-FEF1-8B1C-53B7-3693E8E5F93D}"/>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238">
                <a:extLst>
                  <a:ext uri="{FF2B5EF4-FFF2-40B4-BE49-F238E27FC236}">
                    <a16:creationId xmlns:a16="http://schemas.microsoft.com/office/drawing/2014/main" id="{10CF4164-F14F-7638-1F70-E0318E4E92C0}"/>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Freeform 239">
                <a:extLst>
                  <a:ext uri="{FF2B5EF4-FFF2-40B4-BE49-F238E27FC236}">
                    <a16:creationId xmlns:a16="http://schemas.microsoft.com/office/drawing/2014/main" id="{BA141280-D5AA-B519-7074-A8A5F1450E3D}"/>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240">
                <a:extLst>
                  <a:ext uri="{FF2B5EF4-FFF2-40B4-BE49-F238E27FC236}">
                    <a16:creationId xmlns:a16="http://schemas.microsoft.com/office/drawing/2014/main" id="{E9CD2854-EBF9-473A-B00D-6A395F5A0419}"/>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E067518F-B9A2-DA32-34E1-382EF0302C60}"/>
                </a:ext>
              </a:extLst>
            </p:cNvPr>
            <p:cNvGrpSpPr/>
            <p:nvPr/>
          </p:nvGrpSpPr>
          <p:grpSpPr>
            <a:xfrm>
              <a:off x="5515792" y="6079263"/>
              <a:ext cx="516796" cy="338181"/>
              <a:chOff x="9497138" y="3394032"/>
              <a:chExt cx="367224" cy="240304"/>
            </a:xfrm>
          </p:grpSpPr>
          <p:sp>
            <p:nvSpPr>
              <p:cNvPr id="131" name="Freeform 235">
                <a:extLst>
                  <a:ext uri="{FF2B5EF4-FFF2-40B4-BE49-F238E27FC236}">
                    <a16:creationId xmlns:a16="http://schemas.microsoft.com/office/drawing/2014/main" id="{B4EB7285-635F-543B-3AE1-4E476844FB31}"/>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2" name="Oval 131">
                <a:extLst>
                  <a:ext uri="{FF2B5EF4-FFF2-40B4-BE49-F238E27FC236}">
                    <a16:creationId xmlns:a16="http://schemas.microsoft.com/office/drawing/2014/main" id="{A7F25D14-02DA-476A-86BB-76198F007BF7}"/>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3" name="Freeform 237">
                <a:extLst>
                  <a:ext uri="{FF2B5EF4-FFF2-40B4-BE49-F238E27FC236}">
                    <a16:creationId xmlns:a16="http://schemas.microsoft.com/office/drawing/2014/main" id="{FF17FBBA-4FC5-3935-42FB-B661113DDB4D}"/>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238">
                <a:extLst>
                  <a:ext uri="{FF2B5EF4-FFF2-40B4-BE49-F238E27FC236}">
                    <a16:creationId xmlns:a16="http://schemas.microsoft.com/office/drawing/2014/main" id="{C005C062-C08D-DC8D-AFB7-B538D2B69625}"/>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239">
                <a:extLst>
                  <a:ext uri="{FF2B5EF4-FFF2-40B4-BE49-F238E27FC236}">
                    <a16:creationId xmlns:a16="http://schemas.microsoft.com/office/drawing/2014/main" id="{04009DD3-DDF4-99A1-04F3-B0729BE26E3E}"/>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240">
                <a:extLst>
                  <a:ext uri="{FF2B5EF4-FFF2-40B4-BE49-F238E27FC236}">
                    <a16:creationId xmlns:a16="http://schemas.microsoft.com/office/drawing/2014/main" id="{04198A5A-4F6E-5AD0-C194-3016267EC53C}"/>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7" name="Line 10">
              <a:extLst>
                <a:ext uri="{FF2B5EF4-FFF2-40B4-BE49-F238E27FC236}">
                  <a16:creationId xmlns:a16="http://schemas.microsoft.com/office/drawing/2014/main" id="{9CFF9E55-576E-9E4C-8CAA-0C1E59892893}"/>
                </a:ext>
              </a:extLst>
            </p:cNvPr>
            <p:cNvSpPr>
              <a:spLocks noChangeShapeType="1"/>
            </p:cNvSpPr>
            <p:nvPr/>
          </p:nvSpPr>
          <p:spPr bwMode="auto">
            <a:xfrm rot="4781293">
              <a:off x="5287879" y="530864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8" name="Line 10">
              <a:extLst>
                <a:ext uri="{FF2B5EF4-FFF2-40B4-BE49-F238E27FC236}">
                  <a16:creationId xmlns:a16="http://schemas.microsoft.com/office/drawing/2014/main" id="{F4AF35FA-6304-4039-69C9-9386DA53ABD6}"/>
                </a:ext>
              </a:extLst>
            </p:cNvPr>
            <p:cNvSpPr>
              <a:spLocks noChangeShapeType="1"/>
            </p:cNvSpPr>
            <p:nvPr/>
          </p:nvSpPr>
          <p:spPr bwMode="auto">
            <a:xfrm rot="4781293" flipH="1">
              <a:off x="5068779" y="575654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9" name="Line 10">
              <a:extLst>
                <a:ext uri="{FF2B5EF4-FFF2-40B4-BE49-F238E27FC236}">
                  <a16:creationId xmlns:a16="http://schemas.microsoft.com/office/drawing/2014/main" id="{B8AE548A-0E24-8E05-EF8F-9B6769E18AB7}"/>
                </a:ext>
              </a:extLst>
            </p:cNvPr>
            <p:cNvSpPr>
              <a:spLocks noChangeShapeType="1"/>
            </p:cNvSpPr>
            <p:nvPr/>
          </p:nvSpPr>
          <p:spPr bwMode="auto">
            <a:xfrm rot="4781293">
              <a:off x="5462729" y="579510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14" name="Freeform 109">
              <a:extLst>
                <a:ext uri="{FF2B5EF4-FFF2-40B4-BE49-F238E27FC236}">
                  <a16:creationId xmlns:a16="http://schemas.microsoft.com/office/drawing/2014/main" id="{A282F3DF-8543-42E0-D135-EB172FAA7839}"/>
                </a:ext>
              </a:extLst>
            </p:cNvPr>
            <p:cNvSpPr>
              <a:spLocks/>
            </p:cNvSpPr>
            <p:nvPr/>
          </p:nvSpPr>
          <p:spPr bwMode="auto">
            <a:xfrm>
              <a:off x="2182110" y="3963962"/>
              <a:ext cx="1987456" cy="1494252"/>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1" name="Freeform 109">
              <a:extLst>
                <a:ext uri="{FF2B5EF4-FFF2-40B4-BE49-F238E27FC236}">
                  <a16:creationId xmlns:a16="http://schemas.microsoft.com/office/drawing/2014/main" id="{AE576E54-90D5-9CDA-F277-0733FD9B0DCA}"/>
                </a:ext>
              </a:extLst>
            </p:cNvPr>
            <p:cNvSpPr>
              <a:spLocks/>
            </p:cNvSpPr>
            <p:nvPr/>
          </p:nvSpPr>
          <p:spPr bwMode="auto">
            <a:xfrm>
              <a:off x="827812" y="3456215"/>
              <a:ext cx="1260890"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0" name="Line 10">
              <a:extLst>
                <a:ext uri="{FF2B5EF4-FFF2-40B4-BE49-F238E27FC236}">
                  <a16:creationId xmlns:a16="http://schemas.microsoft.com/office/drawing/2014/main" id="{156C82DA-7202-496A-EC73-6061F21CF543}"/>
                </a:ext>
              </a:extLst>
            </p:cNvPr>
            <p:cNvSpPr>
              <a:spLocks noChangeShapeType="1"/>
            </p:cNvSpPr>
            <p:nvPr/>
          </p:nvSpPr>
          <p:spPr bwMode="auto">
            <a:xfrm rot="4781293" flipH="1">
              <a:off x="1880249" y="4110697"/>
              <a:ext cx="432895" cy="504827"/>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81" name="Group 80">
              <a:extLst>
                <a:ext uri="{FF2B5EF4-FFF2-40B4-BE49-F238E27FC236}">
                  <a16:creationId xmlns:a16="http://schemas.microsoft.com/office/drawing/2014/main" id="{5A4C41EF-796C-D8F3-7E99-E779DADB456F}"/>
                </a:ext>
              </a:extLst>
            </p:cNvPr>
            <p:cNvGrpSpPr/>
            <p:nvPr/>
          </p:nvGrpSpPr>
          <p:grpSpPr>
            <a:xfrm>
              <a:off x="2319926" y="4460721"/>
              <a:ext cx="516796" cy="338181"/>
              <a:chOff x="9497138" y="3394032"/>
              <a:chExt cx="367224" cy="240304"/>
            </a:xfrm>
          </p:grpSpPr>
          <p:sp>
            <p:nvSpPr>
              <p:cNvPr id="82" name="Freeform 235">
                <a:extLst>
                  <a:ext uri="{FF2B5EF4-FFF2-40B4-BE49-F238E27FC236}">
                    <a16:creationId xmlns:a16="http://schemas.microsoft.com/office/drawing/2014/main" id="{8826CCA6-DE19-E6C4-DDFE-6EC1DC0511B0}"/>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3" name="Oval 82">
                <a:extLst>
                  <a:ext uri="{FF2B5EF4-FFF2-40B4-BE49-F238E27FC236}">
                    <a16:creationId xmlns:a16="http://schemas.microsoft.com/office/drawing/2014/main" id="{4732AB36-F09B-15C4-DAEA-6A1F6628FF7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4" name="Freeform 237">
                <a:extLst>
                  <a:ext uri="{FF2B5EF4-FFF2-40B4-BE49-F238E27FC236}">
                    <a16:creationId xmlns:a16="http://schemas.microsoft.com/office/drawing/2014/main" id="{3DF72ACA-5855-2E37-4B4D-79E7B1B39D06}"/>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238">
                <a:extLst>
                  <a:ext uri="{FF2B5EF4-FFF2-40B4-BE49-F238E27FC236}">
                    <a16:creationId xmlns:a16="http://schemas.microsoft.com/office/drawing/2014/main" id="{6E17AE3C-00AF-2694-2FA3-636BE7B768A2}"/>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239">
                <a:extLst>
                  <a:ext uri="{FF2B5EF4-FFF2-40B4-BE49-F238E27FC236}">
                    <a16:creationId xmlns:a16="http://schemas.microsoft.com/office/drawing/2014/main" id="{F3029849-E021-A03C-8396-3B67BB0C22C3}"/>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240">
                <a:extLst>
                  <a:ext uri="{FF2B5EF4-FFF2-40B4-BE49-F238E27FC236}">
                    <a16:creationId xmlns:a16="http://schemas.microsoft.com/office/drawing/2014/main" id="{DB00EF8A-9EF5-BE4A-0343-1D26B9F3FBAF}"/>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F4B637AD-34AB-30C5-FD04-39A8B8F005D4}"/>
                </a:ext>
              </a:extLst>
            </p:cNvPr>
            <p:cNvGrpSpPr/>
            <p:nvPr/>
          </p:nvGrpSpPr>
          <p:grpSpPr>
            <a:xfrm>
              <a:off x="3168169" y="4197280"/>
              <a:ext cx="516796" cy="338181"/>
              <a:chOff x="9497138" y="3394032"/>
              <a:chExt cx="367224" cy="240304"/>
            </a:xfrm>
          </p:grpSpPr>
          <p:sp>
            <p:nvSpPr>
              <p:cNvPr id="89" name="Freeform 235">
                <a:extLst>
                  <a:ext uri="{FF2B5EF4-FFF2-40B4-BE49-F238E27FC236}">
                    <a16:creationId xmlns:a16="http://schemas.microsoft.com/office/drawing/2014/main" id="{9DC78238-731B-8507-DB86-5278F630C292}"/>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0" name="Oval 89">
                <a:extLst>
                  <a:ext uri="{FF2B5EF4-FFF2-40B4-BE49-F238E27FC236}">
                    <a16:creationId xmlns:a16="http://schemas.microsoft.com/office/drawing/2014/main" id="{ECFAB190-7129-6D53-A444-2CEB4C057A58}"/>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1" name="Freeform 237">
                <a:extLst>
                  <a:ext uri="{FF2B5EF4-FFF2-40B4-BE49-F238E27FC236}">
                    <a16:creationId xmlns:a16="http://schemas.microsoft.com/office/drawing/2014/main" id="{BA7BF644-5C70-15C5-FB62-D0F1E130F307}"/>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238">
                <a:extLst>
                  <a:ext uri="{FF2B5EF4-FFF2-40B4-BE49-F238E27FC236}">
                    <a16:creationId xmlns:a16="http://schemas.microsoft.com/office/drawing/2014/main" id="{6CC2F77D-F994-FD82-AFBA-DE6316EEA133}"/>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239">
                <a:extLst>
                  <a:ext uri="{FF2B5EF4-FFF2-40B4-BE49-F238E27FC236}">
                    <a16:creationId xmlns:a16="http://schemas.microsoft.com/office/drawing/2014/main" id="{F0495872-C43B-AA7B-A6E9-358E823CC32C}"/>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240">
                <a:extLst>
                  <a:ext uri="{FF2B5EF4-FFF2-40B4-BE49-F238E27FC236}">
                    <a16:creationId xmlns:a16="http://schemas.microsoft.com/office/drawing/2014/main" id="{5DF9A4B1-F69B-64B4-F40F-0B812EDECC1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10FE84A6-EFC6-3F98-CF06-87321032C08F}"/>
                </a:ext>
              </a:extLst>
            </p:cNvPr>
            <p:cNvGrpSpPr/>
            <p:nvPr/>
          </p:nvGrpSpPr>
          <p:grpSpPr>
            <a:xfrm>
              <a:off x="3254866" y="5037253"/>
              <a:ext cx="516796" cy="338181"/>
              <a:chOff x="9497138" y="3394032"/>
              <a:chExt cx="367224" cy="240304"/>
            </a:xfrm>
          </p:grpSpPr>
          <p:sp>
            <p:nvSpPr>
              <p:cNvPr id="96" name="Freeform 235">
                <a:extLst>
                  <a:ext uri="{FF2B5EF4-FFF2-40B4-BE49-F238E27FC236}">
                    <a16:creationId xmlns:a16="http://schemas.microsoft.com/office/drawing/2014/main" id="{CDF6E08E-9C77-2E6A-5997-26A86C1EF392}"/>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7" name="Oval 96">
                <a:extLst>
                  <a:ext uri="{FF2B5EF4-FFF2-40B4-BE49-F238E27FC236}">
                    <a16:creationId xmlns:a16="http://schemas.microsoft.com/office/drawing/2014/main" id="{935C2060-34F7-3DC7-C6BC-F87325BBE7E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8" name="Freeform 237">
                <a:extLst>
                  <a:ext uri="{FF2B5EF4-FFF2-40B4-BE49-F238E27FC236}">
                    <a16:creationId xmlns:a16="http://schemas.microsoft.com/office/drawing/2014/main" id="{D126464C-707B-4587-7F26-B6CD0146E8E6}"/>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238">
                <a:extLst>
                  <a:ext uri="{FF2B5EF4-FFF2-40B4-BE49-F238E27FC236}">
                    <a16:creationId xmlns:a16="http://schemas.microsoft.com/office/drawing/2014/main" id="{6250459F-30A7-3478-856B-554EB8E66B74}"/>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239">
                <a:extLst>
                  <a:ext uri="{FF2B5EF4-FFF2-40B4-BE49-F238E27FC236}">
                    <a16:creationId xmlns:a16="http://schemas.microsoft.com/office/drawing/2014/main" id="{A29A238B-C1C0-73A6-B7DB-9140F9E12058}"/>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240">
                <a:extLst>
                  <a:ext uri="{FF2B5EF4-FFF2-40B4-BE49-F238E27FC236}">
                    <a16:creationId xmlns:a16="http://schemas.microsoft.com/office/drawing/2014/main" id="{5CB11745-8372-DF18-E08A-7E148D8DB071}"/>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Line 10">
              <a:extLst>
                <a:ext uri="{FF2B5EF4-FFF2-40B4-BE49-F238E27FC236}">
                  <a16:creationId xmlns:a16="http://schemas.microsoft.com/office/drawing/2014/main" id="{7FA701F5-C085-388E-AB58-58743451B592}"/>
                </a:ext>
              </a:extLst>
            </p:cNvPr>
            <p:cNvSpPr>
              <a:spLocks noChangeShapeType="1"/>
            </p:cNvSpPr>
            <p:nvPr/>
          </p:nvSpPr>
          <p:spPr bwMode="auto">
            <a:xfrm rot="4781293">
              <a:off x="3026953" y="426663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3" name="Line 10">
              <a:extLst>
                <a:ext uri="{FF2B5EF4-FFF2-40B4-BE49-F238E27FC236}">
                  <a16:creationId xmlns:a16="http://schemas.microsoft.com/office/drawing/2014/main" id="{1AA9378F-7087-DDDF-B543-B8FA93CE3D78}"/>
                </a:ext>
              </a:extLst>
            </p:cNvPr>
            <p:cNvSpPr>
              <a:spLocks noChangeShapeType="1"/>
            </p:cNvSpPr>
            <p:nvPr/>
          </p:nvSpPr>
          <p:spPr bwMode="auto">
            <a:xfrm rot="4781293" flipH="1">
              <a:off x="2807853" y="471453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4" name="Line 10">
              <a:extLst>
                <a:ext uri="{FF2B5EF4-FFF2-40B4-BE49-F238E27FC236}">
                  <a16:creationId xmlns:a16="http://schemas.microsoft.com/office/drawing/2014/main" id="{5EE48D49-1ED0-8755-2DA9-21201893206C}"/>
                </a:ext>
              </a:extLst>
            </p:cNvPr>
            <p:cNvSpPr>
              <a:spLocks noChangeShapeType="1"/>
            </p:cNvSpPr>
            <p:nvPr/>
          </p:nvSpPr>
          <p:spPr bwMode="auto">
            <a:xfrm rot="4781293" flipH="1">
              <a:off x="3925827" y="5053817"/>
              <a:ext cx="430014" cy="82693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5" name="Line 10">
              <a:extLst>
                <a:ext uri="{FF2B5EF4-FFF2-40B4-BE49-F238E27FC236}">
                  <a16:creationId xmlns:a16="http://schemas.microsoft.com/office/drawing/2014/main" id="{1AF68A4C-E443-4A1D-7236-28318C39F397}"/>
                </a:ext>
              </a:extLst>
            </p:cNvPr>
            <p:cNvSpPr>
              <a:spLocks noChangeShapeType="1"/>
            </p:cNvSpPr>
            <p:nvPr/>
          </p:nvSpPr>
          <p:spPr bwMode="auto">
            <a:xfrm rot="4781293">
              <a:off x="6034873" y="5918095"/>
              <a:ext cx="173149" cy="27452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6" name="Line 10">
              <a:extLst>
                <a:ext uri="{FF2B5EF4-FFF2-40B4-BE49-F238E27FC236}">
                  <a16:creationId xmlns:a16="http://schemas.microsoft.com/office/drawing/2014/main" id="{665ABC2A-7DE1-7A11-5842-316C39B236AE}"/>
                </a:ext>
              </a:extLst>
            </p:cNvPr>
            <p:cNvSpPr>
              <a:spLocks noChangeShapeType="1"/>
            </p:cNvSpPr>
            <p:nvPr/>
          </p:nvSpPr>
          <p:spPr bwMode="auto">
            <a:xfrm rot="4781293">
              <a:off x="3201803" y="475309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140" name="Group 139">
              <a:extLst>
                <a:ext uri="{FF2B5EF4-FFF2-40B4-BE49-F238E27FC236}">
                  <a16:creationId xmlns:a16="http://schemas.microsoft.com/office/drawing/2014/main" id="{AF213866-BCF3-2B4F-95DC-41558AF27B11}"/>
                </a:ext>
              </a:extLst>
            </p:cNvPr>
            <p:cNvGrpSpPr/>
            <p:nvPr/>
          </p:nvGrpSpPr>
          <p:grpSpPr>
            <a:xfrm>
              <a:off x="6100073" y="5652073"/>
              <a:ext cx="516796" cy="338181"/>
              <a:chOff x="9497138" y="3394032"/>
              <a:chExt cx="367224" cy="240304"/>
            </a:xfrm>
          </p:grpSpPr>
          <p:sp>
            <p:nvSpPr>
              <p:cNvPr id="141" name="Freeform 235">
                <a:extLst>
                  <a:ext uri="{FF2B5EF4-FFF2-40B4-BE49-F238E27FC236}">
                    <a16:creationId xmlns:a16="http://schemas.microsoft.com/office/drawing/2014/main" id="{1ED19C62-1822-CBCA-F764-7770AE4ECC60}"/>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2" name="Oval 141">
                <a:extLst>
                  <a:ext uri="{FF2B5EF4-FFF2-40B4-BE49-F238E27FC236}">
                    <a16:creationId xmlns:a16="http://schemas.microsoft.com/office/drawing/2014/main" id="{F67D18E9-7A3E-007B-0FB9-5AD816C067BB}"/>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3" name="Freeform 237">
                <a:extLst>
                  <a:ext uri="{FF2B5EF4-FFF2-40B4-BE49-F238E27FC236}">
                    <a16:creationId xmlns:a16="http://schemas.microsoft.com/office/drawing/2014/main" id="{BE36E813-0CAA-3FD2-D884-30B937AA0266}"/>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238">
                <a:extLst>
                  <a:ext uri="{FF2B5EF4-FFF2-40B4-BE49-F238E27FC236}">
                    <a16:creationId xmlns:a16="http://schemas.microsoft.com/office/drawing/2014/main" id="{90C94FDC-7AC4-AA68-596C-552449DCB96F}"/>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239">
                <a:extLst>
                  <a:ext uri="{FF2B5EF4-FFF2-40B4-BE49-F238E27FC236}">
                    <a16:creationId xmlns:a16="http://schemas.microsoft.com/office/drawing/2014/main" id="{8F095061-A8ED-827F-A5D8-AF80AC319DDD}"/>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240">
                <a:extLst>
                  <a:ext uri="{FF2B5EF4-FFF2-40B4-BE49-F238E27FC236}">
                    <a16:creationId xmlns:a16="http://schemas.microsoft.com/office/drawing/2014/main" id="{B492AA20-200C-CF1F-E01E-623E1AB1D6B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7" name="Line 10">
              <a:extLst>
                <a:ext uri="{FF2B5EF4-FFF2-40B4-BE49-F238E27FC236}">
                  <a16:creationId xmlns:a16="http://schemas.microsoft.com/office/drawing/2014/main" id="{00289757-AF5C-887D-86E7-42C9D3823C16}"/>
                </a:ext>
              </a:extLst>
            </p:cNvPr>
            <p:cNvSpPr>
              <a:spLocks noChangeShapeType="1"/>
            </p:cNvSpPr>
            <p:nvPr/>
          </p:nvSpPr>
          <p:spPr bwMode="auto">
            <a:xfrm rot="4781293" flipH="1">
              <a:off x="5913019" y="5501604"/>
              <a:ext cx="279054" cy="20165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48" name="Line 10">
              <a:extLst>
                <a:ext uri="{FF2B5EF4-FFF2-40B4-BE49-F238E27FC236}">
                  <a16:creationId xmlns:a16="http://schemas.microsoft.com/office/drawing/2014/main" id="{A00385AE-230F-CAFE-C776-066CCEA5FFF0}"/>
                </a:ext>
              </a:extLst>
            </p:cNvPr>
            <p:cNvSpPr>
              <a:spLocks noChangeShapeType="1"/>
            </p:cNvSpPr>
            <p:nvPr/>
          </p:nvSpPr>
          <p:spPr bwMode="auto">
            <a:xfrm rot="4781293" flipH="1">
              <a:off x="4265127" y="3719954"/>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0" name="Line 10">
              <a:extLst>
                <a:ext uri="{FF2B5EF4-FFF2-40B4-BE49-F238E27FC236}">
                  <a16:creationId xmlns:a16="http://schemas.microsoft.com/office/drawing/2014/main" id="{24F90090-E6C8-57F4-D359-54171BB3E921}"/>
                </a:ext>
              </a:extLst>
            </p:cNvPr>
            <p:cNvSpPr>
              <a:spLocks noChangeShapeType="1"/>
            </p:cNvSpPr>
            <p:nvPr/>
          </p:nvSpPr>
          <p:spPr bwMode="auto">
            <a:xfrm rot="4781293">
              <a:off x="5116793" y="4239408"/>
              <a:ext cx="1304872" cy="64665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2" name="Freeform 109">
              <a:extLst>
                <a:ext uri="{FF2B5EF4-FFF2-40B4-BE49-F238E27FC236}">
                  <a16:creationId xmlns:a16="http://schemas.microsoft.com/office/drawing/2014/main" id="{6DE7D9C8-9B25-C4E4-C60A-FFAA093E1935}"/>
                </a:ext>
              </a:extLst>
            </p:cNvPr>
            <p:cNvSpPr>
              <a:spLocks/>
            </p:cNvSpPr>
            <p:nvPr/>
          </p:nvSpPr>
          <p:spPr bwMode="auto">
            <a:xfrm>
              <a:off x="6982217" y="3910334"/>
              <a:ext cx="1931099" cy="174336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53" name="Group 152">
              <a:extLst>
                <a:ext uri="{FF2B5EF4-FFF2-40B4-BE49-F238E27FC236}">
                  <a16:creationId xmlns:a16="http://schemas.microsoft.com/office/drawing/2014/main" id="{06223DAB-2DA2-DE74-4E7E-7DC24C37D166}"/>
                </a:ext>
              </a:extLst>
            </p:cNvPr>
            <p:cNvGrpSpPr/>
            <p:nvPr/>
          </p:nvGrpSpPr>
          <p:grpSpPr>
            <a:xfrm>
              <a:off x="7211965" y="4481268"/>
              <a:ext cx="516796" cy="338181"/>
              <a:chOff x="9497138" y="3394032"/>
              <a:chExt cx="367224" cy="240304"/>
            </a:xfrm>
          </p:grpSpPr>
          <p:sp>
            <p:nvSpPr>
              <p:cNvPr id="154" name="Freeform 235">
                <a:extLst>
                  <a:ext uri="{FF2B5EF4-FFF2-40B4-BE49-F238E27FC236}">
                    <a16:creationId xmlns:a16="http://schemas.microsoft.com/office/drawing/2014/main" id="{FA3A4849-6937-CB11-E4A1-7EBB7A7B52DB}"/>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5" name="Oval 154">
                <a:extLst>
                  <a:ext uri="{FF2B5EF4-FFF2-40B4-BE49-F238E27FC236}">
                    <a16:creationId xmlns:a16="http://schemas.microsoft.com/office/drawing/2014/main" id="{7A098162-D10A-BD11-9C92-0E0DDB41F9A1}"/>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6" name="Freeform 237">
                <a:extLst>
                  <a:ext uri="{FF2B5EF4-FFF2-40B4-BE49-F238E27FC236}">
                    <a16:creationId xmlns:a16="http://schemas.microsoft.com/office/drawing/2014/main" id="{AD529797-DE70-C53F-97E9-214E88F926BC}"/>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238">
                <a:extLst>
                  <a:ext uri="{FF2B5EF4-FFF2-40B4-BE49-F238E27FC236}">
                    <a16:creationId xmlns:a16="http://schemas.microsoft.com/office/drawing/2014/main" id="{738094AB-2E88-9071-47FD-1A580802B71D}"/>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239">
                <a:extLst>
                  <a:ext uri="{FF2B5EF4-FFF2-40B4-BE49-F238E27FC236}">
                    <a16:creationId xmlns:a16="http://schemas.microsoft.com/office/drawing/2014/main" id="{ACD35CA5-EBD7-D4B2-A019-B45D17E55913}"/>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240">
                <a:extLst>
                  <a:ext uri="{FF2B5EF4-FFF2-40B4-BE49-F238E27FC236}">
                    <a16:creationId xmlns:a16="http://schemas.microsoft.com/office/drawing/2014/main" id="{D6B31643-DAC6-8611-BB38-94DF681222F7}"/>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6986299A-9267-BFC0-5BFC-753E483A8676}"/>
                </a:ext>
              </a:extLst>
            </p:cNvPr>
            <p:cNvGrpSpPr/>
            <p:nvPr/>
          </p:nvGrpSpPr>
          <p:grpSpPr>
            <a:xfrm>
              <a:off x="8060208" y="4217827"/>
              <a:ext cx="516796" cy="338181"/>
              <a:chOff x="9497138" y="3394032"/>
              <a:chExt cx="367224" cy="240304"/>
            </a:xfrm>
          </p:grpSpPr>
          <p:sp>
            <p:nvSpPr>
              <p:cNvPr id="161" name="Freeform 235">
                <a:extLst>
                  <a:ext uri="{FF2B5EF4-FFF2-40B4-BE49-F238E27FC236}">
                    <a16:creationId xmlns:a16="http://schemas.microsoft.com/office/drawing/2014/main" id="{A944904D-BC43-572D-FE7E-6535C2BF564F}"/>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2" name="Oval 161">
                <a:extLst>
                  <a:ext uri="{FF2B5EF4-FFF2-40B4-BE49-F238E27FC236}">
                    <a16:creationId xmlns:a16="http://schemas.microsoft.com/office/drawing/2014/main" id="{0DFB9C3B-A350-DD22-A8C2-9C4952301088}"/>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3" name="Freeform 237">
                <a:extLst>
                  <a:ext uri="{FF2B5EF4-FFF2-40B4-BE49-F238E27FC236}">
                    <a16:creationId xmlns:a16="http://schemas.microsoft.com/office/drawing/2014/main" id="{8A2DD4B9-8CBC-7D4D-FD44-FEA66A5C9BE5}"/>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Freeform 238">
                <a:extLst>
                  <a:ext uri="{FF2B5EF4-FFF2-40B4-BE49-F238E27FC236}">
                    <a16:creationId xmlns:a16="http://schemas.microsoft.com/office/drawing/2014/main" id="{E608313C-A4AE-C34D-D0F6-DF275F6855FB}"/>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239">
                <a:extLst>
                  <a:ext uri="{FF2B5EF4-FFF2-40B4-BE49-F238E27FC236}">
                    <a16:creationId xmlns:a16="http://schemas.microsoft.com/office/drawing/2014/main" id="{9FB9D895-A7DA-94FF-AABE-5F912B5F1353}"/>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240">
                <a:extLst>
                  <a:ext uri="{FF2B5EF4-FFF2-40B4-BE49-F238E27FC236}">
                    <a16:creationId xmlns:a16="http://schemas.microsoft.com/office/drawing/2014/main" id="{F719EC27-21E4-128E-D731-963E1ABE1B27}"/>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9059984D-227C-5BE6-D40F-BC112C526A97}"/>
                </a:ext>
              </a:extLst>
            </p:cNvPr>
            <p:cNvGrpSpPr/>
            <p:nvPr/>
          </p:nvGrpSpPr>
          <p:grpSpPr>
            <a:xfrm>
              <a:off x="8146905" y="5057800"/>
              <a:ext cx="516796" cy="338181"/>
              <a:chOff x="9497138" y="3394032"/>
              <a:chExt cx="367224" cy="240304"/>
            </a:xfrm>
          </p:grpSpPr>
          <p:sp>
            <p:nvSpPr>
              <p:cNvPr id="168" name="Freeform 235">
                <a:extLst>
                  <a:ext uri="{FF2B5EF4-FFF2-40B4-BE49-F238E27FC236}">
                    <a16:creationId xmlns:a16="http://schemas.microsoft.com/office/drawing/2014/main" id="{722F5524-8467-DAE3-4740-ED78FDA76FB6}"/>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9" name="Oval 168">
                <a:extLst>
                  <a:ext uri="{FF2B5EF4-FFF2-40B4-BE49-F238E27FC236}">
                    <a16:creationId xmlns:a16="http://schemas.microsoft.com/office/drawing/2014/main" id="{AE09C58C-0761-B2C7-A910-DD2706F17F3A}"/>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70" name="Freeform 237">
                <a:extLst>
                  <a:ext uri="{FF2B5EF4-FFF2-40B4-BE49-F238E27FC236}">
                    <a16:creationId xmlns:a16="http://schemas.microsoft.com/office/drawing/2014/main" id="{4D9E8823-6B94-0711-E006-E56AD8890E6C}"/>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Freeform 238">
                <a:extLst>
                  <a:ext uri="{FF2B5EF4-FFF2-40B4-BE49-F238E27FC236}">
                    <a16:creationId xmlns:a16="http://schemas.microsoft.com/office/drawing/2014/main" id="{9E2EACDA-F4AC-B373-F9A2-4202A434EDFD}"/>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Freeform 239">
                <a:extLst>
                  <a:ext uri="{FF2B5EF4-FFF2-40B4-BE49-F238E27FC236}">
                    <a16:creationId xmlns:a16="http://schemas.microsoft.com/office/drawing/2014/main" id="{46937EAC-03E8-1BB1-567C-5F06843A1241}"/>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Freeform 240">
                <a:extLst>
                  <a:ext uri="{FF2B5EF4-FFF2-40B4-BE49-F238E27FC236}">
                    <a16:creationId xmlns:a16="http://schemas.microsoft.com/office/drawing/2014/main" id="{7E621EC6-ED68-5413-7BCB-EB3F637558D1}"/>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 name="Line 10">
              <a:extLst>
                <a:ext uri="{FF2B5EF4-FFF2-40B4-BE49-F238E27FC236}">
                  <a16:creationId xmlns:a16="http://schemas.microsoft.com/office/drawing/2014/main" id="{888122B2-57BD-CFD9-F1A8-65A5B851F4EF}"/>
                </a:ext>
              </a:extLst>
            </p:cNvPr>
            <p:cNvSpPr>
              <a:spLocks noChangeShapeType="1"/>
            </p:cNvSpPr>
            <p:nvPr/>
          </p:nvSpPr>
          <p:spPr bwMode="auto">
            <a:xfrm rot="4781293">
              <a:off x="7918992" y="4287180"/>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5" name="Line 10">
              <a:extLst>
                <a:ext uri="{FF2B5EF4-FFF2-40B4-BE49-F238E27FC236}">
                  <a16:creationId xmlns:a16="http://schemas.microsoft.com/office/drawing/2014/main" id="{A37572E7-CED9-8D2D-B1E7-675CFF49DB57}"/>
                </a:ext>
              </a:extLst>
            </p:cNvPr>
            <p:cNvSpPr>
              <a:spLocks noChangeShapeType="1"/>
            </p:cNvSpPr>
            <p:nvPr/>
          </p:nvSpPr>
          <p:spPr bwMode="auto">
            <a:xfrm rot="4781293" flipH="1">
              <a:off x="7699892" y="4735084"/>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6" name="Line 10">
              <a:extLst>
                <a:ext uri="{FF2B5EF4-FFF2-40B4-BE49-F238E27FC236}">
                  <a16:creationId xmlns:a16="http://schemas.microsoft.com/office/drawing/2014/main" id="{478084B6-32BE-13A5-076C-C3D5E21688F5}"/>
                </a:ext>
              </a:extLst>
            </p:cNvPr>
            <p:cNvSpPr>
              <a:spLocks noChangeShapeType="1"/>
            </p:cNvSpPr>
            <p:nvPr/>
          </p:nvSpPr>
          <p:spPr bwMode="auto">
            <a:xfrm rot="4781293">
              <a:off x="8093842" y="4773641"/>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75" name="Line 10">
              <a:extLst>
                <a:ext uri="{FF2B5EF4-FFF2-40B4-BE49-F238E27FC236}">
                  <a16:creationId xmlns:a16="http://schemas.microsoft.com/office/drawing/2014/main" id="{017E8A7C-8F77-4FAA-AD5D-D17DC9160608}"/>
                </a:ext>
              </a:extLst>
            </p:cNvPr>
            <p:cNvSpPr>
              <a:spLocks noChangeShapeType="1"/>
            </p:cNvSpPr>
            <p:nvPr/>
          </p:nvSpPr>
          <p:spPr bwMode="auto">
            <a:xfrm rot="4781293" flipV="1">
              <a:off x="8817848" y="5115351"/>
              <a:ext cx="437214" cy="76944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1" name="Line 10">
              <a:extLst>
                <a:ext uri="{FF2B5EF4-FFF2-40B4-BE49-F238E27FC236}">
                  <a16:creationId xmlns:a16="http://schemas.microsoft.com/office/drawing/2014/main" id="{45812FD8-51A9-A4CB-4E91-2FFE411B4701}"/>
                </a:ext>
              </a:extLst>
            </p:cNvPr>
            <p:cNvSpPr>
              <a:spLocks noChangeShapeType="1"/>
            </p:cNvSpPr>
            <p:nvPr/>
          </p:nvSpPr>
          <p:spPr bwMode="auto">
            <a:xfrm rot="4781293">
              <a:off x="8886381" y="3645434"/>
              <a:ext cx="298186" cy="88724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0" name="Content Placeholder 2">
              <a:extLst>
                <a:ext uri="{FF2B5EF4-FFF2-40B4-BE49-F238E27FC236}">
                  <a16:creationId xmlns:a16="http://schemas.microsoft.com/office/drawing/2014/main" id="{4EB921DE-E03E-138F-A325-5C5BD1210023}"/>
                </a:ext>
              </a:extLst>
            </p:cNvPr>
            <p:cNvSpPr txBox="1">
              <a:spLocks/>
            </p:cNvSpPr>
            <p:nvPr/>
          </p:nvSpPr>
          <p:spPr>
            <a:xfrm>
              <a:off x="2251401" y="4065204"/>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3</a:t>
              </a:r>
            </a:p>
          </p:txBody>
        </p:sp>
        <p:sp>
          <p:nvSpPr>
            <p:cNvPr id="14" name="Content Placeholder 2">
              <a:extLst>
                <a:ext uri="{FF2B5EF4-FFF2-40B4-BE49-F238E27FC236}">
                  <a16:creationId xmlns:a16="http://schemas.microsoft.com/office/drawing/2014/main" id="{31631DB6-A156-123F-B370-E09AC5A1FE4D}"/>
                </a:ext>
              </a:extLst>
            </p:cNvPr>
            <p:cNvSpPr txBox="1">
              <a:spLocks/>
            </p:cNvSpPr>
            <p:nvPr/>
          </p:nvSpPr>
          <p:spPr>
            <a:xfrm>
              <a:off x="4474888" y="4763652"/>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1</a:t>
              </a:r>
            </a:p>
          </p:txBody>
        </p:sp>
        <p:sp>
          <p:nvSpPr>
            <p:cNvPr id="15" name="Content Placeholder 2">
              <a:extLst>
                <a:ext uri="{FF2B5EF4-FFF2-40B4-BE49-F238E27FC236}">
                  <a16:creationId xmlns:a16="http://schemas.microsoft.com/office/drawing/2014/main" id="{C5EFDE0E-6574-567F-F5B6-393433EE238B}"/>
                </a:ext>
              </a:extLst>
            </p:cNvPr>
            <p:cNvSpPr txBox="1">
              <a:spLocks/>
            </p:cNvSpPr>
            <p:nvPr/>
          </p:nvSpPr>
          <p:spPr>
            <a:xfrm>
              <a:off x="7145647" y="4086450"/>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a:t>
              </a:r>
              <a:r>
                <a:rPr lang="en-US" altLang="zh-CN" sz="2400" b="1"/>
                <a:t>2</a:t>
              </a:r>
              <a:endParaRPr lang="en-US" sz="2400" b="1"/>
            </a:p>
          </p:txBody>
        </p:sp>
        <p:sp>
          <p:nvSpPr>
            <p:cNvPr id="16" name="Freeform 109">
              <a:extLst>
                <a:ext uri="{FF2B5EF4-FFF2-40B4-BE49-F238E27FC236}">
                  <a16:creationId xmlns:a16="http://schemas.microsoft.com/office/drawing/2014/main" id="{65EFF60F-E7D9-035A-5972-C4177ACD3165}"/>
                </a:ext>
              </a:extLst>
            </p:cNvPr>
            <p:cNvSpPr>
              <a:spLocks/>
            </p:cNvSpPr>
            <p:nvPr/>
          </p:nvSpPr>
          <p:spPr bwMode="auto">
            <a:xfrm>
              <a:off x="9419635" y="3429000"/>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7" name="Line 10">
              <a:extLst>
                <a:ext uri="{FF2B5EF4-FFF2-40B4-BE49-F238E27FC236}">
                  <a16:creationId xmlns:a16="http://schemas.microsoft.com/office/drawing/2014/main" id="{FB292ED7-8377-7769-AF19-39A4099A076A}"/>
                </a:ext>
              </a:extLst>
            </p:cNvPr>
            <p:cNvSpPr>
              <a:spLocks noChangeShapeType="1"/>
            </p:cNvSpPr>
            <p:nvPr/>
          </p:nvSpPr>
          <p:spPr bwMode="auto">
            <a:xfrm rot="4781293" flipH="1">
              <a:off x="2675015" y="4789071"/>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 name="Freeform 109">
              <a:extLst>
                <a:ext uri="{FF2B5EF4-FFF2-40B4-BE49-F238E27FC236}">
                  <a16:creationId xmlns:a16="http://schemas.microsoft.com/office/drawing/2014/main" id="{3E7227D0-D905-71A9-B743-3657B44AEF62}"/>
                </a:ext>
              </a:extLst>
            </p:cNvPr>
            <p:cNvSpPr>
              <a:spLocks/>
            </p:cNvSpPr>
            <p:nvPr/>
          </p:nvSpPr>
          <p:spPr bwMode="auto">
            <a:xfrm>
              <a:off x="1201596" y="5144645"/>
              <a:ext cx="985525"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Line 10">
              <a:extLst>
                <a:ext uri="{FF2B5EF4-FFF2-40B4-BE49-F238E27FC236}">
                  <a16:creationId xmlns:a16="http://schemas.microsoft.com/office/drawing/2014/main" id="{81926627-4F6C-67B4-8C31-AD69C25C29B3}"/>
                </a:ext>
              </a:extLst>
            </p:cNvPr>
            <p:cNvSpPr>
              <a:spLocks noChangeShapeType="1"/>
            </p:cNvSpPr>
            <p:nvPr/>
          </p:nvSpPr>
          <p:spPr bwMode="auto">
            <a:xfrm rot="4781293">
              <a:off x="3833670" y="5445868"/>
              <a:ext cx="393667" cy="125648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1" name="Content Placeholder 2">
              <a:extLst>
                <a:ext uri="{FF2B5EF4-FFF2-40B4-BE49-F238E27FC236}">
                  <a16:creationId xmlns:a16="http://schemas.microsoft.com/office/drawing/2014/main" id="{D4BC57DD-AC97-80C3-E535-541BD481709D}"/>
                </a:ext>
              </a:extLst>
            </p:cNvPr>
            <p:cNvSpPr txBox="1">
              <a:spLocks/>
            </p:cNvSpPr>
            <p:nvPr/>
          </p:nvSpPr>
          <p:spPr>
            <a:xfrm>
              <a:off x="664968" y="3669081"/>
              <a:ext cx="1423734"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altLang="zh-CN" sz="2000"/>
                <a:t>subnet 3A</a:t>
              </a:r>
              <a:endParaRPr lang="en-US" sz="2000"/>
            </a:p>
          </p:txBody>
        </p:sp>
        <p:sp>
          <p:nvSpPr>
            <p:cNvPr id="149" name="Line 10">
              <a:extLst>
                <a:ext uri="{FF2B5EF4-FFF2-40B4-BE49-F238E27FC236}">
                  <a16:creationId xmlns:a16="http://schemas.microsoft.com/office/drawing/2014/main" id="{4DBF162C-ECAB-56BD-DC1E-DCF288B1F649}"/>
                </a:ext>
              </a:extLst>
            </p:cNvPr>
            <p:cNvSpPr>
              <a:spLocks noChangeShapeType="1"/>
            </p:cNvSpPr>
            <p:nvPr/>
          </p:nvSpPr>
          <p:spPr bwMode="auto">
            <a:xfrm rot="4781293">
              <a:off x="6380408" y="4233432"/>
              <a:ext cx="348114" cy="146299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3" name="Content Placeholder 2">
              <a:extLst>
                <a:ext uri="{FF2B5EF4-FFF2-40B4-BE49-F238E27FC236}">
                  <a16:creationId xmlns:a16="http://schemas.microsoft.com/office/drawing/2014/main" id="{842AC25D-526F-E872-E8AC-E6FDF773377D}"/>
                </a:ext>
              </a:extLst>
            </p:cNvPr>
            <p:cNvSpPr txBox="1">
              <a:spLocks/>
            </p:cNvSpPr>
            <p:nvPr/>
          </p:nvSpPr>
          <p:spPr>
            <a:xfrm>
              <a:off x="941174" y="5431834"/>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3B</a:t>
              </a:r>
              <a:endParaRPr lang="en-US"/>
            </a:p>
          </p:txBody>
        </p:sp>
        <p:sp>
          <p:nvSpPr>
            <p:cNvPr id="34" name="Content Placeholder 2">
              <a:extLst>
                <a:ext uri="{FF2B5EF4-FFF2-40B4-BE49-F238E27FC236}">
                  <a16:creationId xmlns:a16="http://schemas.microsoft.com/office/drawing/2014/main" id="{87AC2894-4734-F0D2-321D-AE2076A67498}"/>
                </a:ext>
              </a:extLst>
            </p:cNvPr>
            <p:cNvSpPr txBox="1">
              <a:spLocks/>
            </p:cNvSpPr>
            <p:nvPr/>
          </p:nvSpPr>
          <p:spPr>
            <a:xfrm>
              <a:off x="9275420" y="3724338"/>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2A</a:t>
              </a:r>
              <a:endParaRPr lang="en-US"/>
            </a:p>
          </p:txBody>
        </p:sp>
        <p:sp>
          <p:nvSpPr>
            <p:cNvPr id="35" name="Content Placeholder 2">
              <a:extLst>
                <a:ext uri="{FF2B5EF4-FFF2-40B4-BE49-F238E27FC236}">
                  <a16:creationId xmlns:a16="http://schemas.microsoft.com/office/drawing/2014/main" id="{32DEFEB3-B48F-2D0C-EF35-355C1E2DA529}"/>
                </a:ext>
              </a:extLst>
            </p:cNvPr>
            <p:cNvSpPr txBox="1">
              <a:spLocks/>
            </p:cNvSpPr>
            <p:nvPr/>
          </p:nvSpPr>
          <p:spPr>
            <a:xfrm>
              <a:off x="9219616" y="5569720"/>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2B</a:t>
              </a:r>
              <a:endParaRPr lang="en-US"/>
            </a:p>
          </p:txBody>
        </p:sp>
      </p:grpSp>
      <p:sp>
        <p:nvSpPr>
          <p:cNvPr id="38" name="Content Placeholder 6">
            <a:extLst>
              <a:ext uri="{FF2B5EF4-FFF2-40B4-BE49-F238E27FC236}">
                <a16:creationId xmlns:a16="http://schemas.microsoft.com/office/drawing/2014/main" id="{E7175607-D2B3-47EC-8A82-813C4E337E9A}"/>
              </a:ext>
            </a:extLst>
          </p:cNvPr>
          <p:cNvSpPr>
            <a:spLocks noGrp="1"/>
          </p:cNvSpPr>
          <p:nvPr>
            <p:ph idx="1"/>
          </p:nvPr>
        </p:nvSpPr>
        <p:spPr>
          <a:xfrm>
            <a:off x="816928" y="1194695"/>
            <a:ext cx="10515600" cy="4351338"/>
          </a:xfrm>
        </p:spPr>
        <p:txBody>
          <a:bodyPr/>
          <a:lstStyle/>
          <a:p>
            <a:pPr marL="130175" indent="0">
              <a:buNone/>
            </a:pPr>
            <a:r>
              <a:rPr lang="en-US" sz="3200"/>
              <a:t>Our routing study thus far - idealized </a:t>
            </a:r>
          </a:p>
          <a:p>
            <a:pPr marL="522288" indent="-285750">
              <a:spcBef>
                <a:spcPts val="400"/>
              </a:spcBef>
            </a:pPr>
            <a:r>
              <a:rPr lang="en-US"/>
              <a:t>all routers identical</a:t>
            </a:r>
          </a:p>
          <a:p>
            <a:pPr marL="522288" indent="-285750">
              <a:spcBef>
                <a:spcPts val="400"/>
              </a:spcBef>
            </a:pPr>
            <a:r>
              <a:rPr lang="en-US"/>
              <a:t>network “flat”</a:t>
            </a:r>
          </a:p>
          <a:p>
            <a:pPr marL="130175" indent="0">
              <a:buNone/>
            </a:pPr>
            <a:r>
              <a:rPr lang="en-US"/>
              <a:t>… not true in practice</a:t>
            </a:r>
          </a:p>
          <a:p>
            <a:endParaRPr lang="en-US"/>
          </a:p>
        </p:txBody>
      </p:sp>
    </p:spTree>
    <p:extLst>
      <p:ext uri="{BB962C8B-B14F-4D97-AF65-F5344CB8AC3E}">
        <p14:creationId xmlns:p14="http://schemas.microsoft.com/office/powerpoint/2010/main" val="86480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428E-7E34-5FF7-CE1C-3DFF30184638}"/>
            </a:ext>
          </a:extLst>
        </p:cNvPr>
        <p:cNvGrpSpPr/>
        <p:nvPr/>
      </p:nvGrpSpPr>
      <p:grpSpPr>
        <a:xfrm>
          <a:off x="0" y="0"/>
          <a:ext cx="0" cy="0"/>
          <a:chOff x="0" y="0"/>
          <a:chExt cx="0" cy="0"/>
        </a:xfrm>
      </p:grpSpPr>
      <p:sp>
        <p:nvSpPr>
          <p:cNvPr id="177" name="Freeform 109">
            <a:extLst>
              <a:ext uri="{FF2B5EF4-FFF2-40B4-BE49-F238E27FC236}">
                <a16:creationId xmlns:a16="http://schemas.microsoft.com/office/drawing/2014/main" id="{3D7B3D8B-7B53-9E34-64EB-BEB6C9F7FF3F}"/>
              </a:ext>
            </a:extLst>
          </p:cNvPr>
          <p:cNvSpPr>
            <a:spLocks/>
          </p:cNvSpPr>
          <p:nvPr/>
        </p:nvSpPr>
        <p:spPr bwMode="auto">
          <a:xfrm>
            <a:off x="9400815" y="5231307"/>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15" name="Freeform 109">
            <a:extLst>
              <a:ext uri="{FF2B5EF4-FFF2-40B4-BE49-F238E27FC236}">
                <a16:creationId xmlns:a16="http://schemas.microsoft.com/office/drawing/2014/main" id="{ECC8599F-C793-5D2F-E087-54785682D97D}"/>
              </a:ext>
            </a:extLst>
          </p:cNvPr>
          <p:cNvSpPr>
            <a:spLocks/>
          </p:cNvSpPr>
          <p:nvPr/>
        </p:nvSpPr>
        <p:spPr bwMode="auto">
          <a:xfrm>
            <a:off x="4355718" y="4245652"/>
            <a:ext cx="2372010" cy="239655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16" name="Group 115">
            <a:extLst>
              <a:ext uri="{FF2B5EF4-FFF2-40B4-BE49-F238E27FC236}">
                <a16:creationId xmlns:a16="http://schemas.microsoft.com/office/drawing/2014/main" id="{714E1D5F-D87F-5DD0-DBE2-6B40315A5E36}"/>
              </a:ext>
            </a:extLst>
          </p:cNvPr>
          <p:cNvGrpSpPr/>
          <p:nvPr/>
        </p:nvGrpSpPr>
        <p:grpSpPr>
          <a:xfrm>
            <a:off x="4580852" y="5502731"/>
            <a:ext cx="516796" cy="338181"/>
            <a:chOff x="9497138" y="3394032"/>
            <a:chExt cx="367224" cy="240304"/>
          </a:xfrm>
        </p:grpSpPr>
        <p:sp>
          <p:nvSpPr>
            <p:cNvPr id="117" name="Freeform 235">
              <a:extLst>
                <a:ext uri="{FF2B5EF4-FFF2-40B4-BE49-F238E27FC236}">
                  <a16:creationId xmlns:a16="http://schemas.microsoft.com/office/drawing/2014/main" id="{7E8D37A9-97E2-CC9A-8101-5FDB84E7512C}"/>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8" name="Oval 117">
              <a:extLst>
                <a:ext uri="{FF2B5EF4-FFF2-40B4-BE49-F238E27FC236}">
                  <a16:creationId xmlns:a16="http://schemas.microsoft.com/office/drawing/2014/main" id="{4CE61FAF-EA22-740C-C233-63D3B7539806}"/>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9" name="Freeform 237">
              <a:extLst>
                <a:ext uri="{FF2B5EF4-FFF2-40B4-BE49-F238E27FC236}">
                  <a16:creationId xmlns:a16="http://schemas.microsoft.com/office/drawing/2014/main" id="{928306C0-79A4-728C-E22A-D407D31C2F22}"/>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238">
              <a:extLst>
                <a:ext uri="{FF2B5EF4-FFF2-40B4-BE49-F238E27FC236}">
                  <a16:creationId xmlns:a16="http://schemas.microsoft.com/office/drawing/2014/main" id="{0EC0BE5C-6A35-C708-590C-B5F571BC6C88}"/>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239">
              <a:extLst>
                <a:ext uri="{FF2B5EF4-FFF2-40B4-BE49-F238E27FC236}">
                  <a16:creationId xmlns:a16="http://schemas.microsoft.com/office/drawing/2014/main" id="{06C038E1-C05F-1D7D-B63B-6982D4C483C8}"/>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240">
              <a:extLst>
                <a:ext uri="{FF2B5EF4-FFF2-40B4-BE49-F238E27FC236}">
                  <a16:creationId xmlns:a16="http://schemas.microsoft.com/office/drawing/2014/main" id="{D41A8ACB-B229-BAC5-1D88-7C8EA38707CF}"/>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a:extLst>
              <a:ext uri="{FF2B5EF4-FFF2-40B4-BE49-F238E27FC236}">
                <a16:creationId xmlns:a16="http://schemas.microsoft.com/office/drawing/2014/main" id="{EFDAA4DC-9C03-C1E3-742F-DEF87CB69B6D}"/>
              </a:ext>
            </a:extLst>
          </p:cNvPr>
          <p:cNvGrpSpPr/>
          <p:nvPr/>
        </p:nvGrpSpPr>
        <p:grpSpPr>
          <a:xfrm>
            <a:off x="5429095" y="5239290"/>
            <a:ext cx="516796" cy="338181"/>
            <a:chOff x="9497138" y="3394032"/>
            <a:chExt cx="367224" cy="240304"/>
          </a:xfrm>
        </p:grpSpPr>
        <p:sp>
          <p:nvSpPr>
            <p:cNvPr id="124" name="Freeform 235">
              <a:extLst>
                <a:ext uri="{FF2B5EF4-FFF2-40B4-BE49-F238E27FC236}">
                  <a16:creationId xmlns:a16="http://schemas.microsoft.com/office/drawing/2014/main" id="{531D8E62-88EB-37C0-A8B1-4DC080459404}"/>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5" name="Oval 124">
              <a:extLst>
                <a:ext uri="{FF2B5EF4-FFF2-40B4-BE49-F238E27FC236}">
                  <a16:creationId xmlns:a16="http://schemas.microsoft.com/office/drawing/2014/main" id="{E6F230D8-B9B2-760D-1F9A-6E3CB61CD2E8}"/>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6" name="Freeform 237">
              <a:extLst>
                <a:ext uri="{FF2B5EF4-FFF2-40B4-BE49-F238E27FC236}">
                  <a16:creationId xmlns:a16="http://schemas.microsoft.com/office/drawing/2014/main" id="{E0FBC9A6-9FE4-696A-4892-7AD531914A85}"/>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238">
              <a:extLst>
                <a:ext uri="{FF2B5EF4-FFF2-40B4-BE49-F238E27FC236}">
                  <a16:creationId xmlns:a16="http://schemas.microsoft.com/office/drawing/2014/main" id="{8C728E6B-3C9C-4189-17C2-0A1AF0D9231D}"/>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Freeform 239">
              <a:extLst>
                <a:ext uri="{FF2B5EF4-FFF2-40B4-BE49-F238E27FC236}">
                  <a16:creationId xmlns:a16="http://schemas.microsoft.com/office/drawing/2014/main" id="{1CBA64C9-AD93-5E53-71C6-E735FEECD871}"/>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240">
              <a:extLst>
                <a:ext uri="{FF2B5EF4-FFF2-40B4-BE49-F238E27FC236}">
                  <a16:creationId xmlns:a16="http://schemas.microsoft.com/office/drawing/2014/main" id="{BD2C90A1-F4A2-3B48-AC8E-464C295EBDEE}"/>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D6BFF65F-6893-189C-3E20-292AA5D75B1C}"/>
              </a:ext>
            </a:extLst>
          </p:cNvPr>
          <p:cNvGrpSpPr/>
          <p:nvPr/>
        </p:nvGrpSpPr>
        <p:grpSpPr>
          <a:xfrm>
            <a:off x="5515792" y="6079263"/>
            <a:ext cx="516796" cy="338181"/>
            <a:chOff x="9497138" y="3394032"/>
            <a:chExt cx="367224" cy="240304"/>
          </a:xfrm>
        </p:grpSpPr>
        <p:sp>
          <p:nvSpPr>
            <p:cNvPr id="131" name="Freeform 235">
              <a:extLst>
                <a:ext uri="{FF2B5EF4-FFF2-40B4-BE49-F238E27FC236}">
                  <a16:creationId xmlns:a16="http://schemas.microsoft.com/office/drawing/2014/main" id="{52B78177-ABD8-102F-7C05-C87ED78D1A0D}"/>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2" name="Oval 131">
              <a:extLst>
                <a:ext uri="{FF2B5EF4-FFF2-40B4-BE49-F238E27FC236}">
                  <a16:creationId xmlns:a16="http://schemas.microsoft.com/office/drawing/2014/main" id="{288E4550-6536-532E-412C-09D8E9A493D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3" name="Freeform 237">
              <a:extLst>
                <a:ext uri="{FF2B5EF4-FFF2-40B4-BE49-F238E27FC236}">
                  <a16:creationId xmlns:a16="http://schemas.microsoft.com/office/drawing/2014/main" id="{C00D7DD1-3CA3-4AF5-C293-5D9B38A66D1A}"/>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238">
              <a:extLst>
                <a:ext uri="{FF2B5EF4-FFF2-40B4-BE49-F238E27FC236}">
                  <a16:creationId xmlns:a16="http://schemas.microsoft.com/office/drawing/2014/main" id="{5FC45E38-6E1A-F9F8-AA2B-E969FD305B35}"/>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239">
              <a:extLst>
                <a:ext uri="{FF2B5EF4-FFF2-40B4-BE49-F238E27FC236}">
                  <a16:creationId xmlns:a16="http://schemas.microsoft.com/office/drawing/2014/main" id="{4EBF90D8-170E-BBEC-9BFB-BC6CC07AABC9}"/>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240">
              <a:extLst>
                <a:ext uri="{FF2B5EF4-FFF2-40B4-BE49-F238E27FC236}">
                  <a16:creationId xmlns:a16="http://schemas.microsoft.com/office/drawing/2014/main" id="{9A4E3ECA-B300-4DA9-A249-5A4D6D7C0B57}"/>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7" name="Line 10">
            <a:extLst>
              <a:ext uri="{FF2B5EF4-FFF2-40B4-BE49-F238E27FC236}">
                <a16:creationId xmlns:a16="http://schemas.microsoft.com/office/drawing/2014/main" id="{E55E7FC7-C55D-97F3-2404-8DA2E2E76285}"/>
              </a:ext>
            </a:extLst>
          </p:cNvPr>
          <p:cNvSpPr>
            <a:spLocks noChangeShapeType="1"/>
          </p:cNvSpPr>
          <p:nvPr/>
        </p:nvSpPr>
        <p:spPr bwMode="auto">
          <a:xfrm rot="4781293">
            <a:off x="5287879" y="530864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8" name="Line 10">
            <a:extLst>
              <a:ext uri="{FF2B5EF4-FFF2-40B4-BE49-F238E27FC236}">
                <a16:creationId xmlns:a16="http://schemas.microsoft.com/office/drawing/2014/main" id="{B75A1747-8B1D-F171-4CB7-1CC3B5C81BB5}"/>
              </a:ext>
            </a:extLst>
          </p:cNvPr>
          <p:cNvSpPr>
            <a:spLocks noChangeShapeType="1"/>
          </p:cNvSpPr>
          <p:nvPr/>
        </p:nvSpPr>
        <p:spPr bwMode="auto">
          <a:xfrm rot="4781293" flipH="1">
            <a:off x="5068779" y="575654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9" name="Line 10">
            <a:extLst>
              <a:ext uri="{FF2B5EF4-FFF2-40B4-BE49-F238E27FC236}">
                <a16:creationId xmlns:a16="http://schemas.microsoft.com/office/drawing/2014/main" id="{12E5AF9D-A5B2-E3C0-72B1-277713823976}"/>
              </a:ext>
            </a:extLst>
          </p:cNvPr>
          <p:cNvSpPr>
            <a:spLocks noChangeShapeType="1"/>
          </p:cNvSpPr>
          <p:nvPr/>
        </p:nvSpPr>
        <p:spPr bwMode="auto">
          <a:xfrm rot="4781293">
            <a:off x="5462729" y="579510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14" name="Freeform 109">
            <a:extLst>
              <a:ext uri="{FF2B5EF4-FFF2-40B4-BE49-F238E27FC236}">
                <a16:creationId xmlns:a16="http://schemas.microsoft.com/office/drawing/2014/main" id="{52CFE4B5-16D2-4208-130B-173B500E873B}"/>
              </a:ext>
            </a:extLst>
          </p:cNvPr>
          <p:cNvSpPr>
            <a:spLocks/>
          </p:cNvSpPr>
          <p:nvPr/>
        </p:nvSpPr>
        <p:spPr bwMode="auto">
          <a:xfrm>
            <a:off x="2182110" y="3963962"/>
            <a:ext cx="1987456" cy="1494252"/>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1" name="Freeform 109">
            <a:extLst>
              <a:ext uri="{FF2B5EF4-FFF2-40B4-BE49-F238E27FC236}">
                <a16:creationId xmlns:a16="http://schemas.microsoft.com/office/drawing/2014/main" id="{4497551B-DC14-C7EA-5C34-5B6F1BC07984}"/>
              </a:ext>
            </a:extLst>
          </p:cNvPr>
          <p:cNvSpPr>
            <a:spLocks/>
          </p:cNvSpPr>
          <p:nvPr/>
        </p:nvSpPr>
        <p:spPr bwMode="auto">
          <a:xfrm>
            <a:off x="827812" y="3456215"/>
            <a:ext cx="1260890"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0786F969-8D9B-4C22-8DCE-AA8043E86BA9}"/>
              </a:ext>
            </a:extLst>
          </p:cNvPr>
          <p:cNvSpPr>
            <a:spLocks noGrp="1"/>
          </p:cNvSpPr>
          <p:nvPr>
            <p:ph type="title"/>
          </p:nvPr>
        </p:nvSpPr>
        <p:spPr>
          <a:xfrm>
            <a:off x="859472" y="-5478"/>
            <a:ext cx="10515600" cy="1373804"/>
          </a:xfrm>
        </p:spPr>
        <p:txBody>
          <a:bodyPr>
            <a:normAutofit/>
          </a:bodyPr>
          <a:lstStyle/>
          <a:p>
            <a:r>
              <a:rPr lang="en-US" altLang="zh-CN"/>
              <a:t>Challenges in the Internet routing</a:t>
            </a:r>
            <a:endParaRPr lang="en-US"/>
          </a:p>
        </p:txBody>
      </p:sp>
      <p:sp>
        <p:nvSpPr>
          <p:cNvPr id="5" name="Slide Number Placeholder 4">
            <a:extLst>
              <a:ext uri="{FF2B5EF4-FFF2-40B4-BE49-F238E27FC236}">
                <a16:creationId xmlns:a16="http://schemas.microsoft.com/office/drawing/2014/main" id="{C30B6977-F2A0-5017-F0D4-4B029B6CAAD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6</a:t>
            </a:fld>
            <a:endParaRPr lang="en-US"/>
          </a:p>
        </p:txBody>
      </p:sp>
      <p:sp>
        <p:nvSpPr>
          <p:cNvPr id="70" name="Line 10">
            <a:extLst>
              <a:ext uri="{FF2B5EF4-FFF2-40B4-BE49-F238E27FC236}">
                <a16:creationId xmlns:a16="http://schemas.microsoft.com/office/drawing/2014/main" id="{084475A6-A91A-1C89-BF72-D98446643581}"/>
              </a:ext>
            </a:extLst>
          </p:cNvPr>
          <p:cNvSpPr>
            <a:spLocks noChangeShapeType="1"/>
          </p:cNvSpPr>
          <p:nvPr/>
        </p:nvSpPr>
        <p:spPr bwMode="auto">
          <a:xfrm rot="4781293" flipH="1">
            <a:off x="1880249" y="4110697"/>
            <a:ext cx="432895" cy="504827"/>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81" name="Group 80">
            <a:extLst>
              <a:ext uri="{FF2B5EF4-FFF2-40B4-BE49-F238E27FC236}">
                <a16:creationId xmlns:a16="http://schemas.microsoft.com/office/drawing/2014/main" id="{A80A2577-4448-DC4B-1424-3E10CE8C844F}"/>
              </a:ext>
            </a:extLst>
          </p:cNvPr>
          <p:cNvGrpSpPr/>
          <p:nvPr/>
        </p:nvGrpSpPr>
        <p:grpSpPr>
          <a:xfrm>
            <a:off x="2319926" y="4460721"/>
            <a:ext cx="516796" cy="338181"/>
            <a:chOff x="9497138" y="3394032"/>
            <a:chExt cx="367224" cy="240304"/>
          </a:xfrm>
        </p:grpSpPr>
        <p:sp>
          <p:nvSpPr>
            <p:cNvPr id="82" name="Freeform 235">
              <a:extLst>
                <a:ext uri="{FF2B5EF4-FFF2-40B4-BE49-F238E27FC236}">
                  <a16:creationId xmlns:a16="http://schemas.microsoft.com/office/drawing/2014/main" id="{F00CC3F1-58F9-2955-8534-FD9950920D52}"/>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3" name="Oval 82">
              <a:extLst>
                <a:ext uri="{FF2B5EF4-FFF2-40B4-BE49-F238E27FC236}">
                  <a16:creationId xmlns:a16="http://schemas.microsoft.com/office/drawing/2014/main" id="{3F546A78-D855-3E9C-E37F-B6E29869AB30}"/>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4" name="Freeform 237">
              <a:extLst>
                <a:ext uri="{FF2B5EF4-FFF2-40B4-BE49-F238E27FC236}">
                  <a16:creationId xmlns:a16="http://schemas.microsoft.com/office/drawing/2014/main" id="{3E0AE441-3C61-FFAA-A92F-DC2A8E29376C}"/>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238">
              <a:extLst>
                <a:ext uri="{FF2B5EF4-FFF2-40B4-BE49-F238E27FC236}">
                  <a16:creationId xmlns:a16="http://schemas.microsoft.com/office/drawing/2014/main" id="{BA3C2C2A-D0B9-1F66-3D7A-25CC77634D0E}"/>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239">
              <a:extLst>
                <a:ext uri="{FF2B5EF4-FFF2-40B4-BE49-F238E27FC236}">
                  <a16:creationId xmlns:a16="http://schemas.microsoft.com/office/drawing/2014/main" id="{46F1EAB0-D633-BD35-C3DA-3DAAD73E4093}"/>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240">
              <a:extLst>
                <a:ext uri="{FF2B5EF4-FFF2-40B4-BE49-F238E27FC236}">
                  <a16:creationId xmlns:a16="http://schemas.microsoft.com/office/drawing/2014/main" id="{9468D201-EF3A-9C54-9D0E-ECBADA812700}"/>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7E275F84-7622-2E35-1D90-4DE00A1C31CC}"/>
              </a:ext>
            </a:extLst>
          </p:cNvPr>
          <p:cNvGrpSpPr/>
          <p:nvPr/>
        </p:nvGrpSpPr>
        <p:grpSpPr>
          <a:xfrm>
            <a:off x="3168169" y="4197280"/>
            <a:ext cx="516796" cy="338181"/>
            <a:chOff x="9497138" y="3394032"/>
            <a:chExt cx="367224" cy="240304"/>
          </a:xfrm>
        </p:grpSpPr>
        <p:sp>
          <p:nvSpPr>
            <p:cNvPr id="89" name="Freeform 235">
              <a:extLst>
                <a:ext uri="{FF2B5EF4-FFF2-40B4-BE49-F238E27FC236}">
                  <a16:creationId xmlns:a16="http://schemas.microsoft.com/office/drawing/2014/main" id="{ED41ABA3-5FEA-C6C2-D827-644AD59A9E69}"/>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0" name="Oval 89">
              <a:extLst>
                <a:ext uri="{FF2B5EF4-FFF2-40B4-BE49-F238E27FC236}">
                  <a16:creationId xmlns:a16="http://schemas.microsoft.com/office/drawing/2014/main" id="{BF01B307-3910-9549-A9C1-6F97C4637A6D}"/>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1" name="Freeform 237">
              <a:extLst>
                <a:ext uri="{FF2B5EF4-FFF2-40B4-BE49-F238E27FC236}">
                  <a16:creationId xmlns:a16="http://schemas.microsoft.com/office/drawing/2014/main" id="{C108CD23-BA23-56B4-5243-24765178A349}"/>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238">
              <a:extLst>
                <a:ext uri="{FF2B5EF4-FFF2-40B4-BE49-F238E27FC236}">
                  <a16:creationId xmlns:a16="http://schemas.microsoft.com/office/drawing/2014/main" id="{DE5131CB-A392-DF32-D9F1-BD9BA0377D06}"/>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239">
              <a:extLst>
                <a:ext uri="{FF2B5EF4-FFF2-40B4-BE49-F238E27FC236}">
                  <a16:creationId xmlns:a16="http://schemas.microsoft.com/office/drawing/2014/main" id="{64DA1110-81C4-7D27-F4CC-4B50272C654D}"/>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240">
              <a:extLst>
                <a:ext uri="{FF2B5EF4-FFF2-40B4-BE49-F238E27FC236}">
                  <a16:creationId xmlns:a16="http://schemas.microsoft.com/office/drawing/2014/main" id="{5B7EA084-5FAA-5E5A-9685-88568F098691}"/>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616CE512-AA13-00FF-997E-DA47DE7EB90B}"/>
              </a:ext>
            </a:extLst>
          </p:cNvPr>
          <p:cNvGrpSpPr/>
          <p:nvPr/>
        </p:nvGrpSpPr>
        <p:grpSpPr>
          <a:xfrm>
            <a:off x="3254866" y="5037253"/>
            <a:ext cx="516796" cy="338181"/>
            <a:chOff x="9497138" y="3394032"/>
            <a:chExt cx="367224" cy="240304"/>
          </a:xfrm>
        </p:grpSpPr>
        <p:sp>
          <p:nvSpPr>
            <p:cNvPr id="96" name="Freeform 235">
              <a:extLst>
                <a:ext uri="{FF2B5EF4-FFF2-40B4-BE49-F238E27FC236}">
                  <a16:creationId xmlns:a16="http://schemas.microsoft.com/office/drawing/2014/main" id="{53CA64F0-9B89-5F5F-6EEE-6D019AEC1767}"/>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7" name="Oval 96">
              <a:extLst>
                <a:ext uri="{FF2B5EF4-FFF2-40B4-BE49-F238E27FC236}">
                  <a16:creationId xmlns:a16="http://schemas.microsoft.com/office/drawing/2014/main" id="{F9B74592-4502-AFE9-C654-788D80F7C915}"/>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8" name="Freeform 237">
              <a:extLst>
                <a:ext uri="{FF2B5EF4-FFF2-40B4-BE49-F238E27FC236}">
                  <a16:creationId xmlns:a16="http://schemas.microsoft.com/office/drawing/2014/main" id="{5586E43F-057A-83BA-1F89-73BA16C71C07}"/>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238">
              <a:extLst>
                <a:ext uri="{FF2B5EF4-FFF2-40B4-BE49-F238E27FC236}">
                  <a16:creationId xmlns:a16="http://schemas.microsoft.com/office/drawing/2014/main" id="{A6DFB19B-261C-84C1-7B33-9BDB0809F876}"/>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239">
              <a:extLst>
                <a:ext uri="{FF2B5EF4-FFF2-40B4-BE49-F238E27FC236}">
                  <a16:creationId xmlns:a16="http://schemas.microsoft.com/office/drawing/2014/main" id="{496C9429-1382-1D93-4208-F78F7017CCF5}"/>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240">
              <a:extLst>
                <a:ext uri="{FF2B5EF4-FFF2-40B4-BE49-F238E27FC236}">
                  <a16:creationId xmlns:a16="http://schemas.microsoft.com/office/drawing/2014/main" id="{E6FC6786-9AC7-88BC-AF76-C66FE3BDF4B1}"/>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Line 10">
            <a:extLst>
              <a:ext uri="{FF2B5EF4-FFF2-40B4-BE49-F238E27FC236}">
                <a16:creationId xmlns:a16="http://schemas.microsoft.com/office/drawing/2014/main" id="{94DC1DA3-68DA-505D-71A5-2FD1D21F2527}"/>
              </a:ext>
            </a:extLst>
          </p:cNvPr>
          <p:cNvSpPr>
            <a:spLocks noChangeShapeType="1"/>
          </p:cNvSpPr>
          <p:nvPr/>
        </p:nvSpPr>
        <p:spPr bwMode="auto">
          <a:xfrm rot="4781293">
            <a:off x="3026953" y="426663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3" name="Line 10">
            <a:extLst>
              <a:ext uri="{FF2B5EF4-FFF2-40B4-BE49-F238E27FC236}">
                <a16:creationId xmlns:a16="http://schemas.microsoft.com/office/drawing/2014/main" id="{0FA5A47A-7616-E0B0-BAAA-0EBC4792DD12}"/>
              </a:ext>
            </a:extLst>
          </p:cNvPr>
          <p:cNvSpPr>
            <a:spLocks noChangeShapeType="1"/>
          </p:cNvSpPr>
          <p:nvPr/>
        </p:nvSpPr>
        <p:spPr bwMode="auto">
          <a:xfrm rot="4781293" flipH="1">
            <a:off x="2807853" y="471453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4" name="Line 10">
            <a:extLst>
              <a:ext uri="{FF2B5EF4-FFF2-40B4-BE49-F238E27FC236}">
                <a16:creationId xmlns:a16="http://schemas.microsoft.com/office/drawing/2014/main" id="{A6988C2B-5887-621F-160B-843E952F3141}"/>
              </a:ext>
            </a:extLst>
          </p:cNvPr>
          <p:cNvSpPr>
            <a:spLocks noChangeShapeType="1"/>
          </p:cNvSpPr>
          <p:nvPr/>
        </p:nvSpPr>
        <p:spPr bwMode="auto">
          <a:xfrm rot="4781293" flipH="1">
            <a:off x="3925827" y="5053817"/>
            <a:ext cx="430014" cy="82693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5" name="Line 10">
            <a:extLst>
              <a:ext uri="{FF2B5EF4-FFF2-40B4-BE49-F238E27FC236}">
                <a16:creationId xmlns:a16="http://schemas.microsoft.com/office/drawing/2014/main" id="{E124F138-A8D0-EE8F-3F06-89CA09459C76}"/>
              </a:ext>
            </a:extLst>
          </p:cNvPr>
          <p:cNvSpPr>
            <a:spLocks noChangeShapeType="1"/>
          </p:cNvSpPr>
          <p:nvPr/>
        </p:nvSpPr>
        <p:spPr bwMode="auto">
          <a:xfrm rot="4781293">
            <a:off x="6034873" y="5918095"/>
            <a:ext cx="173149" cy="27452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6" name="Line 10">
            <a:extLst>
              <a:ext uri="{FF2B5EF4-FFF2-40B4-BE49-F238E27FC236}">
                <a16:creationId xmlns:a16="http://schemas.microsoft.com/office/drawing/2014/main" id="{D77DA2D7-0D69-1B56-CC9D-23E26D6294CA}"/>
              </a:ext>
            </a:extLst>
          </p:cNvPr>
          <p:cNvSpPr>
            <a:spLocks noChangeShapeType="1"/>
          </p:cNvSpPr>
          <p:nvPr/>
        </p:nvSpPr>
        <p:spPr bwMode="auto">
          <a:xfrm rot="4781293">
            <a:off x="3201803" y="475309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140" name="Group 139">
            <a:extLst>
              <a:ext uri="{FF2B5EF4-FFF2-40B4-BE49-F238E27FC236}">
                <a16:creationId xmlns:a16="http://schemas.microsoft.com/office/drawing/2014/main" id="{1ABD2A89-D571-BCCC-46BB-4DA9F79F5234}"/>
              </a:ext>
            </a:extLst>
          </p:cNvPr>
          <p:cNvGrpSpPr/>
          <p:nvPr/>
        </p:nvGrpSpPr>
        <p:grpSpPr>
          <a:xfrm>
            <a:off x="6100073" y="5652073"/>
            <a:ext cx="516796" cy="338181"/>
            <a:chOff x="9497138" y="3394032"/>
            <a:chExt cx="367224" cy="240304"/>
          </a:xfrm>
        </p:grpSpPr>
        <p:sp>
          <p:nvSpPr>
            <p:cNvPr id="141" name="Freeform 235">
              <a:extLst>
                <a:ext uri="{FF2B5EF4-FFF2-40B4-BE49-F238E27FC236}">
                  <a16:creationId xmlns:a16="http://schemas.microsoft.com/office/drawing/2014/main" id="{01CAC208-243E-B0A9-56EA-DB202511BD48}"/>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2" name="Oval 141">
              <a:extLst>
                <a:ext uri="{FF2B5EF4-FFF2-40B4-BE49-F238E27FC236}">
                  <a16:creationId xmlns:a16="http://schemas.microsoft.com/office/drawing/2014/main" id="{C0A07E24-650E-C875-7099-B1540E1A09D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3" name="Freeform 237">
              <a:extLst>
                <a:ext uri="{FF2B5EF4-FFF2-40B4-BE49-F238E27FC236}">
                  <a16:creationId xmlns:a16="http://schemas.microsoft.com/office/drawing/2014/main" id="{7C5A75B0-FA57-AB25-5319-92A6228E61F5}"/>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238">
              <a:extLst>
                <a:ext uri="{FF2B5EF4-FFF2-40B4-BE49-F238E27FC236}">
                  <a16:creationId xmlns:a16="http://schemas.microsoft.com/office/drawing/2014/main" id="{70A4BB71-9A71-2A76-1198-E489EA699AED}"/>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239">
              <a:extLst>
                <a:ext uri="{FF2B5EF4-FFF2-40B4-BE49-F238E27FC236}">
                  <a16:creationId xmlns:a16="http://schemas.microsoft.com/office/drawing/2014/main" id="{E7047C59-A3FA-C99D-58C2-49BEF3E2458C}"/>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240">
              <a:extLst>
                <a:ext uri="{FF2B5EF4-FFF2-40B4-BE49-F238E27FC236}">
                  <a16:creationId xmlns:a16="http://schemas.microsoft.com/office/drawing/2014/main" id="{1E917926-5B7D-3BFC-52E0-5EEB1DBBBC37}"/>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7" name="Line 10">
            <a:extLst>
              <a:ext uri="{FF2B5EF4-FFF2-40B4-BE49-F238E27FC236}">
                <a16:creationId xmlns:a16="http://schemas.microsoft.com/office/drawing/2014/main" id="{97A74787-059A-2CDE-19EA-838E8AF140F9}"/>
              </a:ext>
            </a:extLst>
          </p:cNvPr>
          <p:cNvSpPr>
            <a:spLocks noChangeShapeType="1"/>
          </p:cNvSpPr>
          <p:nvPr/>
        </p:nvSpPr>
        <p:spPr bwMode="auto">
          <a:xfrm rot="4781293" flipH="1">
            <a:off x="5913019" y="5501604"/>
            <a:ext cx="279054" cy="20165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48" name="Line 10">
            <a:extLst>
              <a:ext uri="{FF2B5EF4-FFF2-40B4-BE49-F238E27FC236}">
                <a16:creationId xmlns:a16="http://schemas.microsoft.com/office/drawing/2014/main" id="{86492919-187D-78E0-AE86-6870A83D2F71}"/>
              </a:ext>
            </a:extLst>
          </p:cNvPr>
          <p:cNvSpPr>
            <a:spLocks noChangeShapeType="1"/>
          </p:cNvSpPr>
          <p:nvPr/>
        </p:nvSpPr>
        <p:spPr bwMode="auto">
          <a:xfrm rot="4781293" flipH="1">
            <a:off x="4265127" y="3719954"/>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0" name="Line 10">
            <a:extLst>
              <a:ext uri="{FF2B5EF4-FFF2-40B4-BE49-F238E27FC236}">
                <a16:creationId xmlns:a16="http://schemas.microsoft.com/office/drawing/2014/main" id="{4A2A0CF4-D1AA-551C-BDDF-9D64D34D1443}"/>
              </a:ext>
            </a:extLst>
          </p:cNvPr>
          <p:cNvSpPr>
            <a:spLocks noChangeShapeType="1"/>
          </p:cNvSpPr>
          <p:nvPr/>
        </p:nvSpPr>
        <p:spPr bwMode="auto">
          <a:xfrm rot="4781293">
            <a:off x="5116793" y="4239408"/>
            <a:ext cx="1304872" cy="64665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2" name="Freeform 109">
            <a:extLst>
              <a:ext uri="{FF2B5EF4-FFF2-40B4-BE49-F238E27FC236}">
                <a16:creationId xmlns:a16="http://schemas.microsoft.com/office/drawing/2014/main" id="{CD596425-0513-F4F0-D26D-72E4EE5C2A06}"/>
              </a:ext>
            </a:extLst>
          </p:cNvPr>
          <p:cNvSpPr>
            <a:spLocks/>
          </p:cNvSpPr>
          <p:nvPr/>
        </p:nvSpPr>
        <p:spPr bwMode="auto">
          <a:xfrm>
            <a:off x="6982217" y="3910334"/>
            <a:ext cx="1931099" cy="174336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53" name="Group 152">
            <a:extLst>
              <a:ext uri="{FF2B5EF4-FFF2-40B4-BE49-F238E27FC236}">
                <a16:creationId xmlns:a16="http://schemas.microsoft.com/office/drawing/2014/main" id="{4CE3662E-D4E7-2865-98AF-10AFAE0A3B50}"/>
              </a:ext>
            </a:extLst>
          </p:cNvPr>
          <p:cNvGrpSpPr/>
          <p:nvPr/>
        </p:nvGrpSpPr>
        <p:grpSpPr>
          <a:xfrm>
            <a:off x="7211965" y="4481268"/>
            <a:ext cx="516796" cy="338181"/>
            <a:chOff x="9497138" y="3394032"/>
            <a:chExt cx="367224" cy="240304"/>
          </a:xfrm>
        </p:grpSpPr>
        <p:sp>
          <p:nvSpPr>
            <p:cNvPr id="154" name="Freeform 235">
              <a:extLst>
                <a:ext uri="{FF2B5EF4-FFF2-40B4-BE49-F238E27FC236}">
                  <a16:creationId xmlns:a16="http://schemas.microsoft.com/office/drawing/2014/main" id="{AACD26A7-32CF-CB9E-4FF7-580837177A3D}"/>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5" name="Oval 154">
              <a:extLst>
                <a:ext uri="{FF2B5EF4-FFF2-40B4-BE49-F238E27FC236}">
                  <a16:creationId xmlns:a16="http://schemas.microsoft.com/office/drawing/2014/main" id="{D63C299C-431F-BF37-07E9-840AB8F83F5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6" name="Freeform 237">
              <a:extLst>
                <a:ext uri="{FF2B5EF4-FFF2-40B4-BE49-F238E27FC236}">
                  <a16:creationId xmlns:a16="http://schemas.microsoft.com/office/drawing/2014/main" id="{2931F6DF-7F02-44E0-DC2D-329B106E996A}"/>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238">
              <a:extLst>
                <a:ext uri="{FF2B5EF4-FFF2-40B4-BE49-F238E27FC236}">
                  <a16:creationId xmlns:a16="http://schemas.microsoft.com/office/drawing/2014/main" id="{76AAB1B0-E0E3-BB02-814E-71FF1A6A870F}"/>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239">
              <a:extLst>
                <a:ext uri="{FF2B5EF4-FFF2-40B4-BE49-F238E27FC236}">
                  <a16:creationId xmlns:a16="http://schemas.microsoft.com/office/drawing/2014/main" id="{151F5E3E-0B09-2F81-EDF1-7C6B413B7042}"/>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240">
              <a:extLst>
                <a:ext uri="{FF2B5EF4-FFF2-40B4-BE49-F238E27FC236}">
                  <a16:creationId xmlns:a16="http://schemas.microsoft.com/office/drawing/2014/main" id="{CB6C2F79-0E7D-53F0-4ECC-B783238EC36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EBDA8F27-986B-AA8E-1CCF-5AEFB39C5052}"/>
              </a:ext>
            </a:extLst>
          </p:cNvPr>
          <p:cNvGrpSpPr/>
          <p:nvPr/>
        </p:nvGrpSpPr>
        <p:grpSpPr>
          <a:xfrm>
            <a:off x="8060208" y="4217827"/>
            <a:ext cx="516796" cy="338181"/>
            <a:chOff x="9497138" y="3394032"/>
            <a:chExt cx="367224" cy="240304"/>
          </a:xfrm>
        </p:grpSpPr>
        <p:sp>
          <p:nvSpPr>
            <p:cNvPr id="161" name="Freeform 235">
              <a:extLst>
                <a:ext uri="{FF2B5EF4-FFF2-40B4-BE49-F238E27FC236}">
                  <a16:creationId xmlns:a16="http://schemas.microsoft.com/office/drawing/2014/main" id="{076E6542-9DDA-E93D-AE6F-D3F6BAAE62C8}"/>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2" name="Oval 161">
              <a:extLst>
                <a:ext uri="{FF2B5EF4-FFF2-40B4-BE49-F238E27FC236}">
                  <a16:creationId xmlns:a16="http://schemas.microsoft.com/office/drawing/2014/main" id="{51080B8F-11AF-BE4D-CEC0-BE4F0298A5B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3" name="Freeform 237">
              <a:extLst>
                <a:ext uri="{FF2B5EF4-FFF2-40B4-BE49-F238E27FC236}">
                  <a16:creationId xmlns:a16="http://schemas.microsoft.com/office/drawing/2014/main" id="{68AFBDAA-1340-732D-C0A0-842ECB9625AF}"/>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Freeform 238">
              <a:extLst>
                <a:ext uri="{FF2B5EF4-FFF2-40B4-BE49-F238E27FC236}">
                  <a16:creationId xmlns:a16="http://schemas.microsoft.com/office/drawing/2014/main" id="{AC562C8E-4A16-C377-014B-A71019CAC6DD}"/>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239">
              <a:extLst>
                <a:ext uri="{FF2B5EF4-FFF2-40B4-BE49-F238E27FC236}">
                  <a16:creationId xmlns:a16="http://schemas.microsoft.com/office/drawing/2014/main" id="{61F6888B-8EF4-8705-1BB0-2B8E833A0C18}"/>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240">
              <a:extLst>
                <a:ext uri="{FF2B5EF4-FFF2-40B4-BE49-F238E27FC236}">
                  <a16:creationId xmlns:a16="http://schemas.microsoft.com/office/drawing/2014/main" id="{7C544E40-230E-E485-DA83-D5480E5BB439}"/>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2882D5A3-3AB9-0914-5174-707EB58BBA7B}"/>
              </a:ext>
            </a:extLst>
          </p:cNvPr>
          <p:cNvGrpSpPr/>
          <p:nvPr/>
        </p:nvGrpSpPr>
        <p:grpSpPr>
          <a:xfrm>
            <a:off x="8146905" y="5057800"/>
            <a:ext cx="516796" cy="338181"/>
            <a:chOff x="9497138" y="3394032"/>
            <a:chExt cx="367224" cy="240304"/>
          </a:xfrm>
        </p:grpSpPr>
        <p:sp>
          <p:nvSpPr>
            <p:cNvPr id="168" name="Freeform 235">
              <a:extLst>
                <a:ext uri="{FF2B5EF4-FFF2-40B4-BE49-F238E27FC236}">
                  <a16:creationId xmlns:a16="http://schemas.microsoft.com/office/drawing/2014/main" id="{45F6A2A4-FBC2-A126-DAF7-70426F719D54}"/>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9" name="Oval 168">
              <a:extLst>
                <a:ext uri="{FF2B5EF4-FFF2-40B4-BE49-F238E27FC236}">
                  <a16:creationId xmlns:a16="http://schemas.microsoft.com/office/drawing/2014/main" id="{2546A83F-63F3-3D18-FC06-A2252706FB88}"/>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70" name="Freeform 237">
              <a:extLst>
                <a:ext uri="{FF2B5EF4-FFF2-40B4-BE49-F238E27FC236}">
                  <a16:creationId xmlns:a16="http://schemas.microsoft.com/office/drawing/2014/main" id="{BC878039-0212-852C-B777-6CBDB66FB7CF}"/>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Freeform 238">
              <a:extLst>
                <a:ext uri="{FF2B5EF4-FFF2-40B4-BE49-F238E27FC236}">
                  <a16:creationId xmlns:a16="http://schemas.microsoft.com/office/drawing/2014/main" id="{27979EDF-8AF8-833C-A0CC-EDCE3A912F7C}"/>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Freeform 239">
              <a:extLst>
                <a:ext uri="{FF2B5EF4-FFF2-40B4-BE49-F238E27FC236}">
                  <a16:creationId xmlns:a16="http://schemas.microsoft.com/office/drawing/2014/main" id="{50CCD485-4C15-4EB1-5127-E9C864A55451}"/>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Freeform 240">
              <a:extLst>
                <a:ext uri="{FF2B5EF4-FFF2-40B4-BE49-F238E27FC236}">
                  <a16:creationId xmlns:a16="http://schemas.microsoft.com/office/drawing/2014/main" id="{3A90E1D6-3186-1860-66E6-199683CDB833}"/>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 name="Line 10">
            <a:extLst>
              <a:ext uri="{FF2B5EF4-FFF2-40B4-BE49-F238E27FC236}">
                <a16:creationId xmlns:a16="http://schemas.microsoft.com/office/drawing/2014/main" id="{7450139B-534F-BCE6-9054-BEFBA0C0C362}"/>
              </a:ext>
            </a:extLst>
          </p:cNvPr>
          <p:cNvSpPr>
            <a:spLocks noChangeShapeType="1"/>
          </p:cNvSpPr>
          <p:nvPr/>
        </p:nvSpPr>
        <p:spPr bwMode="auto">
          <a:xfrm rot="4781293">
            <a:off x="7918992" y="4287180"/>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5" name="Line 10">
            <a:extLst>
              <a:ext uri="{FF2B5EF4-FFF2-40B4-BE49-F238E27FC236}">
                <a16:creationId xmlns:a16="http://schemas.microsoft.com/office/drawing/2014/main" id="{15282590-76E9-45BD-FF14-75726FE149BB}"/>
              </a:ext>
            </a:extLst>
          </p:cNvPr>
          <p:cNvSpPr>
            <a:spLocks noChangeShapeType="1"/>
          </p:cNvSpPr>
          <p:nvPr/>
        </p:nvSpPr>
        <p:spPr bwMode="auto">
          <a:xfrm rot="4781293" flipH="1">
            <a:off x="7699892" y="4735084"/>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6" name="Line 10">
            <a:extLst>
              <a:ext uri="{FF2B5EF4-FFF2-40B4-BE49-F238E27FC236}">
                <a16:creationId xmlns:a16="http://schemas.microsoft.com/office/drawing/2014/main" id="{E9051A75-6648-B41D-EEBC-3165F4508EFE}"/>
              </a:ext>
            </a:extLst>
          </p:cNvPr>
          <p:cNvSpPr>
            <a:spLocks noChangeShapeType="1"/>
          </p:cNvSpPr>
          <p:nvPr/>
        </p:nvSpPr>
        <p:spPr bwMode="auto">
          <a:xfrm rot="4781293">
            <a:off x="8093842" y="4773641"/>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75" name="Line 10">
            <a:extLst>
              <a:ext uri="{FF2B5EF4-FFF2-40B4-BE49-F238E27FC236}">
                <a16:creationId xmlns:a16="http://schemas.microsoft.com/office/drawing/2014/main" id="{9B041214-02A9-CCD0-FEBB-839B990F8993}"/>
              </a:ext>
            </a:extLst>
          </p:cNvPr>
          <p:cNvSpPr>
            <a:spLocks noChangeShapeType="1"/>
          </p:cNvSpPr>
          <p:nvPr/>
        </p:nvSpPr>
        <p:spPr bwMode="auto">
          <a:xfrm rot="4781293" flipV="1">
            <a:off x="8817848" y="5115351"/>
            <a:ext cx="437214" cy="76944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1" name="Line 10">
            <a:extLst>
              <a:ext uri="{FF2B5EF4-FFF2-40B4-BE49-F238E27FC236}">
                <a16:creationId xmlns:a16="http://schemas.microsoft.com/office/drawing/2014/main" id="{2F2FC14A-72FB-19A8-FBFF-0148CCCF6EBB}"/>
              </a:ext>
            </a:extLst>
          </p:cNvPr>
          <p:cNvSpPr>
            <a:spLocks noChangeShapeType="1"/>
          </p:cNvSpPr>
          <p:nvPr/>
        </p:nvSpPr>
        <p:spPr bwMode="auto">
          <a:xfrm rot="4781293">
            <a:off x="8886381" y="3645434"/>
            <a:ext cx="298186" cy="88724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0" name="Content Placeholder 2">
            <a:extLst>
              <a:ext uri="{FF2B5EF4-FFF2-40B4-BE49-F238E27FC236}">
                <a16:creationId xmlns:a16="http://schemas.microsoft.com/office/drawing/2014/main" id="{FCC0317D-FE16-07EF-44B3-A04D87103CC3}"/>
              </a:ext>
            </a:extLst>
          </p:cNvPr>
          <p:cNvSpPr txBox="1">
            <a:spLocks/>
          </p:cNvSpPr>
          <p:nvPr/>
        </p:nvSpPr>
        <p:spPr>
          <a:xfrm>
            <a:off x="2251401" y="4065204"/>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3</a:t>
            </a:r>
          </a:p>
        </p:txBody>
      </p:sp>
      <p:sp>
        <p:nvSpPr>
          <p:cNvPr id="14" name="Content Placeholder 2">
            <a:extLst>
              <a:ext uri="{FF2B5EF4-FFF2-40B4-BE49-F238E27FC236}">
                <a16:creationId xmlns:a16="http://schemas.microsoft.com/office/drawing/2014/main" id="{43F9FD3D-3F9F-34A4-DB79-670490F7B773}"/>
              </a:ext>
            </a:extLst>
          </p:cNvPr>
          <p:cNvSpPr txBox="1">
            <a:spLocks/>
          </p:cNvSpPr>
          <p:nvPr/>
        </p:nvSpPr>
        <p:spPr>
          <a:xfrm>
            <a:off x="4474888" y="4763652"/>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1</a:t>
            </a:r>
          </a:p>
        </p:txBody>
      </p:sp>
      <p:sp>
        <p:nvSpPr>
          <p:cNvPr id="15" name="Content Placeholder 2">
            <a:extLst>
              <a:ext uri="{FF2B5EF4-FFF2-40B4-BE49-F238E27FC236}">
                <a16:creationId xmlns:a16="http://schemas.microsoft.com/office/drawing/2014/main" id="{E25FFA5C-A87E-9C97-7F25-63E237B0CEE9}"/>
              </a:ext>
            </a:extLst>
          </p:cNvPr>
          <p:cNvSpPr txBox="1">
            <a:spLocks/>
          </p:cNvSpPr>
          <p:nvPr/>
        </p:nvSpPr>
        <p:spPr>
          <a:xfrm>
            <a:off x="7145647" y="4086450"/>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a:t>
            </a:r>
            <a:r>
              <a:rPr lang="en-US" altLang="zh-CN" sz="2400" b="1"/>
              <a:t>2</a:t>
            </a:r>
            <a:endParaRPr lang="en-US" sz="2400" b="1"/>
          </a:p>
        </p:txBody>
      </p:sp>
      <p:sp>
        <p:nvSpPr>
          <p:cNvPr id="16" name="Freeform 109">
            <a:extLst>
              <a:ext uri="{FF2B5EF4-FFF2-40B4-BE49-F238E27FC236}">
                <a16:creationId xmlns:a16="http://schemas.microsoft.com/office/drawing/2014/main" id="{42B4C193-F321-1F01-91E2-C976185B4FC2}"/>
              </a:ext>
            </a:extLst>
          </p:cNvPr>
          <p:cNvSpPr>
            <a:spLocks/>
          </p:cNvSpPr>
          <p:nvPr/>
        </p:nvSpPr>
        <p:spPr bwMode="auto">
          <a:xfrm>
            <a:off x="9419635" y="3429000"/>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7" name="Line 10">
            <a:extLst>
              <a:ext uri="{FF2B5EF4-FFF2-40B4-BE49-F238E27FC236}">
                <a16:creationId xmlns:a16="http://schemas.microsoft.com/office/drawing/2014/main" id="{EDE17E22-C40C-8572-957C-9D251EDDB4A3}"/>
              </a:ext>
            </a:extLst>
          </p:cNvPr>
          <p:cNvSpPr>
            <a:spLocks noChangeShapeType="1"/>
          </p:cNvSpPr>
          <p:nvPr/>
        </p:nvSpPr>
        <p:spPr bwMode="auto">
          <a:xfrm rot="4781293" flipH="1">
            <a:off x="2675015" y="4789071"/>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 name="Freeform 109">
            <a:extLst>
              <a:ext uri="{FF2B5EF4-FFF2-40B4-BE49-F238E27FC236}">
                <a16:creationId xmlns:a16="http://schemas.microsoft.com/office/drawing/2014/main" id="{AC0C4C60-10DB-C52D-64D9-3F7D39F9D39B}"/>
              </a:ext>
            </a:extLst>
          </p:cNvPr>
          <p:cNvSpPr>
            <a:spLocks/>
          </p:cNvSpPr>
          <p:nvPr/>
        </p:nvSpPr>
        <p:spPr bwMode="auto">
          <a:xfrm>
            <a:off x="1201596" y="5144645"/>
            <a:ext cx="985525"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Line 10">
            <a:extLst>
              <a:ext uri="{FF2B5EF4-FFF2-40B4-BE49-F238E27FC236}">
                <a16:creationId xmlns:a16="http://schemas.microsoft.com/office/drawing/2014/main" id="{804937D2-F719-F6A9-F9F6-518E6B6B5BC9}"/>
              </a:ext>
            </a:extLst>
          </p:cNvPr>
          <p:cNvSpPr>
            <a:spLocks noChangeShapeType="1"/>
          </p:cNvSpPr>
          <p:nvPr/>
        </p:nvSpPr>
        <p:spPr bwMode="auto">
          <a:xfrm rot="4781293">
            <a:off x="3833670" y="5445868"/>
            <a:ext cx="393667" cy="125648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1" name="Content Placeholder 2">
            <a:extLst>
              <a:ext uri="{FF2B5EF4-FFF2-40B4-BE49-F238E27FC236}">
                <a16:creationId xmlns:a16="http://schemas.microsoft.com/office/drawing/2014/main" id="{BE675F48-4E72-CE16-C6C7-2F655BBA7D8C}"/>
              </a:ext>
            </a:extLst>
          </p:cNvPr>
          <p:cNvSpPr txBox="1">
            <a:spLocks/>
          </p:cNvSpPr>
          <p:nvPr/>
        </p:nvSpPr>
        <p:spPr>
          <a:xfrm>
            <a:off x="664968" y="3669081"/>
            <a:ext cx="1423734"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altLang="zh-CN" sz="2000"/>
              <a:t>subnet 3A</a:t>
            </a:r>
            <a:endParaRPr lang="en-US" sz="2000"/>
          </a:p>
        </p:txBody>
      </p:sp>
      <p:sp>
        <p:nvSpPr>
          <p:cNvPr id="149" name="Line 10">
            <a:extLst>
              <a:ext uri="{FF2B5EF4-FFF2-40B4-BE49-F238E27FC236}">
                <a16:creationId xmlns:a16="http://schemas.microsoft.com/office/drawing/2014/main" id="{F5202039-D728-1CA4-AD84-C9813FFA3D01}"/>
              </a:ext>
            </a:extLst>
          </p:cNvPr>
          <p:cNvSpPr>
            <a:spLocks noChangeShapeType="1"/>
          </p:cNvSpPr>
          <p:nvPr/>
        </p:nvSpPr>
        <p:spPr bwMode="auto">
          <a:xfrm rot="4781293">
            <a:off x="6380408" y="4233432"/>
            <a:ext cx="348114" cy="146299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3" name="Content Placeholder 2">
            <a:extLst>
              <a:ext uri="{FF2B5EF4-FFF2-40B4-BE49-F238E27FC236}">
                <a16:creationId xmlns:a16="http://schemas.microsoft.com/office/drawing/2014/main" id="{FEFB7D21-5773-60EF-0209-364880510310}"/>
              </a:ext>
            </a:extLst>
          </p:cNvPr>
          <p:cNvSpPr txBox="1">
            <a:spLocks/>
          </p:cNvSpPr>
          <p:nvPr/>
        </p:nvSpPr>
        <p:spPr>
          <a:xfrm>
            <a:off x="941174" y="5431834"/>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3B</a:t>
            </a:r>
            <a:endParaRPr lang="en-US"/>
          </a:p>
        </p:txBody>
      </p:sp>
      <p:sp>
        <p:nvSpPr>
          <p:cNvPr id="34" name="Content Placeholder 2">
            <a:extLst>
              <a:ext uri="{FF2B5EF4-FFF2-40B4-BE49-F238E27FC236}">
                <a16:creationId xmlns:a16="http://schemas.microsoft.com/office/drawing/2014/main" id="{4C048BF6-4095-41B5-750B-8071352CC961}"/>
              </a:ext>
            </a:extLst>
          </p:cNvPr>
          <p:cNvSpPr txBox="1">
            <a:spLocks/>
          </p:cNvSpPr>
          <p:nvPr/>
        </p:nvSpPr>
        <p:spPr>
          <a:xfrm>
            <a:off x="9275420" y="3724338"/>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2A</a:t>
            </a:r>
            <a:endParaRPr lang="en-US"/>
          </a:p>
        </p:txBody>
      </p:sp>
      <p:sp>
        <p:nvSpPr>
          <p:cNvPr id="35" name="Content Placeholder 2">
            <a:extLst>
              <a:ext uri="{FF2B5EF4-FFF2-40B4-BE49-F238E27FC236}">
                <a16:creationId xmlns:a16="http://schemas.microsoft.com/office/drawing/2014/main" id="{0DCE76C6-7CEF-AAB6-22FA-BD00570E6ADD}"/>
              </a:ext>
            </a:extLst>
          </p:cNvPr>
          <p:cNvSpPr txBox="1">
            <a:spLocks/>
          </p:cNvSpPr>
          <p:nvPr/>
        </p:nvSpPr>
        <p:spPr>
          <a:xfrm>
            <a:off x="9219616" y="5569720"/>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2B</a:t>
            </a:r>
            <a:endParaRPr lang="en-US"/>
          </a:p>
        </p:txBody>
      </p:sp>
      <p:sp>
        <p:nvSpPr>
          <p:cNvPr id="9" name="Rectangle 3">
            <a:extLst>
              <a:ext uri="{FF2B5EF4-FFF2-40B4-BE49-F238E27FC236}">
                <a16:creationId xmlns:a16="http://schemas.microsoft.com/office/drawing/2014/main" id="{15A97847-E75C-313B-8EA8-D7ADED8E732C}"/>
              </a:ext>
            </a:extLst>
          </p:cNvPr>
          <p:cNvSpPr txBox="1">
            <a:spLocks noChangeArrowheads="1"/>
          </p:cNvSpPr>
          <p:nvPr/>
        </p:nvSpPr>
        <p:spPr bwMode="auto">
          <a:xfrm>
            <a:off x="860526" y="1381215"/>
            <a:ext cx="4984315" cy="2266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Font typeface="Wingdings" charset="0"/>
              <a:buNone/>
            </a:pPr>
            <a:r>
              <a:rPr lang="en-US" kern="0">
                <a:solidFill>
                  <a:srgbClr val="C00000"/>
                </a:solidFill>
              </a:rPr>
              <a:t>scale: </a:t>
            </a:r>
            <a:r>
              <a:rPr lang="en-US" kern="0"/>
              <a:t>billions of destinations:</a:t>
            </a:r>
          </a:p>
          <a:p>
            <a:r>
              <a:rPr lang="en-US" sz="2400" kern="0"/>
              <a:t>can’</a:t>
            </a:r>
            <a:r>
              <a:rPr lang="en-US" altLang="ja-JP" sz="2400" kern="0"/>
              <a:t>t store all destinations in routing tables!</a:t>
            </a:r>
          </a:p>
          <a:p>
            <a:r>
              <a:rPr lang="en-US" sz="2400" kern="0"/>
              <a:t>routing table exchange would swamp links!</a:t>
            </a:r>
            <a:r>
              <a:rPr lang="en-US" kern="0"/>
              <a:t> </a:t>
            </a:r>
          </a:p>
          <a:p>
            <a:endParaRPr lang="en-US" kern="0">
              <a:latin typeface="Gill Sans MT" charset="0"/>
            </a:endParaRPr>
          </a:p>
          <a:p>
            <a:endParaRPr lang="en-US" kern="0">
              <a:latin typeface="Gill Sans MT" charset="0"/>
            </a:endParaRPr>
          </a:p>
        </p:txBody>
      </p:sp>
      <p:sp>
        <p:nvSpPr>
          <p:cNvPr id="10" name="Rectangle 4">
            <a:extLst>
              <a:ext uri="{FF2B5EF4-FFF2-40B4-BE49-F238E27FC236}">
                <a16:creationId xmlns:a16="http://schemas.microsoft.com/office/drawing/2014/main" id="{A17D9B69-D16A-E701-F12B-522AAD5A88CA}"/>
              </a:ext>
            </a:extLst>
          </p:cNvPr>
          <p:cNvSpPr txBox="1">
            <a:spLocks noChangeArrowheads="1"/>
          </p:cNvSpPr>
          <p:nvPr/>
        </p:nvSpPr>
        <p:spPr bwMode="auto">
          <a:xfrm>
            <a:off x="6283252" y="1369212"/>
            <a:ext cx="5361270" cy="251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u="none" strike="noStrike" kern="0" cap="none" spc="0" normalizeH="0" baseline="0" noProof="0">
                <a:ln>
                  <a:noFill/>
                </a:ln>
                <a:solidFill>
                  <a:srgbClr val="C00000"/>
                </a:solidFill>
                <a:effectLst/>
                <a:uLnTx/>
                <a:uFillTx/>
                <a:ea typeface="ＭＳ Ｐゴシック" charset="0"/>
                <a:cs typeface="+mn-cs"/>
              </a:rPr>
              <a:t>administrative autonomy:</a:t>
            </a:r>
          </a:p>
          <a:p>
            <a:pPr marR="0" lvl="0" indent="-2190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400" b="0" i="0" u="none" strike="noStrike" kern="0" cap="none" spc="0" normalizeH="0" baseline="0" noProof="0">
                <a:ln>
                  <a:noFill/>
                </a:ln>
                <a:solidFill>
                  <a:srgbClr val="000000"/>
                </a:solidFill>
                <a:effectLst/>
                <a:uLnTx/>
                <a:uFillTx/>
                <a:ea typeface="ＭＳ Ｐゴシック" charset="0"/>
                <a:cs typeface="+mn-cs"/>
              </a:rPr>
              <a:t>Internet: a network of networks</a:t>
            </a:r>
          </a:p>
          <a:p>
            <a:pPr marR="0" lvl="0" indent="-2190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400" b="0" i="0" u="none" strike="noStrike" kern="0" cap="none" spc="0" normalizeH="0" baseline="0" noProof="0">
                <a:ln>
                  <a:noFill/>
                </a:ln>
                <a:solidFill>
                  <a:srgbClr val="000000"/>
                </a:solidFill>
                <a:effectLst/>
                <a:uLnTx/>
                <a:uFillTx/>
                <a:ea typeface="ＭＳ Ｐゴシック" charset="0"/>
                <a:cs typeface="+mn-cs"/>
              </a:rPr>
              <a:t>each network admin may want to control routing in its own network</a:t>
            </a:r>
          </a:p>
        </p:txBody>
      </p:sp>
    </p:spTree>
    <p:extLst>
      <p:ext uri="{BB962C8B-B14F-4D97-AF65-F5344CB8AC3E}">
        <p14:creationId xmlns:p14="http://schemas.microsoft.com/office/powerpoint/2010/main" val="52026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08F1-2CDE-3C78-655A-EF424F7792AE}"/>
            </a:ext>
          </a:extLst>
        </p:cNvPr>
        <p:cNvGrpSpPr/>
        <p:nvPr/>
      </p:nvGrpSpPr>
      <p:grpSpPr>
        <a:xfrm>
          <a:off x="0" y="0"/>
          <a:ext cx="0" cy="0"/>
          <a:chOff x="0" y="0"/>
          <a:chExt cx="0" cy="0"/>
        </a:xfrm>
      </p:grpSpPr>
      <p:sp>
        <p:nvSpPr>
          <p:cNvPr id="177" name="Freeform 109">
            <a:extLst>
              <a:ext uri="{FF2B5EF4-FFF2-40B4-BE49-F238E27FC236}">
                <a16:creationId xmlns:a16="http://schemas.microsoft.com/office/drawing/2014/main" id="{84F228D9-8CF8-D490-8711-C2F1D3B88300}"/>
              </a:ext>
            </a:extLst>
          </p:cNvPr>
          <p:cNvSpPr>
            <a:spLocks/>
          </p:cNvSpPr>
          <p:nvPr/>
        </p:nvSpPr>
        <p:spPr bwMode="auto">
          <a:xfrm>
            <a:off x="9400815" y="5231307"/>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15" name="Freeform 109">
            <a:extLst>
              <a:ext uri="{FF2B5EF4-FFF2-40B4-BE49-F238E27FC236}">
                <a16:creationId xmlns:a16="http://schemas.microsoft.com/office/drawing/2014/main" id="{B0B116DD-E53E-B2A0-6813-2E59C34B0E77}"/>
              </a:ext>
            </a:extLst>
          </p:cNvPr>
          <p:cNvSpPr>
            <a:spLocks/>
          </p:cNvSpPr>
          <p:nvPr/>
        </p:nvSpPr>
        <p:spPr bwMode="auto">
          <a:xfrm>
            <a:off x="4355718" y="4245652"/>
            <a:ext cx="2372010" cy="239655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16" name="Group 115">
            <a:extLst>
              <a:ext uri="{FF2B5EF4-FFF2-40B4-BE49-F238E27FC236}">
                <a16:creationId xmlns:a16="http://schemas.microsoft.com/office/drawing/2014/main" id="{13289923-51C7-A182-51F3-4095397E6493}"/>
              </a:ext>
            </a:extLst>
          </p:cNvPr>
          <p:cNvGrpSpPr/>
          <p:nvPr/>
        </p:nvGrpSpPr>
        <p:grpSpPr>
          <a:xfrm>
            <a:off x="4580852" y="5502731"/>
            <a:ext cx="516796" cy="338181"/>
            <a:chOff x="9497138" y="3394032"/>
            <a:chExt cx="367224" cy="240304"/>
          </a:xfrm>
        </p:grpSpPr>
        <p:sp>
          <p:nvSpPr>
            <p:cNvPr id="117" name="Freeform 235">
              <a:extLst>
                <a:ext uri="{FF2B5EF4-FFF2-40B4-BE49-F238E27FC236}">
                  <a16:creationId xmlns:a16="http://schemas.microsoft.com/office/drawing/2014/main" id="{B2740642-A3FD-2F1B-796B-BF9D96E31147}"/>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8" name="Oval 117">
              <a:extLst>
                <a:ext uri="{FF2B5EF4-FFF2-40B4-BE49-F238E27FC236}">
                  <a16:creationId xmlns:a16="http://schemas.microsoft.com/office/drawing/2014/main" id="{DADBC9CA-38FA-BBD3-2EAF-AFA39444FEAD}"/>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9" name="Freeform 237">
              <a:extLst>
                <a:ext uri="{FF2B5EF4-FFF2-40B4-BE49-F238E27FC236}">
                  <a16:creationId xmlns:a16="http://schemas.microsoft.com/office/drawing/2014/main" id="{E173E517-D6AA-8325-6B5E-B0E46CC9099A}"/>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238">
              <a:extLst>
                <a:ext uri="{FF2B5EF4-FFF2-40B4-BE49-F238E27FC236}">
                  <a16:creationId xmlns:a16="http://schemas.microsoft.com/office/drawing/2014/main" id="{35191CCE-FABD-D979-2E89-027D5A580A1A}"/>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239">
              <a:extLst>
                <a:ext uri="{FF2B5EF4-FFF2-40B4-BE49-F238E27FC236}">
                  <a16:creationId xmlns:a16="http://schemas.microsoft.com/office/drawing/2014/main" id="{DD07EBD8-0BB5-F600-A455-8E3FFBDE3B34}"/>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240">
              <a:extLst>
                <a:ext uri="{FF2B5EF4-FFF2-40B4-BE49-F238E27FC236}">
                  <a16:creationId xmlns:a16="http://schemas.microsoft.com/office/drawing/2014/main" id="{2EF289FF-D39A-6A47-D57B-0A41C414545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a:extLst>
              <a:ext uri="{FF2B5EF4-FFF2-40B4-BE49-F238E27FC236}">
                <a16:creationId xmlns:a16="http://schemas.microsoft.com/office/drawing/2014/main" id="{223329A7-3DD5-EAC9-BC33-A49A8BB458B0}"/>
              </a:ext>
            </a:extLst>
          </p:cNvPr>
          <p:cNvGrpSpPr/>
          <p:nvPr/>
        </p:nvGrpSpPr>
        <p:grpSpPr>
          <a:xfrm>
            <a:off x="5429095" y="5239290"/>
            <a:ext cx="516796" cy="338181"/>
            <a:chOff x="9497138" y="3394032"/>
            <a:chExt cx="367224" cy="240304"/>
          </a:xfrm>
        </p:grpSpPr>
        <p:sp>
          <p:nvSpPr>
            <p:cNvPr id="124" name="Freeform 235">
              <a:extLst>
                <a:ext uri="{FF2B5EF4-FFF2-40B4-BE49-F238E27FC236}">
                  <a16:creationId xmlns:a16="http://schemas.microsoft.com/office/drawing/2014/main" id="{A267C634-348B-42A4-6836-81F922ABF106}"/>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5" name="Oval 124">
              <a:extLst>
                <a:ext uri="{FF2B5EF4-FFF2-40B4-BE49-F238E27FC236}">
                  <a16:creationId xmlns:a16="http://schemas.microsoft.com/office/drawing/2014/main" id="{06F10F7A-B6A9-9F8A-5FC6-5C3F14661841}"/>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6" name="Freeform 237">
              <a:extLst>
                <a:ext uri="{FF2B5EF4-FFF2-40B4-BE49-F238E27FC236}">
                  <a16:creationId xmlns:a16="http://schemas.microsoft.com/office/drawing/2014/main" id="{7B1AC9A6-03B0-C46E-1EB3-5120A4058EAD}"/>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238">
              <a:extLst>
                <a:ext uri="{FF2B5EF4-FFF2-40B4-BE49-F238E27FC236}">
                  <a16:creationId xmlns:a16="http://schemas.microsoft.com/office/drawing/2014/main" id="{8C9E67FB-9450-6DB8-22E2-F0354056F96B}"/>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Freeform 239">
              <a:extLst>
                <a:ext uri="{FF2B5EF4-FFF2-40B4-BE49-F238E27FC236}">
                  <a16:creationId xmlns:a16="http://schemas.microsoft.com/office/drawing/2014/main" id="{3D1D92DA-EB06-BBC2-3F24-97B0535FA17E}"/>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240">
              <a:extLst>
                <a:ext uri="{FF2B5EF4-FFF2-40B4-BE49-F238E27FC236}">
                  <a16:creationId xmlns:a16="http://schemas.microsoft.com/office/drawing/2014/main" id="{5F0BDE9F-B0B6-0B3B-9480-820A8E3F940C}"/>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CEE6DA63-9E83-E515-26E6-0071AD176501}"/>
              </a:ext>
            </a:extLst>
          </p:cNvPr>
          <p:cNvGrpSpPr/>
          <p:nvPr/>
        </p:nvGrpSpPr>
        <p:grpSpPr>
          <a:xfrm>
            <a:off x="5515792" y="6079263"/>
            <a:ext cx="516796" cy="338181"/>
            <a:chOff x="9497138" y="3394032"/>
            <a:chExt cx="367224" cy="240304"/>
          </a:xfrm>
        </p:grpSpPr>
        <p:sp>
          <p:nvSpPr>
            <p:cNvPr id="131" name="Freeform 235">
              <a:extLst>
                <a:ext uri="{FF2B5EF4-FFF2-40B4-BE49-F238E27FC236}">
                  <a16:creationId xmlns:a16="http://schemas.microsoft.com/office/drawing/2014/main" id="{44DFC79F-83D1-D816-C66D-8A36AE65503B}"/>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2" name="Oval 131">
              <a:extLst>
                <a:ext uri="{FF2B5EF4-FFF2-40B4-BE49-F238E27FC236}">
                  <a16:creationId xmlns:a16="http://schemas.microsoft.com/office/drawing/2014/main" id="{4E890AAA-3E70-8239-BD50-371413C45EBB}"/>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3" name="Freeform 237">
              <a:extLst>
                <a:ext uri="{FF2B5EF4-FFF2-40B4-BE49-F238E27FC236}">
                  <a16:creationId xmlns:a16="http://schemas.microsoft.com/office/drawing/2014/main" id="{940A67BC-E717-B7C2-38B7-6E0632D810D8}"/>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238">
              <a:extLst>
                <a:ext uri="{FF2B5EF4-FFF2-40B4-BE49-F238E27FC236}">
                  <a16:creationId xmlns:a16="http://schemas.microsoft.com/office/drawing/2014/main" id="{30C30AB0-6BD8-6605-3B2A-9D145C848B11}"/>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239">
              <a:extLst>
                <a:ext uri="{FF2B5EF4-FFF2-40B4-BE49-F238E27FC236}">
                  <a16:creationId xmlns:a16="http://schemas.microsoft.com/office/drawing/2014/main" id="{B8303920-E154-B0DE-75DF-0B3BB34FDCAD}"/>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240">
              <a:extLst>
                <a:ext uri="{FF2B5EF4-FFF2-40B4-BE49-F238E27FC236}">
                  <a16:creationId xmlns:a16="http://schemas.microsoft.com/office/drawing/2014/main" id="{3D94E850-70BC-5ABD-C7A2-25B4D515525F}"/>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7" name="Line 10">
            <a:extLst>
              <a:ext uri="{FF2B5EF4-FFF2-40B4-BE49-F238E27FC236}">
                <a16:creationId xmlns:a16="http://schemas.microsoft.com/office/drawing/2014/main" id="{2A83988F-901E-BD91-C2B3-0B71DE9F5CA0}"/>
              </a:ext>
            </a:extLst>
          </p:cNvPr>
          <p:cNvSpPr>
            <a:spLocks noChangeShapeType="1"/>
          </p:cNvSpPr>
          <p:nvPr/>
        </p:nvSpPr>
        <p:spPr bwMode="auto">
          <a:xfrm rot="4781293">
            <a:off x="5287879" y="530864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8" name="Line 10">
            <a:extLst>
              <a:ext uri="{FF2B5EF4-FFF2-40B4-BE49-F238E27FC236}">
                <a16:creationId xmlns:a16="http://schemas.microsoft.com/office/drawing/2014/main" id="{376D1EF9-126F-AAAF-A474-F5B86C46736D}"/>
              </a:ext>
            </a:extLst>
          </p:cNvPr>
          <p:cNvSpPr>
            <a:spLocks noChangeShapeType="1"/>
          </p:cNvSpPr>
          <p:nvPr/>
        </p:nvSpPr>
        <p:spPr bwMode="auto">
          <a:xfrm rot="4781293" flipH="1">
            <a:off x="5068779" y="575654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39" name="Line 10">
            <a:extLst>
              <a:ext uri="{FF2B5EF4-FFF2-40B4-BE49-F238E27FC236}">
                <a16:creationId xmlns:a16="http://schemas.microsoft.com/office/drawing/2014/main" id="{9543C95D-2EDD-86E6-9668-08CABCCD0791}"/>
              </a:ext>
            </a:extLst>
          </p:cNvPr>
          <p:cNvSpPr>
            <a:spLocks noChangeShapeType="1"/>
          </p:cNvSpPr>
          <p:nvPr/>
        </p:nvSpPr>
        <p:spPr bwMode="auto">
          <a:xfrm rot="4781293">
            <a:off x="5462729" y="579510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14" name="Freeform 109">
            <a:extLst>
              <a:ext uri="{FF2B5EF4-FFF2-40B4-BE49-F238E27FC236}">
                <a16:creationId xmlns:a16="http://schemas.microsoft.com/office/drawing/2014/main" id="{4479E53D-00E6-68BF-DCE8-0C8CC05029F2}"/>
              </a:ext>
            </a:extLst>
          </p:cNvPr>
          <p:cNvSpPr>
            <a:spLocks/>
          </p:cNvSpPr>
          <p:nvPr/>
        </p:nvSpPr>
        <p:spPr bwMode="auto">
          <a:xfrm>
            <a:off x="2182110" y="3963962"/>
            <a:ext cx="1987456" cy="1494252"/>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1" name="Freeform 109">
            <a:extLst>
              <a:ext uri="{FF2B5EF4-FFF2-40B4-BE49-F238E27FC236}">
                <a16:creationId xmlns:a16="http://schemas.microsoft.com/office/drawing/2014/main" id="{DB851551-AA96-1C3B-130B-5333D121C496}"/>
              </a:ext>
            </a:extLst>
          </p:cNvPr>
          <p:cNvSpPr>
            <a:spLocks/>
          </p:cNvSpPr>
          <p:nvPr/>
        </p:nvSpPr>
        <p:spPr bwMode="auto">
          <a:xfrm>
            <a:off x="827812" y="3456215"/>
            <a:ext cx="1260890"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07F1963E-9E46-37B1-82BB-FF7241B0B34E}"/>
              </a:ext>
            </a:extLst>
          </p:cNvPr>
          <p:cNvSpPr>
            <a:spLocks noGrp="1"/>
          </p:cNvSpPr>
          <p:nvPr>
            <p:ph type="title"/>
          </p:nvPr>
        </p:nvSpPr>
        <p:spPr>
          <a:xfrm>
            <a:off x="859472" y="-5478"/>
            <a:ext cx="10515600" cy="1373804"/>
          </a:xfrm>
        </p:spPr>
        <p:txBody>
          <a:bodyPr>
            <a:normAutofit/>
          </a:bodyPr>
          <a:lstStyle/>
          <a:p>
            <a:r>
              <a:rPr lang="en-US" altLang="zh-CN"/>
              <a:t>Challenges in the Internet routing</a:t>
            </a:r>
            <a:endParaRPr lang="en-US"/>
          </a:p>
        </p:txBody>
      </p:sp>
      <p:sp>
        <p:nvSpPr>
          <p:cNvPr id="5" name="Slide Number Placeholder 4">
            <a:extLst>
              <a:ext uri="{FF2B5EF4-FFF2-40B4-BE49-F238E27FC236}">
                <a16:creationId xmlns:a16="http://schemas.microsoft.com/office/drawing/2014/main" id="{B0088393-4562-775A-FF1D-760571AB4CC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7</a:t>
            </a:fld>
            <a:endParaRPr lang="en-US"/>
          </a:p>
        </p:txBody>
      </p:sp>
      <p:sp>
        <p:nvSpPr>
          <p:cNvPr id="70" name="Line 10">
            <a:extLst>
              <a:ext uri="{FF2B5EF4-FFF2-40B4-BE49-F238E27FC236}">
                <a16:creationId xmlns:a16="http://schemas.microsoft.com/office/drawing/2014/main" id="{1BFEC619-000F-4905-7B6C-087479BCA965}"/>
              </a:ext>
            </a:extLst>
          </p:cNvPr>
          <p:cNvSpPr>
            <a:spLocks noChangeShapeType="1"/>
          </p:cNvSpPr>
          <p:nvPr/>
        </p:nvSpPr>
        <p:spPr bwMode="auto">
          <a:xfrm rot="4781293" flipH="1">
            <a:off x="1880249" y="4110697"/>
            <a:ext cx="432895" cy="504827"/>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81" name="Group 80">
            <a:extLst>
              <a:ext uri="{FF2B5EF4-FFF2-40B4-BE49-F238E27FC236}">
                <a16:creationId xmlns:a16="http://schemas.microsoft.com/office/drawing/2014/main" id="{04D2FD45-732F-A109-2B49-42224A057BC6}"/>
              </a:ext>
            </a:extLst>
          </p:cNvPr>
          <p:cNvGrpSpPr/>
          <p:nvPr/>
        </p:nvGrpSpPr>
        <p:grpSpPr>
          <a:xfrm>
            <a:off x="2319926" y="4460721"/>
            <a:ext cx="516796" cy="338181"/>
            <a:chOff x="9497138" y="3394032"/>
            <a:chExt cx="367224" cy="240304"/>
          </a:xfrm>
        </p:grpSpPr>
        <p:sp>
          <p:nvSpPr>
            <p:cNvPr id="82" name="Freeform 235">
              <a:extLst>
                <a:ext uri="{FF2B5EF4-FFF2-40B4-BE49-F238E27FC236}">
                  <a16:creationId xmlns:a16="http://schemas.microsoft.com/office/drawing/2014/main" id="{575BD189-0950-1ADD-CD2C-36FA99C7360E}"/>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3" name="Oval 82">
              <a:extLst>
                <a:ext uri="{FF2B5EF4-FFF2-40B4-BE49-F238E27FC236}">
                  <a16:creationId xmlns:a16="http://schemas.microsoft.com/office/drawing/2014/main" id="{4AF6B3D2-99F8-9936-6AE8-DA1F2A2D60A1}"/>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4" name="Freeform 237">
              <a:extLst>
                <a:ext uri="{FF2B5EF4-FFF2-40B4-BE49-F238E27FC236}">
                  <a16:creationId xmlns:a16="http://schemas.microsoft.com/office/drawing/2014/main" id="{61A60902-B771-DA94-ECBF-C93F6E16A9B6}"/>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238">
              <a:extLst>
                <a:ext uri="{FF2B5EF4-FFF2-40B4-BE49-F238E27FC236}">
                  <a16:creationId xmlns:a16="http://schemas.microsoft.com/office/drawing/2014/main" id="{7689E276-5FF6-0F5D-DFC4-B94D31F3980B}"/>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239">
              <a:extLst>
                <a:ext uri="{FF2B5EF4-FFF2-40B4-BE49-F238E27FC236}">
                  <a16:creationId xmlns:a16="http://schemas.microsoft.com/office/drawing/2014/main" id="{87BE2CDE-6EFF-1059-0B47-F3BFA9B0391A}"/>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240">
              <a:extLst>
                <a:ext uri="{FF2B5EF4-FFF2-40B4-BE49-F238E27FC236}">
                  <a16:creationId xmlns:a16="http://schemas.microsoft.com/office/drawing/2014/main" id="{A5CB021E-279A-2E5A-3440-25ADB672CAA5}"/>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ACBAB3B4-F9C0-CA67-412A-0263CCF5B06A}"/>
              </a:ext>
            </a:extLst>
          </p:cNvPr>
          <p:cNvGrpSpPr/>
          <p:nvPr/>
        </p:nvGrpSpPr>
        <p:grpSpPr>
          <a:xfrm>
            <a:off x="3168169" y="4197280"/>
            <a:ext cx="516796" cy="338181"/>
            <a:chOff x="9497138" y="3394032"/>
            <a:chExt cx="367224" cy="240304"/>
          </a:xfrm>
        </p:grpSpPr>
        <p:sp>
          <p:nvSpPr>
            <p:cNvPr id="89" name="Freeform 235">
              <a:extLst>
                <a:ext uri="{FF2B5EF4-FFF2-40B4-BE49-F238E27FC236}">
                  <a16:creationId xmlns:a16="http://schemas.microsoft.com/office/drawing/2014/main" id="{C3DD6269-3F28-4F60-2F43-A4FB559212AA}"/>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0" name="Oval 89">
              <a:extLst>
                <a:ext uri="{FF2B5EF4-FFF2-40B4-BE49-F238E27FC236}">
                  <a16:creationId xmlns:a16="http://schemas.microsoft.com/office/drawing/2014/main" id="{80F9E78B-483C-1D0B-D09D-A2D29A208F05}"/>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1" name="Freeform 237">
              <a:extLst>
                <a:ext uri="{FF2B5EF4-FFF2-40B4-BE49-F238E27FC236}">
                  <a16:creationId xmlns:a16="http://schemas.microsoft.com/office/drawing/2014/main" id="{50E595AB-A616-C16A-619B-D127212121C0}"/>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238">
              <a:extLst>
                <a:ext uri="{FF2B5EF4-FFF2-40B4-BE49-F238E27FC236}">
                  <a16:creationId xmlns:a16="http://schemas.microsoft.com/office/drawing/2014/main" id="{EBA66B97-9151-9213-45D0-DBC605FF8A2A}"/>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239">
              <a:extLst>
                <a:ext uri="{FF2B5EF4-FFF2-40B4-BE49-F238E27FC236}">
                  <a16:creationId xmlns:a16="http://schemas.microsoft.com/office/drawing/2014/main" id="{AF353731-2F3C-F2D5-CF89-40208337BAFA}"/>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240">
              <a:extLst>
                <a:ext uri="{FF2B5EF4-FFF2-40B4-BE49-F238E27FC236}">
                  <a16:creationId xmlns:a16="http://schemas.microsoft.com/office/drawing/2014/main" id="{C03AC2C5-B591-8A44-0971-BEBD0DFCA05D}"/>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F5D6596F-6079-2DCE-BFE1-58997C8C5C91}"/>
              </a:ext>
            </a:extLst>
          </p:cNvPr>
          <p:cNvGrpSpPr/>
          <p:nvPr/>
        </p:nvGrpSpPr>
        <p:grpSpPr>
          <a:xfrm>
            <a:off x="3254866" y="5037253"/>
            <a:ext cx="516796" cy="338181"/>
            <a:chOff x="9497138" y="3394032"/>
            <a:chExt cx="367224" cy="240304"/>
          </a:xfrm>
        </p:grpSpPr>
        <p:sp>
          <p:nvSpPr>
            <p:cNvPr id="96" name="Freeform 235">
              <a:extLst>
                <a:ext uri="{FF2B5EF4-FFF2-40B4-BE49-F238E27FC236}">
                  <a16:creationId xmlns:a16="http://schemas.microsoft.com/office/drawing/2014/main" id="{DF4801DF-0DE1-ED74-67EA-BABD281F4C44}"/>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7" name="Oval 96">
              <a:extLst>
                <a:ext uri="{FF2B5EF4-FFF2-40B4-BE49-F238E27FC236}">
                  <a16:creationId xmlns:a16="http://schemas.microsoft.com/office/drawing/2014/main" id="{238EA877-9EBE-E613-95F9-55D532F4BAA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98" name="Freeform 237">
              <a:extLst>
                <a:ext uri="{FF2B5EF4-FFF2-40B4-BE49-F238E27FC236}">
                  <a16:creationId xmlns:a16="http://schemas.microsoft.com/office/drawing/2014/main" id="{81316426-B5BE-C37F-5431-93653888FA60}"/>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238">
              <a:extLst>
                <a:ext uri="{FF2B5EF4-FFF2-40B4-BE49-F238E27FC236}">
                  <a16:creationId xmlns:a16="http://schemas.microsoft.com/office/drawing/2014/main" id="{C88E0E41-2356-23A2-9956-65D45030B566}"/>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239">
              <a:extLst>
                <a:ext uri="{FF2B5EF4-FFF2-40B4-BE49-F238E27FC236}">
                  <a16:creationId xmlns:a16="http://schemas.microsoft.com/office/drawing/2014/main" id="{B6889485-670D-C676-E826-FDFBA12C8318}"/>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240">
              <a:extLst>
                <a:ext uri="{FF2B5EF4-FFF2-40B4-BE49-F238E27FC236}">
                  <a16:creationId xmlns:a16="http://schemas.microsoft.com/office/drawing/2014/main" id="{BE20120D-EBAB-5EEB-067C-D4FE7B15D7C9}"/>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Line 10">
            <a:extLst>
              <a:ext uri="{FF2B5EF4-FFF2-40B4-BE49-F238E27FC236}">
                <a16:creationId xmlns:a16="http://schemas.microsoft.com/office/drawing/2014/main" id="{6120924C-A556-AAC0-FF57-35E001EA890B}"/>
              </a:ext>
            </a:extLst>
          </p:cNvPr>
          <p:cNvSpPr>
            <a:spLocks noChangeShapeType="1"/>
          </p:cNvSpPr>
          <p:nvPr/>
        </p:nvSpPr>
        <p:spPr bwMode="auto">
          <a:xfrm rot="4781293">
            <a:off x="3026953" y="4266633"/>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3" name="Line 10">
            <a:extLst>
              <a:ext uri="{FF2B5EF4-FFF2-40B4-BE49-F238E27FC236}">
                <a16:creationId xmlns:a16="http://schemas.microsoft.com/office/drawing/2014/main" id="{B4286D6F-71D0-23EA-92DE-AC4FAB3F7ACB}"/>
              </a:ext>
            </a:extLst>
          </p:cNvPr>
          <p:cNvSpPr>
            <a:spLocks noChangeShapeType="1"/>
          </p:cNvSpPr>
          <p:nvPr/>
        </p:nvSpPr>
        <p:spPr bwMode="auto">
          <a:xfrm rot="4781293" flipH="1">
            <a:off x="2807853" y="4714537"/>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4" name="Line 10">
            <a:extLst>
              <a:ext uri="{FF2B5EF4-FFF2-40B4-BE49-F238E27FC236}">
                <a16:creationId xmlns:a16="http://schemas.microsoft.com/office/drawing/2014/main" id="{00DE10DA-8E90-0102-8A18-CC026A0EE570}"/>
              </a:ext>
            </a:extLst>
          </p:cNvPr>
          <p:cNvSpPr>
            <a:spLocks noChangeShapeType="1"/>
          </p:cNvSpPr>
          <p:nvPr/>
        </p:nvSpPr>
        <p:spPr bwMode="auto">
          <a:xfrm rot="4781293" flipH="1">
            <a:off x="3925827" y="5053817"/>
            <a:ext cx="430014" cy="82693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5" name="Line 10">
            <a:extLst>
              <a:ext uri="{FF2B5EF4-FFF2-40B4-BE49-F238E27FC236}">
                <a16:creationId xmlns:a16="http://schemas.microsoft.com/office/drawing/2014/main" id="{01C238A2-3713-7031-D3DB-10EFABE49000}"/>
              </a:ext>
            </a:extLst>
          </p:cNvPr>
          <p:cNvSpPr>
            <a:spLocks noChangeShapeType="1"/>
          </p:cNvSpPr>
          <p:nvPr/>
        </p:nvSpPr>
        <p:spPr bwMode="auto">
          <a:xfrm rot="4781293">
            <a:off x="6034873" y="5918095"/>
            <a:ext cx="173149" cy="27452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06" name="Line 10">
            <a:extLst>
              <a:ext uri="{FF2B5EF4-FFF2-40B4-BE49-F238E27FC236}">
                <a16:creationId xmlns:a16="http://schemas.microsoft.com/office/drawing/2014/main" id="{4F8CDE6D-F488-FA37-85C2-37EA263D8DA1}"/>
              </a:ext>
            </a:extLst>
          </p:cNvPr>
          <p:cNvSpPr>
            <a:spLocks noChangeShapeType="1"/>
          </p:cNvSpPr>
          <p:nvPr/>
        </p:nvSpPr>
        <p:spPr bwMode="auto">
          <a:xfrm rot="4781293">
            <a:off x="3201803" y="4753094"/>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140" name="Group 139">
            <a:extLst>
              <a:ext uri="{FF2B5EF4-FFF2-40B4-BE49-F238E27FC236}">
                <a16:creationId xmlns:a16="http://schemas.microsoft.com/office/drawing/2014/main" id="{2892F36A-0A26-CB19-1AD6-EFAD22D504C6}"/>
              </a:ext>
            </a:extLst>
          </p:cNvPr>
          <p:cNvGrpSpPr/>
          <p:nvPr/>
        </p:nvGrpSpPr>
        <p:grpSpPr>
          <a:xfrm>
            <a:off x="6100073" y="5652073"/>
            <a:ext cx="516796" cy="338181"/>
            <a:chOff x="9497138" y="3394032"/>
            <a:chExt cx="367224" cy="240304"/>
          </a:xfrm>
        </p:grpSpPr>
        <p:sp>
          <p:nvSpPr>
            <p:cNvPr id="141" name="Freeform 235">
              <a:extLst>
                <a:ext uri="{FF2B5EF4-FFF2-40B4-BE49-F238E27FC236}">
                  <a16:creationId xmlns:a16="http://schemas.microsoft.com/office/drawing/2014/main" id="{D56A5A8E-E7CB-69CE-FE5D-AC2CE15D1F6A}"/>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2" name="Oval 141">
              <a:extLst>
                <a:ext uri="{FF2B5EF4-FFF2-40B4-BE49-F238E27FC236}">
                  <a16:creationId xmlns:a16="http://schemas.microsoft.com/office/drawing/2014/main" id="{3B508A3D-DFDA-7276-BA1E-AEA697654633}"/>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43" name="Freeform 237">
              <a:extLst>
                <a:ext uri="{FF2B5EF4-FFF2-40B4-BE49-F238E27FC236}">
                  <a16:creationId xmlns:a16="http://schemas.microsoft.com/office/drawing/2014/main" id="{680FEE6F-C1EA-3DF1-79DB-4BCB2589495A}"/>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238">
              <a:extLst>
                <a:ext uri="{FF2B5EF4-FFF2-40B4-BE49-F238E27FC236}">
                  <a16:creationId xmlns:a16="http://schemas.microsoft.com/office/drawing/2014/main" id="{9874E12D-9132-69C4-F92E-286DD6007401}"/>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239">
              <a:extLst>
                <a:ext uri="{FF2B5EF4-FFF2-40B4-BE49-F238E27FC236}">
                  <a16:creationId xmlns:a16="http://schemas.microsoft.com/office/drawing/2014/main" id="{E2256E61-711B-532C-EC26-71321D572B39}"/>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240">
              <a:extLst>
                <a:ext uri="{FF2B5EF4-FFF2-40B4-BE49-F238E27FC236}">
                  <a16:creationId xmlns:a16="http://schemas.microsoft.com/office/drawing/2014/main" id="{B9C4036E-E891-AEA6-D463-3809E515AA9D}"/>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7" name="Line 10">
            <a:extLst>
              <a:ext uri="{FF2B5EF4-FFF2-40B4-BE49-F238E27FC236}">
                <a16:creationId xmlns:a16="http://schemas.microsoft.com/office/drawing/2014/main" id="{0D368CC7-013F-DCBA-7284-FE3B0752A18E}"/>
              </a:ext>
            </a:extLst>
          </p:cNvPr>
          <p:cNvSpPr>
            <a:spLocks noChangeShapeType="1"/>
          </p:cNvSpPr>
          <p:nvPr/>
        </p:nvSpPr>
        <p:spPr bwMode="auto">
          <a:xfrm rot="4781293" flipH="1">
            <a:off x="5913019" y="5501604"/>
            <a:ext cx="279054" cy="20165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48" name="Line 10">
            <a:extLst>
              <a:ext uri="{FF2B5EF4-FFF2-40B4-BE49-F238E27FC236}">
                <a16:creationId xmlns:a16="http://schemas.microsoft.com/office/drawing/2014/main" id="{5C09D690-9B5D-24A5-73F3-BF87FA61B4C7}"/>
              </a:ext>
            </a:extLst>
          </p:cNvPr>
          <p:cNvSpPr>
            <a:spLocks noChangeShapeType="1"/>
          </p:cNvSpPr>
          <p:nvPr/>
        </p:nvSpPr>
        <p:spPr bwMode="auto">
          <a:xfrm rot="4781293" flipH="1">
            <a:off x="4265127" y="3719954"/>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0" name="Line 10">
            <a:extLst>
              <a:ext uri="{FF2B5EF4-FFF2-40B4-BE49-F238E27FC236}">
                <a16:creationId xmlns:a16="http://schemas.microsoft.com/office/drawing/2014/main" id="{1D1D7BAB-ADA3-ADFB-B0A4-189241AA9B86}"/>
              </a:ext>
            </a:extLst>
          </p:cNvPr>
          <p:cNvSpPr>
            <a:spLocks noChangeShapeType="1"/>
          </p:cNvSpPr>
          <p:nvPr/>
        </p:nvSpPr>
        <p:spPr bwMode="auto">
          <a:xfrm rot="4781293">
            <a:off x="5116793" y="4239408"/>
            <a:ext cx="1304872" cy="64665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2" name="Freeform 109">
            <a:extLst>
              <a:ext uri="{FF2B5EF4-FFF2-40B4-BE49-F238E27FC236}">
                <a16:creationId xmlns:a16="http://schemas.microsoft.com/office/drawing/2014/main" id="{298EA5C3-1925-46B4-7D3E-7BF80D611583}"/>
              </a:ext>
            </a:extLst>
          </p:cNvPr>
          <p:cNvSpPr>
            <a:spLocks/>
          </p:cNvSpPr>
          <p:nvPr/>
        </p:nvSpPr>
        <p:spPr bwMode="auto">
          <a:xfrm>
            <a:off x="6982217" y="3910334"/>
            <a:ext cx="1931099" cy="1743367"/>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53" name="Group 152">
            <a:extLst>
              <a:ext uri="{FF2B5EF4-FFF2-40B4-BE49-F238E27FC236}">
                <a16:creationId xmlns:a16="http://schemas.microsoft.com/office/drawing/2014/main" id="{1013E88D-D7D1-489D-B06B-32B9C5C49A7E}"/>
              </a:ext>
            </a:extLst>
          </p:cNvPr>
          <p:cNvGrpSpPr/>
          <p:nvPr/>
        </p:nvGrpSpPr>
        <p:grpSpPr>
          <a:xfrm>
            <a:off x="7211965" y="4481268"/>
            <a:ext cx="516796" cy="338181"/>
            <a:chOff x="9497138" y="3394032"/>
            <a:chExt cx="367224" cy="240304"/>
          </a:xfrm>
        </p:grpSpPr>
        <p:sp>
          <p:nvSpPr>
            <p:cNvPr id="154" name="Freeform 235">
              <a:extLst>
                <a:ext uri="{FF2B5EF4-FFF2-40B4-BE49-F238E27FC236}">
                  <a16:creationId xmlns:a16="http://schemas.microsoft.com/office/drawing/2014/main" id="{E486ED68-642F-BA59-8452-D5EEFFD3DC53}"/>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5" name="Oval 154">
              <a:extLst>
                <a:ext uri="{FF2B5EF4-FFF2-40B4-BE49-F238E27FC236}">
                  <a16:creationId xmlns:a16="http://schemas.microsoft.com/office/drawing/2014/main" id="{A02AF31C-5F28-B9AC-FA56-AC7DA15D1DA2}"/>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56" name="Freeform 237">
              <a:extLst>
                <a:ext uri="{FF2B5EF4-FFF2-40B4-BE49-F238E27FC236}">
                  <a16:creationId xmlns:a16="http://schemas.microsoft.com/office/drawing/2014/main" id="{DBC65328-1C3F-5E24-3EA1-383E688C6958}"/>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238">
              <a:extLst>
                <a:ext uri="{FF2B5EF4-FFF2-40B4-BE49-F238E27FC236}">
                  <a16:creationId xmlns:a16="http://schemas.microsoft.com/office/drawing/2014/main" id="{090AE499-7C81-46CB-3A13-97CD98B01E70}"/>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239">
              <a:extLst>
                <a:ext uri="{FF2B5EF4-FFF2-40B4-BE49-F238E27FC236}">
                  <a16:creationId xmlns:a16="http://schemas.microsoft.com/office/drawing/2014/main" id="{7D09446D-DA6B-A9BE-56DF-B1CEFE213025}"/>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240">
              <a:extLst>
                <a:ext uri="{FF2B5EF4-FFF2-40B4-BE49-F238E27FC236}">
                  <a16:creationId xmlns:a16="http://schemas.microsoft.com/office/drawing/2014/main" id="{D825C65A-3549-ECF6-88B3-A91777280028}"/>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DC0083DF-4535-CCCE-787D-7F5E140B7346}"/>
              </a:ext>
            </a:extLst>
          </p:cNvPr>
          <p:cNvGrpSpPr/>
          <p:nvPr/>
        </p:nvGrpSpPr>
        <p:grpSpPr>
          <a:xfrm>
            <a:off x="8060208" y="4217827"/>
            <a:ext cx="516796" cy="338181"/>
            <a:chOff x="9497138" y="3394032"/>
            <a:chExt cx="367224" cy="240304"/>
          </a:xfrm>
        </p:grpSpPr>
        <p:sp>
          <p:nvSpPr>
            <p:cNvPr id="161" name="Freeform 235">
              <a:extLst>
                <a:ext uri="{FF2B5EF4-FFF2-40B4-BE49-F238E27FC236}">
                  <a16:creationId xmlns:a16="http://schemas.microsoft.com/office/drawing/2014/main" id="{576A7A60-A6B8-B94F-ED42-BA6D95BBFB5B}"/>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2" name="Oval 161">
              <a:extLst>
                <a:ext uri="{FF2B5EF4-FFF2-40B4-BE49-F238E27FC236}">
                  <a16:creationId xmlns:a16="http://schemas.microsoft.com/office/drawing/2014/main" id="{B8E2BD40-B1EE-AD5C-F1D5-C5A5B17B7A5C}"/>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3" name="Freeform 237">
              <a:extLst>
                <a:ext uri="{FF2B5EF4-FFF2-40B4-BE49-F238E27FC236}">
                  <a16:creationId xmlns:a16="http://schemas.microsoft.com/office/drawing/2014/main" id="{EC306897-E4BC-C6FD-1F53-60561B49B3C6}"/>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Freeform 238">
              <a:extLst>
                <a:ext uri="{FF2B5EF4-FFF2-40B4-BE49-F238E27FC236}">
                  <a16:creationId xmlns:a16="http://schemas.microsoft.com/office/drawing/2014/main" id="{0973B24F-90D3-0D1C-9341-3F024599CF0F}"/>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239">
              <a:extLst>
                <a:ext uri="{FF2B5EF4-FFF2-40B4-BE49-F238E27FC236}">
                  <a16:creationId xmlns:a16="http://schemas.microsoft.com/office/drawing/2014/main" id="{FADDC06C-D1F5-DFB2-FEB7-E660B535E78C}"/>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240">
              <a:extLst>
                <a:ext uri="{FF2B5EF4-FFF2-40B4-BE49-F238E27FC236}">
                  <a16:creationId xmlns:a16="http://schemas.microsoft.com/office/drawing/2014/main" id="{69D12BDF-91B1-8991-6D0B-EC88B673B221}"/>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D4B48331-CFA0-9922-BFC0-EFE4CE88EAA4}"/>
              </a:ext>
            </a:extLst>
          </p:cNvPr>
          <p:cNvGrpSpPr/>
          <p:nvPr/>
        </p:nvGrpSpPr>
        <p:grpSpPr>
          <a:xfrm>
            <a:off x="8146905" y="5057800"/>
            <a:ext cx="516796" cy="338181"/>
            <a:chOff x="9497138" y="3394032"/>
            <a:chExt cx="367224" cy="240304"/>
          </a:xfrm>
        </p:grpSpPr>
        <p:sp>
          <p:nvSpPr>
            <p:cNvPr id="168" name="Freeform 235">
              <a:extLst>
                <a:ext uri="{FF2B5EF4-FFF2-40B4-BE49-F238E27FC236}">
                  <a16:creationId xmlns:a16="http://schemas.microsoft.com/office/drawing/2014/main" id="{809A3738-CB20-33F9-1D5E-6949C391871F}"/>
                </a:ext>
              </a:extLst>
            </p:cNvPr>
            <p:cNvSpPr/>
            <p:nvPr/>
          </p:nvSpPr>
          <p:spPr>
            <a:xfrm>
              <a:off x="9497138" y="3477212"/>
              <a:ext cx="367224" cy="1571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9" name="Oval 168">
              <a:extLst>
                <a:ext uri="{FF2B5EF4-FFF2-40B4-BE49-F238E27FC236}">
                  <a16:creationId xmlns:a16="http://schemas.microsoft.com/office/drawing/2014/main" id="{A9E9F61C-848F-318D-12D9-DCC5D7B595BD}"/>
                </a:ext>
              </a:extLst>
            </p:cNvPr>
            <p:cNvSpPr/>
            <p:nvPr/>
          </p:nvSpPr>
          <p:spPr>
            <a:xfrm>
              <a:off x="9497349" y="3394032"/>
              <a:ext cx="366779" cy="15556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70" name="Freeform 237">
              <a:extLst>
                <a:ext uri="{FF2B5EF4-FFF2-40B4-BE49-F238E27FC236}">
                  <a16:creationId xmlns:a16="http://schemas.microsoft.com/office/drawing/2014/main" id="{B0C30968-BBC9-4E35-6A91-FB718131CBF9}"/>
                </a:ext>
              </a:extLst>
            </p:cNvPr>
            <p:cNvSpPr/>
            <p:nvPr/>
          </p:nvSpPr>
          <p:spPr>
            <a:xfrm>
              <a:off x="9558743" y="3413804"/>
              <a:ext cx="244280" cy="639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Freeform 238">
              <a:extLst>
                <a:ext uri="{FF2B5EF4-FFF2-40B4-BE49-F238E27FC236}">
                  <a16:creationId xmlns:a16="http://schemas.microsoft.com/office/drawing/2014/main" id="{0C4A241E-F1FA-3693-C5B6-F5098BFA8942}"/>
                </a:ext>
              </a:extLst>
            </p:cNvPr>
            <p:cNvSpPr/>
            <p:nvPr/>
          </p:nvSpPr>
          <p:spPr>
            <a:xfrm>
              <a:off x="9582689" y="3441633"/>
              <a:ext cx="194724" cy="864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Freeform 239">
              <a:extLst>
                <a:ext uri="{FF2B5EF4-FFF2-40B4-BE49-F238E27FC236}">
                  <a16:creationId xmlns:a16="http://schemas.microsoft.com/office/drawing/2014/main" id="{753923C9-9513-DFEC-B07B-AD3F87330AE2}"/>
                </a:ext>
              </a:extLst>
            </p:cNvPr>
            <p:cNvSpPr/>
            <p:nvPr/>
          </p:nvSpPr>
          <p:spPr>
            <a:xfrm>
              <a:off x="9718625" y="3468536"/>
              <a:ext cx="91205" cy="5508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Freeform 240">
              <a:extLst>
                <a:ext uri="{FF2B5EF4-FFF2-40B4-BE49-F238E27FC236}">
                  <a16:creationId xmlns:a16="http://schemas.microsoft.com/office/drawing/2014/main" id="{71E075F3-8396-2BE4-F6EF-760ABA7C8345}"/>
                </a:ext>
              </a:extLst>
            </p:cNvPr>
            <p:cNvSpPr/>
            <p:nvPr/>
          </p:nvSpPr>
          <p:spPr>
            <a:xfrm>
              <a:off x="9551600" y="3468536"/>
              <a:ext cx="89556" cy="54448"/>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 name="Line 10">
            <a:extLst>
              <a:ext uri="{FF2B5EF4-FFF2-40B4-BE49-F238E27FC236}">
                <a16:creationId xmlns:a16="http://schemas.microsoft.com/office/drawing/2014/main" id="{3E727798-F58C-E7C0-C15B-0748D304A6BF}"/>
              </a:ext>
            </a:extLst>
          </p:cNvPr>
          <p:cNvSpPr>
            <a:spLocks noChangeShapeType="1"/>
          </p:cNvSpPr>
          <p:nvPr/>
        </p:nvSpPr>
        <p:spPr bwMode="auto">
          <a:xfrm rot="4781293">
            <a:off x="7918992" y="4287180"/>
            <a:ext cx="27302" cy="420094"/>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5" name="Line 10">
            <a:extLst>
              <a:ext uri="{FF2B5EF4-FFF2-40B4-BE49-F238E27FC236}">
                <a16:creationId xmlns:a16="http://schemas.microsoft.com/office/drawing/2014/main" id="{8C4AC701-954D-E46B-F21E-967885C7C5DC}"/>
              </a:ext>
            </a:extLst>
          </p:cNvPr>
          <p:cNvSpPr>
            <a:spLocks noChangeShapeType="1"/>
          </p:cNvSpPr>
          <p:nvPr/>
        </p:nvSpPr>
        <p:spPr bwMode="auto">
          <a:xfrm rot="4781293" flipH="1">
            <a:off x="7699892" y="4735084"/>
            <a:ext cx="446711" cy="47009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76" name="Line 10">
            <a:extLst>
              <a:ext uri="{FF2B5EF4-FFF2-40B4-BE49-F238E27FC236}">
                <a16:creationId xmlns:a16="http://schemas.microsoft.com/office/drawing/2014/main" id="{87B314F4-2191-9864-99C5-E0E0A2CB7F0D}"/>
              </a:ext>
            </a:extLst>
          </p:cNvPr>
          <p:cNvSpPr>
            <a:spLocks noChangeShapeType="1"/>
          </p:cNvSpPr>
          <p:nvPr/>
        </p:nvSpPr>
        <p:spPr bwMode="auto">
          <a:xfrm rot="4781293">
            <a:off x="8093842" y="4773641"/>
            <a:ext cx="515189" cy="52120"/>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75" name="Line 10">
            <a:extLst>
              <a:ext uri="{FF2B5EF4-FFF2-40B4-BE49-F238E27FC236}">
                <a16:creationId xmlns:a16="http://schemas.microsoft.com/office/drawing/2014/main" id="{FDCF5481-E83F-39B1-9924-9C6DEA5EA747}"/>
              </a:ext>
            </a:extLst>
          </p:cNvPr>
          <p:cNvSpPr>
            <a:spLocks noChangeShapeType="1"/>
          </p:cNvSpPr>
          <p:nvPr/>
        </p:nvSpPr>
        <p:spPr bwMode="auto">
          <a:xfrm rot="4781293" flipV="1">
            <a:off x="8817848" y="5115351"/>
            <a:ext cx="437214" cy="769448"/>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51" name="Line 10">
            <a:extLst>
              <a:ext uri="{FF2B5EF4-FFF2-40B4-BE49-F238E27FC236}">
                <a16:creationId xmlns:a16="http://schemas.microsoft.com/office/drawing/2014/main" id="{436F121F-BF87-EB72-5A0C-4B1834A9C3CB}"/>
              </a:ext>
            </a:extLst>
          </p:cNvPr>
          <p:cNvSpPr>
            <a:spLocks noChangeShapeType="1"/>
          </p:cNvSpPr>
          <p:nvPr/>
        </p:nvSpPr>
        <p:spPr bwMode="auto">
          <a:xfrm rot="4781293">
            <a:off x="8886381" y="3645434"/>
            <a:ext cx="298186" cy="88724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0" name="Content Placeholder 2">
            <a:extLst>
              <a:ext uri="{FF2B5EF4-FFF2-40B4-BE49-F238E27FC236}">
                <a16:creationId xmlns:a16="http://schemas.microsoft.com/office/drawing/2014/main" id="{2F4FF954-DB2E-019C-C469-E710EF6E15FF}"/>
              </a:ext>
            </a:extLst>
          </p:cNvPr>
          <p:cNvSpPr txBox="1">
            <a:spLocks/>
          </p:cNvSpPr>
          <p:nvPr/>
        </p:nvSpPr>
        <p:spPr>
          <a:xfrm>
            <a:off x="2251401" y="4065204"/>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3</a:t>
            </a:r>
          </a:p>
        </p:txBody>
      </p:sp>
      <p:sp>
        <p:nvSpPr>
          <p:cNvPr id="14" name="Content Placeholder 2">
            <a:extLst>
              <a:ext uri="{FF2B5EF4-FFF2-40B4-BE49-F238E27FC236}">
                <a16:creationId xmlns:a16="http://schemas.microsoft.com/office/drawing/2014/main" id="{992083EB-B90E-B8D2-8C7F-8DD21CC81E32}"/>
              </a:ext>
            </a:extLst>
          </p:cNvPr>
          <p:cNvSpPr txBox="1">
            <a:spLocks/>
          </p:cNvSpPr>
          <p:nvPr/>
        </p:nvSpPr>
        <p:spPr>
          <a:xfrm>
            <a:off x="4474888" y="4763652"/>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1</a:t>
            </a:r>
          </a:p>
        </p:txBody>
      </p:sp>
      <p:sp>
        <p:nvSpPr>
          <p:cNvPr id="15" name="Content Placeholder 2">
            <a:extLst>
              <a:ext uri="{FF2B5EF4-FFF2-40B4-BE49-F238E27FC236}">
                <a16:creationId xmlns:a16="http://schemas.microsoft.com/office/drawing/2014/main" id="{1DAB01F2-F43E-3BF8-B9A2-F86BE9DE0BD6}"/>
              </a:ext>
            </a:extLst>
          </p:cNvPr>
          <p:cNvSpPr txBox="1">
            <a:spLocks/>
          </p:cNvSpPr>
          <p:nvPr/>
        </p:nvSpPr>
        <p:spPr>
          <a:xfrm>
            <a:off x="7145647" y="4086450"/>
            <a:ext cx="1101283"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b="1"/>
              <a:t>ISP </a:t>
            </a:r>
            <a:r>
              <a:rPr lang="en-US" altLang="zh-CN" sz="2400" b="1"/>
              <a:t>2</a:t>
            </a:r>
            <a:endParaRPr lang="en-US" sz="2400" b="1"/>
          </a:p>
        </p:txBody>
      </p:sp>
      <p:sp>
        <p:nvSpPr>
          <p:cNvPr id="16" name="Freeform 109">
            <a:extLst>
              <a:ext uri="{FF2B5EF4-FFF2-40B4-BE49-F238E27FC236}">
                <a16:creationId xmlns:a16="http://schemas.microsoft.com/office/drawing/2014/main" id="{E7B443DE-AA95-676E-F4BA-1EA8FF79C4F2}"/>
              </a:ext>
            </a:extLst>
          </p:cNvPr>
          <p:cNvSpPr>
            <a:spLocks/>
          </p:cNvSpPr>
          <p:nvPr/>
        </p:nvSpPr>
        <p:spPr bwMode="auto">
          <a:xfrm>
            <a:off x="9419635" y="3429000"/>
            <a:ext cx="1090314" cy="996109"/>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7" name="Line 10">
            <a:extLst>
              <a:ext uri="{FF2B5EF4-FFF2-40B4-BE49-F238E27FC236}">
                <a16:creationId xmlns:a16="http://schemas.microsoft.com/office/drawing/2014/main" id="{83CA3DF3-A75F-50DF-3758-3DEE7A77D970}"/>
              </a:ext>
            </a:extLst>
          </p:cNvPr>
          <p:cNvSpPr>
            <a:spLocks noChangeShapeType="1"/>
          </p:cNvSpPr>
          <p:nvPr/>
        </p:nvSpPr>
        <p:spPr bwMode="auto">
          <a:xfrm rot="4781293" flipH="1">
            <a:off x="2675015" y="4789071"/>
            <a:ext cx="22177" cy="1248873"/>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9" name="Freeform 109">
            <a:extLst>
              <a:ext uri="{FF2B5EF4-FFF2-40B4-BE49-F238E27FC236}">
                <a16:creationId xmlns:a16="http://schemas.microsoft.com/office/drawing/2014/main" id="{A9451B3A-A62E-9C9E-5BAF-279A08ED5F5E}"/>
              </a:ext>
            </a:extLst>
          </p:cNvPr>
          <p:cNvSpPr>
            <a:spLocks/>
          </p:cNvSpPr>
          <p:nvPr/>
        </p:nvSpPr>
        <p:spPr bwMode="auto">
          <a:xfrm>
            <a:off x="1201596" y="5144645"/>
            <a:ext cx="985525" cy="8501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Line 10">
            <a:extLst>
              <a:ext uri="{FF2B5EF4-FFF2-40B4-BE49-F238E27FC236}">
                <a16:creationId xmlns:a16="http://schemas.microsoft.com/office/drawing/2014/main" id="{E8688B24-08AA-4877-F249-79EF74B523ED}"/>
              </a:ext>
            </a:extLst>
          </p:cNvPr>
          <p:cNvSpPr>
            <a:spLocks noChangeShapeType="1"/>
          </p:cNvSpPr>
          <p:nvPr/>
        </p:nvSpPr>
        <p:spPr bwMode="auto">
          <a:xfrm rot="4781293">
            <a:off x="3833670" y="5445868"/>
            <a:ext cx="393667" cy="1256481"/>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1" name="Content Placeholder 2">
            <a:extLst>
              <a:ext uri="{FF2B5EF4-FFF2-40B4-BE49-F238E27FC236}">
                <a16:creationId xmlns:a16="http://schemas.microsoft.com/office/drawing/2014/main" id="{8974D0B5-1A99-C179-682D-5DCBB5EBEAB9}"/>
              </a:ext>
            </a:extLst>
          </p:cNvPr>
          <p:cNvSpPr txBox="1">
            <a:spLocks/>
          </p:cNvSpPr>
          <p:nvPr/>
        </p:nvSpPr>
        <p:spPr>
          <a:xfrm>
            <a:off x="664968" y="3669081"/>
            <a:ext cx="1423734" cy="5213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altLang="zh-CN" sz="2000"/>
              <a:t>subnet 3A</a:t>
            </a:r>
            <a:endParaRPr lang="en-US" sz="2000"/>
          </a:p>
        </p:txBody>
      </p:sp>
      <p:sp>
        <p:nvSpPr>
          <p:cNvPr id="149" name="Line 10">
            <a:extLst>
              <a:ext uri="{FF2B5EF4-FFF2-40B4-BE49-F238E27FC236}">
                <a16:creationId xmlns:a16="http://schemas.microsoft.com/office/drawing/2014/main" id="{20A30309-5A87-E299-1DD0-590EB3D3DEA4}"/>
              </a:ext>
            </a:extLst>
          </p:cNvPr>
          <p:cNvSpPr>
            <a:spLocks noChangeShapeType="1"/>
          </p:cNvSpPr>
          <p:nvPr/>
        </p:nvSpPr>
        <p:spPr bwMode="auto">
          <a:xfrm rot="4781293">
            <a:off x="6380408" y="4233432"/>
            <a:ext cx="348114" cy="1462992"/>
          </a:xfrm>
          <a:prstGeom prst="line">
            <a:avLst/>
          </a:prstGeom>
          <a:noFill/>
          <a:ln w="3175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33" name="Content Placeholder 2">
            <a:extLst>
              <a:ext uri="{FF2B5EF4-FFF2-40B4-BE49-F238E27FC236}">
                <a16:creationId xmlns:a16="http://schemas.microsoft.com/office/drawing/2014/main" id="{54AA428D-4421-EDCB-E3C5-03B5202E6992}"/>
              </a:ext>
            </a:extLst>
          </p:cNvPr>
          <p:cNvSpPr txBox="1">
            <a:spLocks/>
          </p:cNvSpPr>
          <p:nvPr/>
        </p:nvSpPr>
        <p:spPr>
          <a:xfrm>
            <a:off x="941174" y="5431834"/>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3B</a:t>
            </a:r>
            <a:endParaRPr lang="en-US"/>
          </a:p>
        </p:txBody>
      </p:sp>
      <p:sp>
        <p:nvSpPr>
          <p:cNvPr id="34" name="Content Placeholder 2">
            <a:extLst>
              <a:ext uri="{FF2B5EF4-FFF2-40B4-BE49-F238E27FC236}">
                <a16:creationId xmlns:a16="http://schemas.microsoft.com/office/drawing/2014/main" id="{E5BC8BDE-7E7B-F150-CCC5-1733BF2634F5}"/>
              </a:ext>
            </a:extLst>
          </p:cNvPr>
          <p:cNvSpPr txBox="1">
            <a:spLocks/>
          </p:cNvSpPr>
          <p:nvPr/>
        </p:nvSpPr>
        <p:spPr>
          <a:xfrm>
            <a:off x="9275420" y="3724338"/>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2A</a:t>
            </a:r>
            <a:endParaRPr lang="en-US"/>
          </a:p>
        </p:txBody>
      </p:sp>
      <p:sp>
        <p:nvSpPr>
          <p:cNvPr id="35" name="Content Placeholder 2">
            <a:extLst>
              <a:ext uri="{FF2B5EF4-FFF2-40B4-BE49-F238E27FC236}">
                <a16:creationId xmlns:a16="http://schemas.microsoft.com/office/drawing/2014/main" id="{44EEFC3B-5FBE-683B-1504-497973B33A46}"/>
              </a:ext>
            </a:extLst>
          </p:cNvPr>
          <p:cNvSpPr txBox="1">
            <a:spLocks/>
          </p:cNvSpPr>
          <p:nvPr/>
        </p:nvSpPr>
        <p:spPr>
          <a:xfrm>
            <a:off x="9219616" y="5569720"/>
            <a:ext cx="1423734" cy="521314"/>
          </a:xfrm>
          <a:prstGeom prst="rect">
            <a:avLst/>
          </a:prstGeom>
        </p:spPr>
        <p:txBody>
          <a:bodyPr vert="horz" lIns="91440" tIns="45720" rIns="91440" bIns="45720" rtlCol="0">
            <a:normAutofit/>
          </a:bodyPr>
          <a:lstStyle>
            <a:defPPr>
              <a:defRPr lang="en-US"/>
            </a:defPPr>
            <a:lvl1pPr marL="130175" indent="0">
              <a:lnSpc>
                <a:spcPct val="90000"/>
              </a:lnSpc>
              <a:spcBef>
                <a:spcPts val="1000"/>
              </a:spcBef>
              <a:buClr>
                <a:srgbClr val="0000A3"/>
              </a:buClr>
              <a:buFont typeface="Wingdings" pitchFamily="2" charset="2"/>
              <a:buNone/>
              <a:tabLst/>
              <a:defRPr sz="2000"/>
            </a:lvl1pPr>
            <a:lvl2pPr marL="695325" indent="-231775">
              <a:lnSpc>
                <a:spcPct val="90000"/>
              </a:lnSpc>
              <a:spcBef>
                <a:spcPts val="500"/>
              </a:spcBef>
              <a:buClr>
                <a:srgbClr val="0000A8"/>
              </a:buClr>
              <a:buFont typeface="Arial" panose="020B0604020202020204" pitchFamily="34" charset="0"/>
              <a:buChar char="•"/>
              <a:tabLst/>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a:t>subnet 2B</a:t>
            </a:r>
            <a:endParaRPr lang="en-US"/>
          </a:p>
        </p:txBody>
      </p:sp>
      <p:sp>
        <p:nvSpPr>
          <p:cNvPr id="9" name="Rectangle 3">
            <a:extLst>
              <a:ext uri="{FF2B5EF4-FFF2-40B4-BE49-F238E27FC236}">
                <a16:creationId xmlns:a16="http://schemas.microsoft.com/office/drawing/2014/main" id="{814F64AB-595C-531B-95F3-678F1F6E48BC}"/>
              </a:ext>
            </a:extLst>
          </p:cNvPr>
          <p:cNvSpPr txBox="1">
            <a:spLocks noChangeArrowheads="1"/>
          </p:cNvSpPr>
          <p:nvPr/>
        </p:nvSpPr>
        <p:spPr bwMode="auto">
          <a:xfrm>
            <a:off x="860526" y="1381215"/>
            <a:ext cx="4984315" cy="2266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Font typeface="Wingdings" charset="0"/>
              <a:buNone/>
            </a:pPr>
            <a:r>
              <a:rPr lang="en-US" kern="0">
                <a:solidFill>
                  <a:srgbClr val="C00000"/>
                </a:solidFill>
              </a:rPr>
              <a:t>scale: </a:t>
            </a:r>
            <a:r>
              <a:rPr lang="en-US" kern="0"/>
              <a:t>billions of destinations:</a:t>
            </a:r>
          </a:p>
          <a:p>
            <a:r>
              <a:rPr lang="en-US" sz="2400" kern="0"/>
              <a:t>can’</a:t>
            </a:r>
            <a:r>
              <a:rPr lang="en-US" altLang="ja-JP" sz="2400" kern="0"/>
              <a:t>t store all destinations in routing tables!</a:t>
            </a:r>
          </a:p>
          <a:p>
            <a:r>
              <a:rPr lang="en-US" sz="2400" kern="0"/>
              <a:t>routing table exchange would swamp links!</a:t>
            </a:r>
            <a:r>
              <a:rPr lang="en-US" kern="0"/>
              <a:t> </a:t>
            </a:r>
          </a:p>
          <a:p>
            <a:endParaRPr lang="en-US" kern="0">
              <a:latin typeface="Gill Sans MT" charset="0"/>
            </a:endParaRPr>
          </a:p>
          <a:p>
            <a:endParaRPr lang="en-US" kern="0">
              <a:latin typeface="Gill Sans MT" charset="0"/>
            </a:endParaRPr>
          </a:p>
        </p:txBody>
      </p:sp>
      <p:sp>
        <p:nvSpPr>
          <p:cNvPr id="10" name="Rectangle 4">
            <a:extLst>
              <a:ext uri="{FF2B5EF4-FFF2-40B4-BE49-F238E27FC236}">
                <a16:creationId xmlns:a16="http://schemas.microsoft.com/office/drawing/2014/main" id="{E311A275-93D7-0037-B497-72F146023D74}"/>
              </a:ext>
            </a:extLst>
          </p:cNvPr>
          <p:cNvSpPr txBox="1">
            <a:spLocks noChangeArrowheads="1"/>
          </p:cNvSpPr>
          <p:nvPr/>
        </p:nvSpPr>
        <p:spPr bwMode="auto">
          <a:xfrm>
            <a:off x="6283252" y="1369212"/>
            <a:ext cx="5361270" cy="251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u="none" strike="noStrike" kern="0" cap="none" spc="0" normalizeH="0" baseline="0" noProof="0">
                <a:ln>
                  <a:noFill/>
                </a:ln>
                <a:solidFill>
                  <a:srgbClr val="C00000"/>
                </a:solidFill>
                <a:effectLst/>
                <a:uLnTx/>
                <a:uFillTx/>
                <a:ea typeface="ＭＳ Ｐゴシック" charset="0"/>
                <a:cs typeface="+mn-cs"/>
              </a:rPr>
              <a:t>administrative autonomy:</a:t>
            </a:r>
          </a:p>
          <a:p>
            <a:pPr marR="0" lvl="0" indent="-2190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400" b="0" i="0" u="none" strike="noStrike" kern="0" cap="none" spc="0" normalizeH="0" baseline="0" noProof="0">
                <a:ln>
                  <a:noFill/>
                </a:ln>
                <a:solidFill>
                  <a:srgbClr val="000000"/>
                </a:solidFill>
                <a:effectLst/>
                <a:uLnTx/>
                <a:uFillTx/>
                <a:ea typeface="ＭＳ Ｐゴシック" charset="0"/>
                <a:cs typeface="+mn-cs"/>
              </a:rPr>
              <a:t>Internet: a network of networks</a:t>
            </a:r>
          </a:p>
          <a:p>
            <a:pPr marR="0" lvl="0" indent="-2190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400" b="0" i="0" u="none" strike="noStrike" kern="0" cap="none" spc="0" normalizeH="0" baseline="0" noProof="0">
                <a:ln>
                  <a:noFill/>
                </a:ln>
                <a:solidFill>
                  <a:srgbClr val="000000"/>
                </a:solidFill>
                <a:effectLst/>
                <a:uLnTx/>
                <a:uFillTx/>
                <a:ea typeface="ＭＳ Ｐゴシック" charset="0"/>
                <a:cs typeface="+mn-cs"/>
              </a:rPr>
              <a:t>each network admin may want to control routing in its own network</a:t>
            </a:r>
          </a:p>
        </p:txBody>
      </p:sp>
      <p:sp>
        <p:nvSpPr>
          <p:cNvPr id="3" name="TextBox 2">
            <a:extLst>
              <a:ext uri="{FF2B5EF4-FFF2-40B4-BE49-F238E27FC236}">
                <a16:creationId xmlns:a16="http://schemas.microsoft.com/office/drawing/2014/main" id="{AC9C24FC-1447-4EEB-87B1-82DC2D947492}"/>
              </a:ext>
            </a:extLst>
          </p:cNvPr>
          <p:cNvSpPr txBox="1"/>
          <p:nvPr/>
        </p:nvSpPr>
        <p:spPr>
          <a:xfrm>
            <a:off x="2594392" y="3636271"/>
            <a:ext cx="6418468" cy="646331"/>
          </a:xfrm>
          <a:prstGeom prst="rect">
            <a:avLst/>
          </a:prstGeom>
          <a:solidFill>
            <a:schemeClr val="bg1"/>
          </a:solidFill>
          <a:ln w="28575">
            <a:solidFill>
              <a:srgbClr val="C00000"/>
            </a:solidFill>
          </a:ln>
        </p:spPr>
        <p:txBody>
          <a:bodyPr wrap="square" rtlCol="0">
            <a:spAutoFit/>
          </a:bodyPr>
          <a:lstStyle/>
          <a:p>
            <a:pPr algn="ctr"/>
            <a:r>
              <a:rPr lang="en-HK" sz="3600" kern="0">
                <a:solidFill>
                  <a:srgbClr val="C00000"/>
                </a:solidFill>
                <a:ea typeface="ＭＳ Ｐゴシック" charset="0"/>
              </a:rPr>
              <a:t>Solution: </a:t>
            </a:r>
            <a:r>
              <a:rPr lang="en-HK" sz="3600" kern="0">
                <a:ea typeface="ＭＳ Ｐゴシック" charset="0"/>
              </a:rPr>
              <a:t>Hierarchical Routing </a:t>
            </a:r>
          </a:p>
        </p:txBody>
      </p:sp>
    </p:spTree>
    <p:extLst>
      <p:ext uri="{BB962C8B-B14F-4D97-AF65-F5344CB8AC3E}">
        <p14:creationId xmlns:p14="http://schemas.microsoft.com/office/powerpoint/2010/main" val="1507264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7BA213B-068E-DC4B-B1E8-7B6FBA112986}"/>
              </a:ext>
            </a:extLst>
          </p:cNvPr>
          <p:cNvSpPr>
            <a:spLocks noGrp="1"/>
          </p:cNvSpPr>
          <p:nvPr>
            <p:ph idx="1"/>
          </p:nvPr>
        </p:nvSpPr>
        <p:spPr>
          <a:xfrm>
            <a:off x="788096" y="1561188"/>
            <a:ext cx="10515600" cy="4351338"/>
          </a:xfrm>
        </p:spPr>
        <p:txBody>
          <a:bodyPr/>
          <a:lstStyle/>
          <a:p>
            <a:pPr marL="130175" indent="0">
              <a:buNone/>
            </a:pPr>
            <a:r>
              <a:rPr lang="en-US" sz="3200"/>
              <a:t>aggregate routers into regions known as </a:t>
            </a:r>
            <a:r>
              <a:rPr lang="en-US" sz="3200">
                <a:solidFill>
                  <a:srgbClr val="0000A8"/>
                </a:solidFill>
              </a:rPr>
              <a:t>“autonomous systems”</a:t>
            </a:r>
            <a:r>
              <a:rPr lang="en-US" sz="3200"/>
              <a:t> (AS) (a.k.a. “</a:t>
            </a:r>
            <a:r>
              <a:rPr lang="en-US" sz="3200">
                <a:solidFill>
                  <a:srgbClr val="0000A8"/>
                </a:solidFill>
              </a:rPr>
              <a:t>domains</a:t>
            </a:r>
            <a:r>
              <a:rPr lang="en-US" sz="3200"/>
              <a:t>”)</a:t>
            </a:r>
          </a:p>
        </p:txBody>
      </p:sp>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p:txBody>
          <a:bodyPr>
            <a:normAutofit/>
          </a:bodyPr>
          <a:lstStyle/>
          <a:p>
            <a:r>
              <a:rPr lang="en-HK" sz="4400" kern="0">
                <a:ea typeface="ＭＳ Ｐゴシック" charset="0"/>
              </a:rPr>
              <a:t>Hierarchical routing</a:t>
            </a:r>
            <a:endParaRPr lang="en-US" sz="4800">
              <a:latin typeface="+mn-lt"/>
            </a:endParaRPr>
          </a:p>
        </p:txBody>
      </p:sp>
      <p:sp>
        <p:nvSpPr>
          <p:cNvPr id="11" name="Rectangle 3">
            <a:extLst>
              <a:ext uri="{FF2B5EF4-FFF2-40B4-BE49-F238E27FC236}">
                <a16:creationId xmlns:a16="http://schemas.microsoft.com/office/drawing/2014/main" id="{F9B3A519-428E-254A-A0D8-474D6ECEC54E}"/>
              </a:ext>
            </a:extLst>
          </p:cNvPr>
          <p:cNvSpPr txBox="1">
            <a:spLocks noChangeArrowheads="1"/>
          </p:cNvSpPr>
          <p:nvPr/>
        </p:nvSpPr>
        <p:spPr bwMode="auto">
          <a:xfrm>
            <a:off x="952500" y="2904546"/>
            <a:ext cx="5635668" cy="3659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indent="0">
              <a:buNone/>
            </a:pPr>
            <a:r>
              <a:rPr lang="en-US" sz="3200" kern="0">
                <a:solidFill>
                  <a:srgbClr val="C00000"/>
                </a:solidFill>
              </a:rPr>
              <a:t>intra-AS (aka “intra-domain”): </a:t>
            </a:r>
            <a:r>
              <a:rPr lang="en-US" kern="0"/>
              <a:t>routing among routers </a:t>
            </a:r>
            <a:r>
              <a:rPr lang="en-US" i="1" kern="0"/>
              <a:t>within same AS (“network”)</a:t>
            </a:r>
          </a:p>
          <a:p>
            <a:pPr>
              <a:lnSpc>
                <a:spcPct val="90000"/>
              </a:lnSpc>
              <a:spcBef>
                <a:spcPts val="400"/>
              </a:spcBef>
            </a:pPr>
            <a:r>
              <a:rPr lang="en-US" sz="2400" kern="0"/>
              <a:t>all routers in AS must run same intra-domain protocol</a:t>
            </a:r>
          </a:p>
          <a:p>
            <a:pPr>
              <a:lnSpc>
                <a:spcPct val="90000"/>
              </a:lnSpc>
              <a:spcBef>
                <a:spcPts val="400"/>
              </a:spcBef>
            </a:pPr>
            <a:r>
              <a:rPr lang="en-US" sz="2400" kern="0"/>
              <a:t>routers in different AS can run different intra-domain routing protocols</a:t>
            </a:r>
          </a:p>
          <a:p>
            <a:pPr>
              <a:lnSpc>
                <a:spcPct val="90000"/>
              </a:lnSpc>
              <a:spcBef>
                <a:spcPts val="400"/>
              </a:spcBef>
            </a:pPr>
            <a:r>
              <a:rPr lang="en-US" sz="2400" kern="0">
                <a:solidFill>
                  <a:srgbClr val="0000A8"/>
                </a:solidFill>
              </a:rPr>
              <a:t>gateway router: </a:t>
            </a:r>
            <a:r>
              <a:rPr lang="en-US" sz="2400" kern="0"/>
              <a:t>at “edge” of its own AS, has link(s) to router(s) in other AS’es</a:t>
            </a:r>
          </a:p>
          <a:p>
            <a:endParaRPr lang="en-US" kern="0">
              <a:latin typeface="Gill Sans MT" charset="0"/>
            </a:endParaRPr>
          </a:p>
          <a:p>
            <a:endParaRPr lang="en-US" kern="0">
              <a:latin typeface="Gill Sans MT" charset="0"/>
            </a:endParaRPr>
          </a:p>
        </p:txBody>
      </p:sp>
      <p:sp>
        <p:nvSpPr>
          <p:cNvPr id="12" name="Rectangle 4">
            <a:extLst>
              <a:ext uri="{FF2B5EF4-FFF2-40B4-BE49-F238E27FC236}">
                <a16:creationId xmlns:a16="http://schemas.microsoft.com/office/drawing/2014/main" id="{F4EA3DB5-195F-1A49-92C3-E48E324A5BA4}"/>
              </a:ext>
            </a:extLst>
          </p:cNvPr>
          <p:cNvSpPr txBox="1">
            <a:spLocks noChangeArrowheads="1"/>
          </p:cNvSpPr>
          <p:nvPr/>
        </p:nvSpPr>
        <p:spPr bwMode="auto">
          <a:xfrm>
            <a:off x="6864096" y="2928482"/>
            <a:ext cx="5160890" cy="251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lvl="0">
              <a:buNone/>
              <a:defRPr/>
            </a:pPr>
            <a:r>
              <a:rPr lang="en-US" sz="3200" kern="0">
                <a:solidFill>
                  <a:srgbClr val="CC0000"/>
                </a:solidFill>
                <a:cs typeface="+mn-cs"/>
              </a:rPr>
              <a:t>inter-AS (aka “inter-domain”): </a:t>
            </a:r>
            <a:r>
              <a:rPr lang="en-US" kern="0">
                <a:cs typeface="+mn-cs"/>
              </a:rPr>
              <a:t>routing </a:t>
            </a:r>
            <a:r>
              <a:rPr lang="en-US" i="1" kern="0">
                <a:solidFill>
                  <a:srgbClr val="0000A8"/>
                </a:solidFill>
                <a:cs typeface="+mn-cs"/>
              </a:rPr>
              <a:t>among</a:t>
            </a:r>
            <a:r>
              <a:rPr lang="en-US" kern="0">
                <a:cs typeface="+mn-cs"/>
              </a:rPr>
              <a:t> AS’es</a:t>
            </a:r>
          </a:p>
          <a:p>
            <a:pPr marL="409575" lvl="0" indent="-285750">
              <a:buFont typeface="Wingdings" pitchFamily="2" charset="2"/>
              <a:buChar char="§"/>
              <a:defRPr/>
            </a:pPr>
            <a:r>
              <a:rPr lang="en-US" sz="2400" kern="0">
                <a:cs typeface="+mn-cs"/>
              </a:rPr>
              <a:t>gateways perform inter-domain routing (as well as intra-domain routing)</a:t>
            </a:r>
          </a:p>
        </p:txBody>
      </p:sp>
    </p:spTree>
    <p:extLst>
      <p:ext uri="{BB962C8B-B14F-4D97-AF65-F5344CB8AC3E}">
        <p14:creationId xmlns:p14="http://schemas.microsoft.com/office/powerpoint/2010/main" val="1713521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p:txBody>
          <a:bodyPr>
            <a:normAutofit/>
          </a:bodyPr>
          <a:lstStyle/>
          <a:p>
            <a:r>
              <a:rPr lang="en-US" b="0" kern="0">
                <a:solidFill>
                  <a:srgbClr val="000099"/>
                </a:solidFill>
                <a:latin typeface="+mn-lt"/>
                <a:ea typeface="ＭＳ Ｐゴシック" charset="0"/>
              </a:rPr>
              <a:t>Interconnected ASes</a:t>
            </a:r>
            <a:endParaRPr lang="en-US" sz="4800">
              <a:latin typeface="+mn-lt"/>
            </a:endParaRPr>
          </a:p>
        </p:txBody>
      </p:sp>
      <p:sp>
        <p:nvSpPr>
          <p:cNvPr id="133" name="Freeform 3">
            <a:extLst>
              <a:ext uri="{FF2B5EF4-FFF2-40B4-BE49-F238E27FC236}">
                <a16:creationId xmlns:a16="http://schemas.microsoft.com/office/drawing/2014/main" id="{E9C365D2-5973-C342-80CF-5D128AC2921C}"/>
              </a:ext>
            </a:extLst>
          </p:cNvPr>
          <p:cNvSpPr>
            <a:spLocks/>
          </p:cNvSpPr>
          <p:nvPr/>
        </p:nvSpPr>
        <p:spPr bwMode="auto">
          <a:xfrm>
            <a:off x="5446783" y="4100650"/>
            <a:ext cx="2351995" cy="1511508"/>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4" name="Freeform 4">
            <a:extLst>
              <a:ext uri="{FF2B5EF4-FFF2-40B4-BE49-F238E27FC236}">
                <a16:creationId xmlns:a16="http://schemas.microsoft.com/office/drawing/2014/main" id="{4090092D-F797-484C-B1D2-AD83E59BF3EE}"/>
              </a:ext>
            </a:extLst>
          </p:cNvPr>
          <p:cNvSpPr>
            <a:spLocks/>
          </p:cNvSpPr>
          <p:nvPr/>
        </p:nvSpPr>
        <p:spPr bwMode="auto">
          <a:xfrm>
            <a:off x="1620228" y="3847012"/>
            <a:ext cx="1832250" cy="1498236"/>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5" name="Freeform 5">
            <a:extLst>
              <a:ext uri="{FF2B5EF4-FFF2-40B4-BE49-F238E27FC236}">
                <a16:creationId xmlns:a16="http://schemas.microsoft.com/office/drawing/2014/main" id="{D3A2AF50-CEA9-924C-8C29-0549AF5748DF}"/>
              </a:ext>
            </a:extLst>
          </p:cNvPr>
          <p:cNvSpPr>
            <a:spLocks/>
          </p:cNvSpPr>
          <p:nvPr/>
        </p:nvSpPr>
        <p:spPr bwMode="auto">
          <a:xfrm>
            <a:off x="2802795" y="4927925"/>
            <a:ext cx="2930139" cy="1167917"/>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6" name="Oval 6">
            <a:extLst>
              <a:ext uri="{FF2B5EF4-FFF2-40B4-BE49-F238E27FC236}">
                <a16:creationId xmlns:a16="http://schemas.microsoft.com/office/drawing/2014/main" id="{D886B232-293A-5347-8A9F-D005603A3D64}"/>
              </a:ext>
            </a:extLst>
          </p:cNvPr>
          <p:cNvSpPr>
            <a:spLocks noChangeArrowheads="1"/>
          </p:cNvSpPr>
          <p:nvPr/>
        </p:nvSpPr>
        <p:spPr bwMode="auto">
          <a:xfrm>
            <a:off x="2001278" y="492645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7" name="Line 7">
            <a:extLst>
              <a:ext uri="{FF2B5EF4-FFF2-40B4-BE49-F238E27FC236}">
                <a16:creationId xmlns:a16="http://schemas.microsoft.com/office/drawing/2014/main" id="{48D605CF-ABE3-1B4F-A232-D527090F964F}"/>
              </a:ext>
            </a:extLst>
          </p:cNvPr>
          <p:cNvSpPr>
            <a:spLocks noChangeShapeType="1"/>
          </p:cNvSpPr>
          <p:nvPr/>
        </p:nvSpPr>
        <p:spPr bwMode="auto">
          <a:xfrm>
            <a:off x="2001278"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8" name="Line 8">
            <a:extLst>
              <a:ext uri="{FF2B5EF4-FFF2-40B4-BE49-F238E27FC236}">
                <a16:creationId xmlns:a16="http://schemas.microsoft.com/office/drawing/2014/main" id="{6E612E8D-CA6C-F94A-8F5F-7BEED5AE7E82}"/>
              </a:ext>
            </a:extLst>
          </p:cNvPr>
          <p:cNvSpPr>
            <a:spLocks noChangeShapeType="1"/>
          </p:cNvSpPr>
          <p:nvPr/>
        </p:nvSpPr>
        <p:spPr bwMode="auto">
          <a:xfrm>
            <a:off x="2458245"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9" name="Rectangle 9">
            <a:extLst>
              <a:ext uri="{FF2B5EF4-FFF2-40B4-BE49-F238E27FC236}">
                <a16:creationId xmlns:a16="http://schemas.microsoft.com/office/drawing/2014/main" id="{0E2B504C-B9E0-FC47-9368-53C623397F64}"/>
              </a:ext>
            </a:extLst>
          </p:cNvPr>
          <p:cNvSpPr>
            <a:spLocks noChangeArrowheads="1"/>
          </p:cNvSpPr>
          <p:nvPr/>
        </p:nvSpPr>
        <p:spPr bwMode="auto">
          <a:xfrm>
            <a:off x="2001278" y="4916128"/>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0" name="Oval 10">
            <a:extLst>
              <a:ext uri="{FF2B5EF4-FFF2-40B4-BE49-F238E27FC236}">
                <a16:creationId xmlns:a16="http://schemas.microsoft.com/office/drawing/2014/main" id="{9EFBE396-B625-0344-8E23-5BBAD57A09A7}"/>
              </a:ext>
            </a:extLst>
          </p:cNvPr>
          <p:cNvSpPr>
            <a:spLocks noChangeArrowheads="1"/>
          </p:cNvSpPr>
          <p:nvPr/>
        </p:nvSpPr>
        <p:spPr bwMode="auto">
          <a:xfrm>
            <a:off x="1996898" y="4829124"/>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1" name="Rectangle 11">
            <a:extLst>
              <a:ext uri="{FF2B5EF4-FFF2-40B4-BE49-F238E27FC236}">
                <a16:creationId xmlns:a16="http://schemas.microsoft.com/office/drawing/2014/main" id="{F0DBD69C-A5DB-DC4A-AE43-093463BEFD9F}"/>
              </a:ext>
            </a:extLst>
          </p:cNvPr>
          <p:cNvSpPr>
            <a:spLocks noChangeArrowheads="1"/>
          </p:cNvSpPr>
          <p:nvPr/>
        </p:nvSpPr>
        <p:spPr bwMode="auto">
          <a:xfrm>
            <a:off x="2123914" y="4848294"/>
            <a:ext cx="205854" cy="18285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2" name="Text Box 12">
            <a:extLst>
              <a:ext uri="{FF2B5EF4-FFF2-40B4-BE49-F238E27FC236}">
                <a16:creationId xmlns:a16="http://schemas.microsoft.com/office/drawing/2014/main" id="{9C707F26-D218-B941-ACA7-2537E8CEE743}"/>
              </a:ext>
            </a:extLst>
          </p:cNvPr>
          <p:cNvSpPr txBox="1">
            <a:spLocks noChangeArrowheads="1"/>
          </p:cNvSpPr>
          <p:nvPr/>
        </p:nvSpPr>
        <p:spPr bwMode="auto">
          <a:xfrm>
            <a:off x="1998358" y="4752442"/>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3" name="Oval 13">
            <a:extLst>
              <a:ext uri="{FF2B5EF4-FFF2-40B4-BE49-F238E27FC236}">
                <a16:creationId xmlns:a16="http://schemas.microsoft.com/office/drawing/2014/main" id="{F5CAF371-FE17-244E-B591-ECED8083E85E}"/>
              </a:ext>
            </a:extLst>
          </p:cNvPr>
          <p:cNvSpPr>
            <a:spLocks noChangeArrowheads="1"/>
          </p:cNvSpPr>
          <p:nvPr/>
        </p:nvSpPr>
        <p:spPr bwMode="auto">
          <a:xfrm>
            <a:off x="3779509" y="5820083"/>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4" name="Line 14">
            <a:extLst>
              <a:ext uri="{FF2B5EF4-FFF2-40B4-BE49-F238E27FC236}">
                <a16:creationId xmlns:a16="http://schemas.microsoft.com/office/drawing/2014/main" id="{21854A4C-DB2D-E340-B5A9-97C52C8C104F}"/>
              </a:ext>
            </a:extLst>
          </p:cNvPr>
          <p:cNvSpPr>
            <a:spLocks noChangeShapeType="1"/>
          </p:cNvSpPr>
          <p:nvPr/>
        </p:nvSpPr>
        <p:spPr bwMode="auto">
          <a:xfrm>
            <a:off x="3779509"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5" name="Line 15">
            <a:extLst>
              <a:ext uri="{FF2B5EF4-FFF2-40B4-BE49-F238E27FC236}">
                <a16:creationId xmlns:a16="http://schemas.microsoft.com/office/drawing/2014/main" id="{E1CB0695-60DD-C243-A589-4B84D9A97D8C}"/>
              </a:ext>
            </a:extLst>
          </p:cNvPr>
          <p:cNvSpPr>
            <a:spLocks noChangeShapeType="1"/>
          </p:cNvSpPr>
          <p:nvPr/>
        </p:nvSpPr>
        <p:spPr bwMode="auto">
          <a:xfrm>
            <a:off x="4236476"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6" name="Rectangle 16">
            <a:extLst>
              <a:ext uri="{FF2B5EF4-FFF2-40B4-BE49-F238E27FC236}">
                <a16:creationId xmlns:a16="http://schemas.microsoft.com/office/drawing/2014/main" id="{5BD440AE-D73F-7F45-9AA6-838A5A161111}"/>
              </a:ext>
            </a:extLst>
          </p:cNvPr>
          <p:cNvSpPr>
            <a:spLocks noChangeArrowheads="1"/>
          </p:cNvSpPr>
          <p:nvPr/>
        </p:nvSpPr>
        <p:spPr bwMode="auto">
          <a:xfrm>
            <a:off x="3779509" y="5809761"/>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7" name="Oval 17">
            <a:extLst>
              <a:ext uri="{FF2B5EF4-FFF2-40B4-BE49-F238E27FC236}">
                <a16:creationId xmlns:a16="http://schemas.microsoft.com/office/drawing/2014/main" id="{E5795699-8636-AB42-9278-8D9E1A42842D}"/>
              </a:ext>
            </a:extLst>
          </p:cNvPr>
          <p:cNvSpPr>
            <a:spLocks noChangeArrowheads="1"/>
          </p:cNvSpPr>
          <p:nvPr/>
        </p:nvSpPr>
        <p:spPr bwMode="auto">
          <a:xfrm>
            <a:off x="3775129" y="5722757"/>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48" name="Group 18">
            <a:extLst>
              <a:ext uri="{FF2B5EF4-FFF2-40B4-BE49-F238E27FC236}">
                <a16:creationId xmlns:a16="http://schemas.microsoft.com/office/drawing/2014/main" id="{6B8409BD-7477-6747-91EB-78CFC8F8BA47}"/>
              </a:ext>
            </a:extLst>
          </p:cNvPr>
          <p:cNvGrpSpPr>
            <a:grpSpLocks/>
          </p:cNvGrpSpPr>
          <p:nvPr/>
        </p:nvGrpSpPr>
        <p:grpSpPr bwMode="auto">
          <a:xfrm>
            <a:off x="3778049" y="5637228"/>
            <a:ext cx="468647" cy="396679"/>
            <a:chOff x="2897" y="2425"/>
            <a:chExt cx="323" cy="269"/>
          </a:xfrm>
        </p:grpSpPr>
        <p:sp>
          <p:nvSpPr>
            <p:cNvPr id="251" name="Rectangle 19">
              <a:extLst>
                <a:ext uri="{FF2B5EF4-FFF2-40B4-BE49-F238E27FC236}">
                  <a16:creationId xmlns:a16="http://schemas.microsoft.com/office/drawing/2014/main" id="{7D7609E8-756E-1B41-AE93-5463D8AF72AE}"/>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2" name="Text Box 20">
              <a:extLst>
                <a:ext uri="{FF2B5EF4-FFF2-40B4-BE49-F238E27FC236}">
                  <a16:creationId xmlns:a16="http://schemas.microsoft.com/office/drawing/2014/main" id="{7B4233D3-81BD-B448-80FE-0C01096615A5}"/>
                </a:ext>
              </a:extLst>
            </p:cNvPr>
            <p:cNvSpPr txBox="1">
              <a:spLocks noChangeArrowheads="1"/>
            </p:cNvSpPr>
            <p:nvPr/>
          </p:nvSpPr>
          <p:spPr bwMode="auto">
            <a:xfrm>
              <a:off x="2897" y="2425"/>
              <a:ext cx="323"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1d</a:t>
              </a:r>
            </a:p>
          </p:txBody>
        </p:sp>
      </p:grpSp>
      <p:sp>
        <p:nvSpPr>
          <p:cNvPr id="149" name="Oval 21">
            <a:extLst>
              <a:ext uri="{FF2B5EF4-FFF2-40B4-BE49-F238E27FC236}">
                <a16:creationId xmlns:a16="http://schemas.microsoft.com/office/drawing/2014/main" id="{7AA5B5C8-99AF-D744-91DD-4758CEDCAEAA}"/>
              </a:ext>
            </a:extLst>
          </p:cNvPr>
          <p:cNvSpPr>
            <a:spLocks noChangeArrowheads="1"/>
          </p:cNvSpPr>
          <p:nvPr/>
        </p:nvSpPr>
        <p:spPr bwMode="auto">
          <a:xfrm>
            <a:off x="2820315" y="4731797"/>
            <a:ext cx="456967" cy="1223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0" name="Line 22">
            <a:extLst>
              <a:ext uri="{FF2B5EF4-FFF2-40B4-BE49-F238E27FC236}">
                <a16:creationId xmlns:a16="http://schemas.microsoft.com/office/drawing/2014/main" id="{3F1A6000-25C3-6A47-897A-6B2052E82150}"/>
              </a:ext>
            </a:extLst>
          </p:cNvPr>
          <p:cNvSpPr>
            <a:spLocks noChangeShapeType="1"/>
          </p:cNvSpPr>
          <p:nvPr/>
        </p:nvSpPr>
        <p:spPr bwMode="auto">
          <a:xfrm>
            <a:off x="2820315"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1" name="Line 23">
            <a:extLst>
              <a:ext uri="{FF2B5EF4-FFF2-40B4-BE49-F238E27FC236}">
                <a16:creationId xmlns:a16="http://schemas.microsoft.com/office/drawing/2014/main" id="{2C6C2593-75EB-9041-B98E-049BD334D460}"/>
              </a:ext>
            </a:extLst>
          </p:cNvPr>
          <p:cNvSpPr>
            <a:spLocks noChangeShapeType="1"/>
          </p:cNvSpPr>
          <p:nvPr/>
        </p:nvSpPr>
        <p:spPr bwMode="auto">
          <a:xfrm>
            <a:off x="3277282"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2" name="Rectangle 24">
            <a:extLst>
              <a:ext uri="{FF2B5EF4-FFF2-40B4-BE49-F238E27FC236}">
                <a16:creationId xmlns:a16="http://schemas.microsoft.com/office/drawing/2014/main" id="{503F2144-C006-BA4A-A54C-154D6C9ABA2E}"/>
              </a:ext>
            </a:extLst>
          </p:cNvPr>
          <p:cNvSpPr>
            <a:spLocks noChangeArrowheads="1"/>
          </p:cNvSpPr>
          <p:nvPr/>
        </p:nvSpPr>
        <p:spPr bwMode="auto">
          <a:xfrm>
            <a:off x="2820315" y="4721475"/>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3" name="Oval 25">
            <a:extLst>
              <a:ext uri="{FF2B5EF4-FFF2-40B4-BE49-F238E27FC236}">
                <a16:creationId xmlns:a16="http://schemas.microsoft.com/office/drawing/2014/main" id="{D492E009-7760-4343-874C-AD3B41835873}"/>
              </a:ext>
            </a:extLst>
          </p:cNvPr>
          <p:cNvSpPr>
            <a:spLocks noChangeArrowheads="1"/>
          </p:cNvSpPr>
          <p:nvPr/>
        </p:nvSpPr>
        <p:spPr bwMode="auto">
          <a:xfrm>
            <a:off x="2815935" y="4634471"/>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4" name="Rectangle 26">
            <a:extLst>
              <a:ext uri="{FF2B5EF4-FFF2-40B4-BE49-F238E27FC236}">
                <a16:creationId xmlns:a16="http://schemas.microsoft.com/office/drawing/2014/main" id="{F8BDB031-7C07-264D-B086-6DC72DC78BDE}"/>
              </a:ext>
            </a:extLst>
          </p:cNvPr>
          <p:cNvSpPr>
            <a:spLocks noChangeArrowheads="1"/>
          </p:cNvSpPr>
          <p:nvPr/>
        </p:nvSpPr>
        <p:spPr bwMode="auto">
          <a:xfrm>
            <a:off x="2942952" y="4653641"/>
            <a:ext cx="207314" cy="16221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5" name="Text Box 27">
            <a:extLst>
              <a:ext uri="{FF2B5EF4-FFF2-40B4-BE49-F238E27FC236}">
                <a16:creationId xmlns:a16="http://schemas.microsoft.com/office/drawing/2014/main" id="{B087AFAB-7C65-874C-8F8F-3012C906099F}"/>
              </a:ext>
            </a:extLst>
          </p:cNvPr>
          <p:cNvSpPr txBox="1">
            <a:spLocks noChangeArrowheads="1"/>
          </p:cNvSpPr>
          <p:nvPr/>
        </p:nvSpPr>
        <p:spPr bwMode="auto">
          <a:xfrm>
            <a:off x="2818855" y="4556315"/>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6" name="Oval 28">
            <a:extLst>
              <a:ext uri="{FF2B5EF4-FFF2-40B4-BE49-F238E27FC236}">
                <a16:creationId xmlns:a16="http://schemas.microsoft.com/office/drawing/2014/main" id="{87CEC350-ADF1-E24F-A235-1A9B645EFA00}"/>
              </a:ext>
            </a:extLst>
          </p:cNvPr>
          <p:cNvSpPr>
            <a:spLocks noChangeArrowheads="1"/>
          </p:cNvSpPr>
          <p:nvPr/>
        </p:nvSpPr>
        <p:spPr bwMode="auto">
          <a:xfrm>
            <a:off x="3726950" y="5236125"/>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7" name="Line 29">
            <a:extLst>
              <a:ext uri="{FF2B5EF4-FFF2-40B4-BE49-F238E27FC236}">
                <a16:creationId xmlns:a16="http://schemas.microsoft.com/office/drawing/2014/main" id="{5782FBF4-093E-9947-AAA6-533CA371CD3F}"/>
              </a:ext>
            </a:extLst>
          </p:cNvPr>
          <p:cNvSpPr>
            <a:spLocks noChangeShapeType="1"/>
          </p:cNvSpPr>
          <p:nvPr/>
        </p:nvSpPr>
        <p:spPr bwMode="auto">
          <a:xfrm>
            <a:off x="3726950"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8" name="Line 30">
            <a:extLst>
              <a:ext uri="{FF2B5EF4-FFF2-40B4-BE49-F238E27FC236}">
                <a16:creationId xmlns:a16="http://schemas.microsoft.com/office/drawing/2014/main" id="{FA0971A2-9137-1943-A6F3-BD3716BCCBB6}"/>
              </a:ext>
            </a:extLst>
          </p:cNvPr>
          <p:cNvSpPr>
            <a:spLocks noChangeShapeType="1"/>
          </p:cNvSpPr>
          <p:nvPr/>
        </p:nvSpPr>
        <p:spPr bwMode="auto">
          <a:xfrm>
            <a:off x="4183917"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9" name="Rectangle 31">
            <a:extLst>
              <a:ext uri="{FF2B5EF4-FFF2-40B4-BE49-F238E27FC236}">
                <a16:creationId xmlns:a16="http://schemas.microsoft.com/office/drawing/2014/main" id="{FBE8FDDA-4B2E-BE4C-95BF-585222778ECA}"/>
              </a:ext>
            </a:extLst>
          </p:cNvPr>
          <p:cNvSpPr>
            <a:spLocks noChangeArrowheads="1"/>
          </p:cNvSpPr>
          <p:nvPr/>
        </p:nvSpPr>
        <p:spPr bwMode="auto">
          <a:xfrm>
            <a:off x="3726950" y="5227277"/>
            <a:ext cx="452588" cy="70783"/>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0" name="Oval 32">
            <a:extLst>
              <a:ext uri="{FF2B5EF4-FFF2-40B4-BE49-F238E27FC236}">
                <a16:creationId xmlns:a16="http://schemas.microsoft.com/office/drawing/2014/main" id="{6DE39B5B-BD23-3044-9274-CFE1A3DFE64E}"/>
              </a:ext>
            </a:extLst>
          </p:cNvPr>
          <p:cNvSpPr>
            <a:spLocks noChangeArrowheads="1"/>
          </p:cNvSpPr>
          <p:nvPr/>
        </p:nvSpPr>
        <p:spPr bwMode="auto">
          <a:xfrm>
            <a:off x="3722570" y="5138799"/>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61" name="Group 33">
            <a:extLst>
              <a:ext uri="{FF2B5EF4-FFF2-40B4-BE49-F238E27FC236}">
                <a16:creationId xmlns:a16="http://schemas.microsoft.com/office/drawing/2014/main" id="{D6CD68FD-658B-EA4A-AFA2-F4EE9AE43DCA}"/>
              </a:ext>
            </a:extLst>
          </p:cNvPr>
          <p:cNvGrpSpPr>
            <a:grpSpLocks/>
          </p:cNvGrpSpPr>
          <p:nvPr/>
        </p:nvGrpSpPr>
        <p:grpSpPr bwMode="auto">
          <a:xfrm>
            <a:off x="3729870" y="5053269"/>
            <a:ext cx="452588" cy="398153"/>
            <a:chOff x="2899" y="2425"/>
            <a:chExt cx="319" cy="270"/>
          </a:xfrm>
        </p:grpSpPr>
        <p:sp>
          <p:nvSpPr>
            <p:cNvPr id="249" name="Rectangle 34">
              <a:extLst>
                <a:ext uri="{FF2B5EF4-FFF2-40B4-BE49-F238E27FC236}">
                  <a16:creationId xmlns:a16="http://schemas.microsoft.com/office/drawing/2014/main" id="{C85F8938-221C-6441-94A5-77506E21CEF5}"/>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0" name="Text Box 35">
              <a:extLst>
                <a:ext uri="{FF2B5EF4-FFF2-40B4-BE49-F238E27FC236}">
                  <a16:creationId xmlns:a16="http://schemas.microsoft.com/office/drawing/2014/main" id="{430475AC-A5D0-EF4C-9180-A3E96828AD84}"/>
                </a:ext>
              </a:extLst>
            </p:cNvPr>
            <p:cNvSpPr txBox="1">
              <a:spLocks noChangeArrowheads="1"/>
            </p:cNvSpPr>
            <p:nvPr/>
          </p:nvSpPr>
          <p:spPr bwMode="auto">
            <a:xfrm>
              <a:off x="2899" y="2425"/>
              <a:ext cx="319" cy="2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1c</a:t>
              </a:r>
            </a:p>
          </p:txBody>
        </p:sp>
      </p:grpSp>
      <p:sp>
        <p:nvSpPr>
          <p:cNvPr id="162" name="Line 36">
            <a:extLst>
              <a:ext uri="{FF2B5EF4-FFF2-40B4-BE49-F238E27FC236}">
                <a16:creationId xmlns:a16="http://schemas.microsoft.com/office/drawing/2014/main" id="{AF16B8FF-7450-3B46-865A-EC0F92A90E8F}"/>
              </a:ext>
            </a:extLst>
          </p:cNvPr>
          <p:cNvSpPr>
            <a:spLocks noChangeShapeType="1"/>
          </p:cNvSpPr>
          <p:nvPr/>
        </p:nvSpPr>
        <p:spPr bwMode="auto">
          <a:xfrm>
            <a:off x="6347578" y="4971418"/>
            <a:ext cx="449668" cy="14451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3" name="Line 37">
            <a:extLst>
              <a:ext uri="{FF2B5EF4-FFF2-40B4-BE49-F238E27FC236}">
                <a16:creationId xmlns:a16="http://schemas.microsoft.com/office/drawing/2014/main" id="{B705DAC1-A436-FC47-B3A5-64086AE0207E}"/>
              </a:ext>
            </a:extLst>
          </p:cNvPr>
          <p:cNvSpPr>
            <a:spLocks noChangeShapeType="1"/>
          </p:cNvSpPr>
          <p:nvPr/>
        </p:nvSpPr>
        <p:spPr bwMode="auto">
          <a:xfrm>
            <a:off x="6820605" y="4846819"/>
            <a:ext cx="132856" cy="171058"/>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4" name="Line 38">
            <a:extLst>
              <a:ext uri="{FF2B5EF4-FFF2-40B4-BE49-F238E27FC236}">
                <a16:creationId xmlns:a16="http://schemas.microsoft.com/office/drawing/2014/main" id="{B646BCF5-2213-9142-8477-66C7DFEE38E7}"/>
              </a:ext>
            </a:extLst>
          </p:cNvPr>
          <p:cNvSpPr>
            <a:spLocks noChangeShapeType="1"/>
          </p:cNvSpPr>
          <p:nvPr/>
        </p:nvSpPr>
        <p:spPr bwMode="auto">
          <a:xfrm flipV="1">
            <a:off x="6248301" y="4781935"/>
            <a:ext cx="166435" cy="112073"/>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5" name="Freeform 39">
            <a:extLst>
              <a:ext uri="{FF2B5EF4-FFF2-40B4-BE49-F238E27FC236}">
                <a16:creationId xmlns:a16="http://schemas.microsoft.com/office/drawing/2014/main" id="{1A359E4A-1EBE-234F-9DE9-E4FB43E18A2D}"/>
              </a:ext>
            </a:extLst>
          </p:cNvPr>
          <p:cNvSpPr>
            <a:spLocks/>
          </p:cNvSpPr>
          <p:nvPr/>
        </p:nvSpPr>
        <p:spPr bwMode="auto">
          <a:xfrm>
            <a:off x="4233556" y="5716858"/>
            <a:ext cx="385429" cy="120921"/>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6" name="Freeform 40">
            <a:extLst>
              <a:ext uri="{FF2B5EF4-FFF2-40B4-BE49-F238E27FC236}">
                <a16:creationId xmlns:a16="http://schemas.microsoft.com/office/drawing/2014/main" id="{097126F1-D995-444D-8642-03F5F5E0DBAA}"/>
              </a:ext>
            </a:extLst>
          </p:cNvPr>
          <p:cNvSpPr>
            <a:spLocks/>
          </p:cNvSpPr>
          <p:nvPr/>
        </p:nvSpPr>
        <p:spPr bwMode="auto">
          <a:xfrm>
            <a:off x="3561975" y="5663771"/>
            <a:ext cx="221914" cy="17400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7" name="Freeform 41">
            <a:extLst>
              <a:ext uri="{FF2B5EF4-FFF2-40B4-BE49-F238E27FC236}">
                <a16:creationId xmlns:a16="http://schemas.microsoft.com/office/drawing/2014/main" id="{8FA74CA7-BEE7-3E46-BAFF-EC2177B4B95C}"/>
              </a:ext>
            </a:extLst>
          </p:cNvPr>
          <p:cNvSpPr>
            <a:spLocks/>
          </p:cNvSpPr>
          <p:nvPr/>
        </p:nvSpPr>
        <p:spPr bwMode="auto">
          <a:xfrm>
            <a:off x="3743010" y="5560546"/>
            <a:ext cx="823417" cy="120921"/>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8" name="Freeform 42">
            <a:extLst>
              <a:ext uri="{FF2B5EF4-FFF2-40B4-BE49-F238E27FC236}">
                <a16:creationId xmlns:a16="http://schemas.microsoft.com/office/drawing/2014/main" id="{A5B0DFEC-B8A9-C34F-94A0-A4E2936DD8A8}"/>
              </a:ext>
            </a:extLst>
          </p:cNvPr>
          <p:cNvSpPr>
            <a:spLocks/>
          </p:cNvSpPr>
          <p:nvPr/>
        </p:nvSpPr>
        <p:spPr bwMode="auto">
          <a:xfrm>
            <a:off x="3652492" y="5321654"/>
            <a:ext cx="110957" cy="138616"/>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9" name="Freeform 43">
            <a:extLst>
              <a:ext uri="{FF2B5EF4-FFF2-40B4-BE49-F238E27FC236}">
                <a16:creationId xmlns:a16="http://schemas.microsoft.com/office/drawing/2014/main" id="{698BCEC3-16FB-314C-831F-6D55ED13B108}"/>
              </a:ext>
            </a:extLst>
          </p:cNvPr>
          <p:cNvSpPr>
            <a:spLocks/>
          </p:cNvSpPr>
          <p:nvPr/>
        </p:nvSpPr>
        <p:spPr bwMode="auto">
          <a:xfrm>
            <a:off x="2446565" y="4767189"/>
            <a:ext cx="367910" cy="168109"/>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0" name="Freeform 44">
            <a:extLst>
              <a:ext uri="{FF2B5EF4-FFF2-40B4-BE49-F238E27FC236}">
                <a16:creationId xmlns:a16="http://schemas.microsoft.com/office/drawing/2014/main" id="{8CB7EA9B-46A2-DA43-BD84-E5E548E767A3}"/>
              </a:ext>
            </a:extLst>
          </p:cNvPr>
          <p:cNvSpPr>
            <a:spLocks/>
          </p:cNvSpPr>
          <p:nvPr/>
        </p:nvSpPr>
        <p:spPr bwMode="auto">
          <a:xfrm>
            <a:off x="3083108" y="4855667"/>
            <a:ext cx="648222" cy="3804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1" name="Freeform 45">
            <a:extLst>
              <a:ext uri="{FF2B5EF4-FFF2-40B4-BE49-F238E27FC236}">
                <a16:creationId xmlns:a16="http://schemas.microsoft.com/office/drawing/2014/main" id="{7D4FB268-A169-0F4B-9C84-1ACD0524121A}"/>
              </a:ext>
            </a:extLst>
          </p:cNvPr>
          <p:cNvSpPr>
            <a:spLocks/>
          </p:cNvSpPr>
          <p:nvPr/>
        </p:nvSpPr>
        <p:spPr bwMode="auto">
          <a:xfrm>
            <a:off x="5016095" y="5029675"/>
            <a:ext cx="954814" cy="61935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2" name="Oval 46">
            <a:extLst>
              <a:ext uri="{FF2B5EF4-FFF2-40B4-BE49-F238E27FC236}">
                <a16:creationId xmlns:a16="http://schemas.microsoft.com/office/drawing/2014/main" id="{77EAE8E4-EF1C-944D-B5DF-947BBACAF6BC}"/>
              </a:ext>
            </a:extLst>
          </p:cNvPr>
          <p:cNvSpPr>
            <a:spLocks noChangeArrowheads="1"/>
          </p:cNvSpPr>
          <p:nvPr/>
        </p:nvSpPr>
        <p:spPr bwMode="auto">
          <a:xfrm>
            <a:off x="5890611" y="4936773"/>
            <a:ext cx="456967" cy="12092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3" name="Line 47">
            <a:extLst>
              <a:ext uri="{FF2B5EF4-FFF2-40B4-BE49-F238E27FC236}">
                <a16:creationId xmlns:a16="http://schemas.microsoft.com/office/drawing/2014/main" id="{7605033D-73A1-924E-99FE-EDD6125246F5}"/>
              </a:ext>
            </a:extLst>
          </p:cNvPr>
          <p:cNvSpPr>
            <a:spLocks noChangeShapeType="1"/>
          </p:cNvSpPr>
          <p:nvPr/>
        </p:nvSpPr>
        <p:spPr bwMode="auto">
          <a:xfrm>
            <a:off x="5890611"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4" name="Line 48">
            <a:extLst>
              <a:ext uri="{FF2B5EF4-FFF2-40B4-BE49-F238E27FC236}">
                <a16:creationId xmlns:a16="http://schemas.microsoft.com/office/drawing/2014/main" id="{DBC0B4AB-D0E3-C74F-9785-E25E20C244C4}"/>
              </a:ext>
            </a:extLst>
          </p:cNvPr>
          <p:cNvSpPr>
            <a:spLocks noChangeShapeType="1"/>
          </p:cNvSpPr>
          <p:nvPr/>
        </p:nvSpPr>
        <p:spPr bwMode="auto">
          <a:xfrm>
            <a:off x="6347578"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5" name="Rectangle 49">
            <a:extLst>
              <a:ext uri="{FF2B5EF4-FFF2-40B4-BE49-F238E27FC236}">
                <a16:creationId xmlns:a16="http://schemas.microsoft.com/office/drawing/2014/main" id="{592A5C53-BD83-384A-9C2D-08CEEB785BC8}"/>
              </a:ext>
            </a:extLst>
          </p:cNvPr>
          <p:cNvSpPr>
            <a:spLocks noChangeArrowheads="1"/>
          </p:cNvSpPr>
          <p:nvPr/>
        </p:nvSpPr>
        <p:spPr bwMode="auto">
          <a:xfrm>
            <a:off x="5890611" y="4924975"/>
            <a:ext cx="452588" cy="737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6" name="Oval 50">
            <a:extLst>
              <a:ext uri="{FF2B5EF4-FFF2-40B4-BE49-F238E27FC236}">
                <a16:creationId xmlns:a16="http://schemas.microsoft.com/office/drawing/2014/main" id="{5D02A58E-4F5A-EC40-B29A-0D5700D169BA}"/>
              </a:ext>
            </a:extLst>
          </p:cNvPr>
          <p:cNvSpPr>
            <a:spLocks noChangeArrowheads="1"/>
          </p:cNvSpPr>
          <p:nvPr/>
        </p:nvSpPr>
        <p:spPr bwMode="auto">
          <a:xfrm>
            <a:off x="5886231" y="4837972"/>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7" name="Rectangle 51">
            <a:extLst>
              <a:ext uri="{FF2B5EF4-FFF2-40B4-BE49-F238E27FC236}">
                <a16:creationId xmlns:a16="http://schemas.microsoft.com/office/drawing/2014/main" id="{A8B4ED51-5EBD-7A42-A070-7C85A13AFB2E}"/>
              </a:ext>
            </a:extLst>
          </p:cNvPr>
          <p:cNvSpPr>
            <a:spLocks noChangeArrowheads="1"/>
          </p:cNvSpPr>
          <p:nvPr/>
        </p:nvSpPr>
        <p:spPr bwMode="auto">
          <a:xfrm>
            <a:off x="6013247" y="4857142"/>
            <a:ext cx="205854" cy="17990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8" name="Text Box 52">
            <a:extLst>
              <a:ext uri="{FF2B5EF4-FFF2-40B4-BE49-F238E27FC236}">
                <a16:creationId xmlns:a16="http://schemas.microsoft.com/office/drawing/2014/main" id="{6864AE40-C653-554F-B5F5-7FCE890517DF}"/>
              </a:ext>
            </a:extLst>
          </p:cNvPr>
          <p:cNvSpPr txBox="1">
            <a:spLocks noChangeArrowheads="1"/>
          </p:cNvSpPr>
          <p:nvPr/>
        </p:nvSpPr>
        <p:spPr bwMode="auto">
          <a:xfrm>
            <a:off x="5887691" y="4761290"/>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9" name="Text Box 53">
            <a:extLst>
              <a:ext uri="{FF2B5EF4-FFF2-40B4-BE49-F238E27FC236}">
                <a16:creationId xmlns:a16="http://schemas.microsoft.com/office/drawing/2014/main" id="{9674ED05-1E44-A445-B61A-D179B03704BB}"/>
              </a:ext>
            </a:extLst>
          </p:cNvPr>
          <p:cNvSpPr txBox="1">
            <a:spLocks noChangeArrowheads="1"/>
          </p:cNvSpPr>
          <p:nvPr/>
        </p:nvSpPr>
        <p:spPr bwMode="auto">
          <a:xfrm>
            <a:off x="1840470" y="5215261"/>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AS3</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0" name="Text Box 54">
            <a:extLst>
              <a:ext uri="{FF2B5EF4-FFF2-40B4-BE49-F238E27FC236}">
                <a16:creationId xmlns:a16="http://schemas.microsoft.com/office/drawing/2014/main" id="{005A3212-FAC4-D446-8E0A-533A16ECE775}"/>
              </a:ext>
            </a:extLst>
          </p:cNvPr>
          <p:cNvSpPr txBox="1">
            <a:spLocks noChangeArrowheads="1"/>
          </p:cNvSpPr>
          <p:nvPr/>
        </p:nvSpPr>
        <p:spPr bwMode="auto">
          <a:xfrm>
            <a:off x="5345452" y="5839068"/>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AS1</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1" name="Text Box 55">
            <a:extLst>
              <a:ext uri="{FF2B5EF4-FFF2-40B4-BE49-F238E27FC236}">
                <a16:creationId xmlns:a16="http://schemas.microsoft.com/office/drawing/2014/main" id="{7DE50C34-9B18-1849-8D31-CE3E7E2F0717}"/>
              </a:ext>
            </a:extLst>
          </p:cNvPr>
          <p:cNvSpPr txBox="1">
            <a:spLocks noChangeArrowheads="1"/>
          </p:cNvSpPr>
          <p:nvPr/>
        </p:nvSpPr>
        <p:spPr bwMode="auto">
          <a:xfrm>
            <a:off x="7116511" y="5463035"/>
            <a:ext cx="616103" cy="368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AS2</a:t>
            </a:r>
          </a:p>
        </p:txBody>
      </p:sp>
      <p:sp>
        <p:nvSpPr>
          <p:cNvPr id="182" name="Oval 56">
            <a:extLst>
              <a:ext uri="{FF2B5EF4-FFF2-40B4-BE49-F238E27FC236}">
                <a16:creationId xmlns:a16="http://schemas.microsoft.com/office/drawing/2014/main" id="{4CAC6F24-F619-7E4B-9E0A-AF6FB0ECB08F}"/>
              </a:ext>
            </a:extLst>
          </p:cNvPr>
          <p:cNvSpPr>
            <a:spLocks noChangeArrowheads="1"/>
          </p:cNvSpPr>
          <p:nvPr/>
        </p:nvSpPr>
        <p:spPr bwMode="auto">
          <a:xfrm>
            <a:off x="3280202" y="554580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3" name="Line 57">
            <a:extLst>
              <a:ext uri="{FF2B5EF4-FFF2-40B4-BE49-F238E27FC236}">
                <a16:creationId xmlns:a16="http://schemas.microsoft.com/office/drawing/2014/main" id="{37706C00-5AFA-4E4F-AEE2-E86CBA64F507}"/>
              </a:ext>
            </a:extLst>
          </p:cNvPr>
          <p:cNvSpPr>
            <a:spLocks noChangeShapeType="1"/>
          </p:cNvSpPr>
          <p:nvPr/>
        </p:nvSpPr>
        <p:spPr bwMode="auto">
          <a:xfrm>
            <a:off x="3280202"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4" name="Line 58">
            <a:extLst>
              <a:ext uri="{FF2B5EF4-FFF2-40B4-BE49-F238E27FC236}">
                <a16:creationId xmlns:a16="http://schemas.microsoft.com/office/drawing/2014/main" id="{F53BFE68-5413-9042-B5B8-E870B9DF06EF}"/>
              </a:ext>
            </a:extLst>
          </p:cNvPr>
          <p:cNvSpPr>
            <a:spLocks noChangeShapeType="1"/>
          </p:cNvSpPr>
          <p:nvPr/>
        </p:nvSpPr>
        <p:spPr bwMode="auto">
          <a:xfrm>
            <a:off x="3738630"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5" name="Rectangle 59">
            <a:extLst>
              <a:ext uri="{FF2B5EF4-FFF2-40B4-BE49-F238E27FC236}">
                <a16:creationId xmlns:a16="http://schemas.microsoft.com/office/drawing/2014/main" id="{E66B86FC-0EE6-A646-BA10-BADF35B023EA}"/>
              </a:ext>
            </a:extLst>
          </p:cNvPr>
          <p:cNvSpPr>
            <a:spLocks noChangeArrowheads="1"/>
          </p:cNvSpPr>
          <p:nvPr/>
        </p:nvSpPr>
        <p:spPr bwMode="auto">
          <a:xfrm>
            <a:off x="3280202" y="5535477"/>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6" name="Oval 60">
            <a:extLst>
              <a:ext uri="{FF2B5EF4-FFF2-40B4-BE49-F238E27FC236}">
                <a16:creationId xmlns:a16="http://schemas.microsoft.com/office/drawing/2014/main" id="{E2C4F48E-C2B7-F040-A479-AD3AA9552BB4}"/>
              </a:ext>
            </a:extLst>
          </p:cNvPr>
          <p:cNvSpPr>
            <a:spLocks noChangeArrowheads="1"/>
          </p:cNvSpPr>
          <p:nvPr/>
        </p:nvSpPr>
        <p:spPr bwMode="auto">
          <a:xfrm>
            <a:off x="3275822" y="5455847"/>
            <a:ext cx="456967" cy="14156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7" name="Rectangle 61">
            <a:extLst>
              <a:ext uri="{FF2B5EF4-FFF2-40B4-BE49-F238E27FC236}">
                <a16:creationId xmlns:a16="http://schemas.microsoft.com/office/drawing/2014/main" id="{782B4D58-3187-1646-B67F-4472AD6DF18D}"/>
              </a:ext>
            </a:extLst>
          </p:cNvPr>
          <p:cNvSpPr>
            <a:spLocks noChangeArrowheads="1"/>
          </p:cNvSpPr>
          <p:nvPr/>
        </p:nvSpPr>
        <p:spPr bwMode="auto">
          <a:xfrm>
            <a:off x="3399919" y="5494187"/>
            <a:ext cx="207314" cy="14156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8" name="Text Box 62">
            <a:extLst>
              <a:ext uri="{FF2B5EF4-FFF2-40B4-BE49-F238E27FC236}">
                <a16:creationId xmlns:a16="http://schemas.microsoft.com/office/drawing/2014/main" id="{CEC455E8-C4B8-6444-936D-9F9CEE323826}"/>
              </a:ext>
            </a:extLst>
          </p:cNvPr>
          <p:cNvSpPr txBox="1">
            <a:spLocks noChangeArrowheads="1"/>
          </p:cNvSpPr>
          <p:nvPr/>
        </p:nvSpPr>
        <p:spPr bwMode="auto">
          <a:xfrm>
            <a:off x="3280202" y="5367368"/>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9" name="Group 63">
            <a:extLst>
              <a:ext uri="{FF2B5EF4-FFF2-40B4-BE49-F238E27FC236}">
                <a16:creationId xmlns:a16="http://schemas.microsoft.com/office/drawing/2014/main" id="{8B168416-DE6F-9546-A33D-5DC186D755BF}"/>
              </a:ext>
            </a:extLst>
          </p:cNvPr>
          <p:cNvGrpSpPr>
            <a:grpSpLocks/>
          </p:cNvGrpSpPr>
          <p:nvPr/>
        </p:nvGrpSpPr>
        <p:grpSpPr bwMode="auto">
          <a:xfrm>
            <a:off x="6394297" y="4593181"/>
            <a:ext cx="461347" cy="396679"/>
            <a:chOff x="4320" y="1936"/>
            <a:chExt cx="316" cy="269"/>
          </a:xfrm>
        </p:grpSpPr>
        <p:sp>
          <p:nvSpPr>
            <p:cNvPr id="242" name="Oval 64">
              <a:extLst>
                <a:ext uri="{FF2B5EF4-FFF2-40B4-BE49-F238E27FC236}">
                  <a16:creationId xmlns:a16="http://schemas.microsoft.com/office/drawing/2014/main" id="{17477FF4-6D5F-744F-A7C6-65D539FF25C9}"/>
                </a:ext>
              </a:extLst>
            </p:cNvPr>
            <p:cNvSpPr>
              <a:spLocks noChangeArrowheads="1"/>
            </p:cNvSpPr>
            <p:nvPr/>
          </p:nvSpPr>
          <p:spPr bwMode="auto">
            <a:xfrm>
              <a:off x="4323" y="2054"/>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3" name="Line 65">
              <a:extLst>
                <a:ext uri="{FF2B5EF4-FFF2-40B4-BE49-F238E27FC236}">
                  <a16:creationId xmlns:a16="http://schemas.microsoft.com/office/drawing/2014/main" id="{7681775B-D11F-204C-B161-6FEDD638731C}"/>
                </a:ext>
              </a:extLst>
            </p:cNvPr>
            <p:cNvSpPr>
              <a:spLocks noChangeShapeType="1"/>
            </p:cNvSpPr>
            <p:nvPr/>
          </p:nvSpPr>
          <p:spPr bwMode="auto">
            <a:xfrm>
              <a:off x="4323"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4" name="Line 66">
              <a:extLst>
                <a:ext uri="{FF2B5EF4-FFF2-40B4-BE49-F238E27FC236}">
                  <a16:creationId xmlns:a16="http://schemas.microsoft.com/office/drawing/2014/main" id="{C9C1462B-D75D-9043-BD36-C8666A0E3E76}"/>
                </a:ext>
              </a:extLst>
            </p:cNvPr>
            <p:cNvSpPr>
              <a:spLocks noChangeShapeType="1"/>
            </p:cNvSpPr>
            <p:nvPr/>
          </p:nvSpPr>
          <p:spPr bwMode="auto">
            <a:xfrm>
              <a:off x="4636"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5" name="Rectangle 67">
              <a:extLst>
                <a:ext uri="{FF2B5EF4-FFF2-40B4-BE49-F238E27FC236}">
                  <a16:creationId xmlns:a16="http://schemas.microsoft.com/office/drawing/2014/main" id="{D2A31C20-F821-2245-A13A-E48BBF035C90}"/>
                </a:ext>
              </a:extLst>
            </p:cNvPr>
            <p:cNvSpPr>
              <a:spLocks noChangeArrowheads="1"/>
            </p:cNvSpPr>
            <p:nvPr/>
          </p:nvSpPr>
          <p:spPr bwMode="auto">
            <a:xfrm>
              <a:off x="4323" y="2047"/>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6" name="Oval 68">
              <a:extLst>
                <a:ext uri="{FF2B5EF4-FFF2-40B4-BE49-F238E27FC236}">
                  <a16:creationId xmlns:a16="http://schemas.microsoft.com/office/drawing/2014/main" id="{E3B56467-2A6B-814A-A9D2-32B39DA9E2D8}"/>
                </a:ext>
              </a:extLst>
            </p:cNvPr>
            <p:cNvSpPr>
              <a:spLocks noChangeArrowheads="1"/>
            </p:cNvSpPr>
            <p:nvPr/>
          </p:nvSpPr>
          <p:spPr bwMode="auto">
            <a:xfrm>
              <a:off x="4320" y="198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7" name="Rectangle 69">
              <a:extLst>
                <a:ext uri="{FF2B5EF4-FFF2-40B4-BE49-F238E27FC236}">
                  <a16:creationId xmlns:a16="http://schemas.microsoft.com/office/drawing/2014/main" id="{4CCA8E7D-2AA0-DB42-8739-0E698AF3EF16}"/>
                </a:ext>
              </a:extLst>
            </p:cNvPr>
            <p:cNvSpPr>
              <a:spLocks noChangeArrowheads="1"/>
            </p:cNvSpPr>
            <p:nvPr/>
          </p:nvSpPr>
          <p:spPr bwMode="auto">
            <a:xfrm>
              <a:off x="4407" y="2001"/>
              <a:ext cx="141" cy="11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8" name="Text Box 70">
              <a:extLst>
                <a:ext uri="{FF2B5EF4-FFF2-40B4-BE49-F238E27FC236}">
                  <a16:creationId xmlns:a16="http://schemas.microsoft.com/office/drawing/2014/main" id="{B0E12A9A-8AC6-2C4B-B109-A569883BDF8B}"/>
                </a:ext>
              </a:extLst>
            </p:cNvPr>
            <p:cNvSpPr txBox="1">
              <a:spLocks noChangeArrowheads="1"/>
            </p:cNvSpPr>
            <p:nvPr/>
          </p:nvSpPr>
          <p:spPr bwMode="auto">
            <a:xfrm>
              <a:off x="4325" y="1936"/>
              <a:ext cx="310"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0" name="Group 71">
            <a:extLst>
              <a:ext uri="{FF2B5EF4-FFF2-40B4-BE49-F238E27FC236}">
                <a16:creationId xmlns:a16="http://schemas.microsoft.com/office/drawing/2014/main" id="{21E7E3D0-5FA0-9646-84AD-FC33AA41FD3A}"/>
              </a:ext>
            </a:extLst>
          </p:cNvPr>
          <p:cNvGrpSpPr>
            <a:grpSpLocks/>
          </p:cNvGrpSpPr>
          <p:nvPr/>
        </p:nvGrpSpPr>
        <p:grpSpPr bwMode="auto">
          <a:xfrm>
            <a:off x="6797246" y="4920552"/>
            <a:ext cx="468647" cy="396679"/>
            <a:chOff x="4596" y="2158"/>
            <a:chExt cx="321" cy="269"/>
          </a:xfrm>
        </p:grpSpPr>
        <p:sp>
          <p:nvSpPr>
            <p:cNvPr id="235" name="Oval 72">
              <a:extLst>
                <a:ext uri="{FF2B5EF4-FFF2-40B4-BE49-F238E27FC236}">
                  <a16:creationId xmlns:a16="http://schemas.microsoft.com/office/drawing/2014/main" id="{5608D056-551C-0B44-A60B-A3E90AFB7DFB}"/>
                </a:ext>
              </a:extLst>
            </p:cNvPr>
            <p:cNvSpPr>
              <a:spLocks noChangeArrowheads="1"/>
            </p:cNvSpPr>
            <p:nvPr/>
          </p:nvSpPr>
          <p:spPr bwMode="auto">
            <a:xfrm>
              <a:off x="4599" y="2276"/>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6" name="Line 73">
              <a:extLst>
                <a:ext uri="{FF2B5EF4-FFF2-40B4-BE49-F238E27FC236}">
                  <a16:creationId xmlns:a16="http://schemas.microsoft.com/office/drawing/2014/main" id="{FA977711-B8B6-4247-BDAB-A3001746C4D4}"/>
                </a:ext>
              </a:extLst>
            </p:cNvPr>
            <p:cNvSpPr>
              <a:spLocks noChangeShapeType="1"/>
            </p:cNvSpPr>
            <p:nvPr/>
          </p:nvSpPr>
          <p:spPr bwMode="auto">
            <a:xfrm>
              <a:off x="4599"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7" name="Line 74">
              <a:extLst>
                <a:ext uri="{FF2B5EF4-FFF2-40B4-BE49-F238E27FC236}">
                  <a16:creationId xmlns:a16="http://schemas.microsoft.com/office/drawing/2014/main" id="{6CA75CE1-2E8D-0F48-8641-8C18C90BD88D}"/>
                </a:ext>
              </a:extLst>
            </p:cNvPr>
            <p:cNvSpPr>
              <a:spLocks noChangeShapeType="1"/>
            </p:cNvSpPr>
            <p:nvPr/>
          </p:nvSpPr>
          <p:spPr bwMode="auto">
            <a:xfrm>
              <a:off x="4910"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8" name="Rectangle 75">
              <a:extLst>
                <a:ext uri="{FF2B5EF4-FFF2-40B4-BE49-F238E27FC236}">
                  <a16:creationId xmlns:a16="http://schemas.microsoft.com/office/drawing/2014/main" id="{4ED73E8C-48F2-3A4F-B322-2CCB3CBA0862}"/>
                </a:ext>
              </a:extLst>
            </p:cNvPr>
            <p:cNvSpPr>
              <a:spLocks noChangeArrowheads="1"/>
            </p:cNvSpPr>
            <p:nvPr/>
          </p:nvSpPr>
          <p:spPr bwMode="auto">
            <a:xfrm>
              <a:off x="4599" y="2269"/>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9" name="Oval 76">
              <a:extLst>
                <a:ext uri="{FF2B5EF4-FFF2-40B4-BE49-F238E27FC236}">
                  <a16:creationId xmlns:a16="http://schemas.microsoft.com/office/drawing/2014/main" id="{6345CAD2-BEAC-0E49-9C80-9EB68603FE17}"/>
                </a:ext>
              </a:extLst>
            </p:cNvPr>
            <p:cNvSpPr>
              <a:spLocks noChangeArrowheads="1"/>
            </p:cNvSpPr>
            <p:nvPr/>
          </p:nvSpPr>
          <p:spPr bwMode="auto">
            <a:xfrm>
              <a:off x="4596" y="220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0" name="Rectangle 77">
              <a:extLst>
                <a:ext uri="{FF2B5EF4-FFF2-40B4-BE49-F238E27FC236}">
                  <a16:creationId xmlns:a16="http://schemas.microsoft.com/office/drawing/2014/main" id="{E1F2376F-3613-4042-A35F-DEE5F89C6C4C}"/>
                </a:ext>
              </a:extLst>
            </p:cNvPr>
            <p:cNvSpPr>
              <a:spLocks noChangeArrowheads="1"/>
            </p:cNvSpPr>
            <p:nvPr/>
          </p:nvSpPr>
          <p:spPr bwMode="auto">
            <a:xfrm>
              <a:off x="4683" y="2221"/>
              <a:ext cx="141" cy="11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1" name="Text Box 78">
              <a:extLst>
                <a:ext uri="{FF2B5EF4-FFF2-40B4-BE49-F238E27FC236}">
                  <a16:creationId xmlns:a16="http://schemas.microsoft.com/office/drawing/2014/main" id="{7C2657A7-4F00-3C45-AD0D-9FB7A649BB45}"/>
                </a:ext>
              </a:extLst>
            </p:cNvPr>
            <p:cNvSpPr txBox="1">
              <a:spLocks noChangeArrowheads="1"/>
            </p:cNvSpPr>
            <p:nvPr/>
          </p:nvSpPr>
          <p:spPr bwMode="auto">
            <a:xfrm>
              <a:off x="4598" y="2158"/>
              <a:ext cx="319"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1" name="Group 79">
            <a:extLst>
              <a:ext uri="{FF2B5EF4-FFF2-40B4-BE49-F238E27FC236}">
                <a16:creationId xmlns:a16="http://schemas.microsoft.com/office/drawing/2014/main" id="{46AC6AA7-B51A-F140-B460-7AA4784A8771}"/>
              </a:ext>
            </a:extLst>
          </p:cNvPr>
          <p:cNvGrpSpPr>
            <a:grpSpLocks/>
          </p:cNvGrpSpPr>
          <p:nvPr/>
        </p:nvGrpSpPr>
        <p:grpSpPr bwMode="auto">
          <a:xfrm>
            <a:off x="4562047" y="5466169"/>
            <a:ext cx="468647" cy="396679"/>
            <a:chOff x="2015" y="1976"/>
            <a:chExt cx="321" cy="269"/>
          </a:xfrm>
        </p:grpSpPr>
        <p:sp>
          <p:nvSpPr>
            <p:cNvPr id="227" name="Oval 80">
              <a:extLst>
                <a:ext uri="{FF2B5EF4-FFF2-40B4-BE49-F238E27FC236}">
                  <a16:creationId xmlns:a16="http://schemas.microsoft.com/office/drawing/2014/main" id="{F0AF513D-168E-BC43-A87F-98530A7A7340}"/>
                </a:ext>
              </a:extLst>
            </p:cNvPr>
            <p:cNvSpPr>
              <a:spLocks noChangeArrowheads="1"/>
            </p:cNvSpPr>
            <p:nvPr/>
          </p:nvSpPr>
          <p:spPr bwMode="auto">
            <a:xfrm>
              <a:off x="2019" y="2102"/>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8" name="Line 81">
              <a:extLst>
                <a:ext uri="{FF2B5EF4-FFF2-40B4-BE49-F238E27FC236}">
                  <a16:creationId xmlns:a16="http://schemas.microsoft.com/office/drawing/2014/main" id="{98E003C3-39B5-AD4E-B694-FF067F96F0C8}"/>
                </a:ext>
              </a:extLst>
            </p:cNvPr>
            <p:cNvSpPr>
              <a:spLocks noChangeShapeType="1"/>
            </p:cNvSpPr>
            <p:nvPr/>
          </p:nvSpPr>
          <p:spPr bwMode="auto">
            <a:xfrm>
              <a:off x="2019"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9" name="Line 82">
              <a:extLst>
                <a:ext uri="{FF2B5EF4-FFF2-40B4-BE49-F238E27FC236}">
                  <a16:creationId xmlns:a16="http://schemas.microsoft.com/office/drawing/2014/main" id="{FD35A7A2-366B-1C41-BFC6-E12754C8019D}"/>
                </a:ext>
              </a:extLst>
            </p:cNvPr>
            <p:cNvSpPr>
              <a:spLocks noChangeShapeType="1"/>
            </p:cNvSpPr>
            <p:nvPr/>
          </p:nvSpPr>
          <p:spPr bwMode="auto">
            <a:xfrm>
              <a:off x="2330"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0" name="Rectangle 83">
              <a:extLst>
                <a:ext uri="{FF2B5EF4-FFF2-40B4-BE49-F238E27FC236}">
                  <a16:creationId xmlns:a16="http://schemas.microsoft.com/office/drawing/2014/main" id="{5442F6D1-04E0-A44F-8910-B76948571B99}"/>
                </a:ext>
              </a:extLst>
            </p:cNvPr>
            <p:cNvSpPr>
              <a:spLocks noChangeArrowheads="1"/>
            </p:cNvSpPr>
            <p:nvPr/>
          </p:nvSpPr>
          <p:spPr bwMode="auto">
            <a:xfrm>
              <a:off x="2019" y="2097"/>
              <a:ext cx="310" cy="4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1" name="Oval 84">
              <a:extLst>
                <a:ext uri="{FF2B5EF4-FFF2-40B4-BE49-F238E27FC236}">
                  <a16:creationId xmlns:a16="http://schemas.microsoft.com/office/drawing/2014/main" id="{7CE682FE-3948-5143-B692-07DEF21A92CD}"/>
                </a:ext>
              </a:extLst>
            </p:cNvPr>
            <p:cNvSpPr>
              <a:spLocks noChangeArrowheads="1"/>
            </p:cNvSpPr>
            <p:nvPr/>
          </p:nvSpPr>
          <p:spPr bwMode="auto">
            <a:xfrm>
              <a:off x="2016" y="2036"/>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2" name="Group 85">
              <a:extLst>
                <a:ext uri="{FF2B5EF4-FFF2-40B4-BE49-F238E27FC236}">
                  <a16:creationId xmlns:a16="http://schemas.microsoft.com/office/drawing/2014/main" id="{ACD8E934-A29C-E940-B27E-262F5DE7DCDF}"/>
                </a:ext>
              </a:extLst>
            </p:cNvPr>
            <p:cNvGrpSpPr>
              <a:grpSpLocks/>
            </p:cNvGrpSpPr>
            <p:nvPr/>
          </p:nvGrpSpPr>
          <p:grpSpPr bwMode="auto">
            <a:xfrm>
              <a:off x="2015" y="1976"/>
              <a:ext cx="321" cy="269"/>
              <a:chOff x="2894" y="2425"/>
              <a:chExt cx="328" cy="269"/>
            </a:xfrm>
          </p:grpSpPr>
          <p:sp>
            <p:nvSpPr>
              <p:cNvPr id="233" name="Rectangle 86">
                <a:extLst>
                  <a:ext uri="{FF2B5EF4-FFF2-40B4-BE49-F238E27FC236}">
                    <a16:creationId xmlns:a16="http://schemas.microsoft.com/office/drawing/2014/main" id="{6556355B-9BE3-D746-A820-E89A58911EF8}"/>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4" name="Text Box 87">
                <a:extLst>
                  <a:ext uri="{FF2B5EF4-FFF2-40B4-BE49-F238E27FC236}">
                    <a16:creationId xmlns:a16="http://schemas.microsoft.com/office/drawing/2014/main" id="{87A983D3-02A0-4A4B-A676-14BB88EA3128}"/>
                  </a:ext>
                </a:extLst>
              </p:cNvPr>
              <p:cNvSpPr txBox="1">
                <a:spLocks noChangeArrowheads="1"/>
              </p:cNvSpPr>
              <p:nvPr/>
            </p:nvSpPr>
            <p:spPr bwMode="auto">
              <a:xfrm>
                <a:off x="2894" y="2425"/>
                <a:ext cx="328"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199" name="Group 99">
            <a:extLst>
              <a:ext uri="{FF2B5EF4-FFF2-40B4-BE49-F238E27FC236}">
                <a16:creationId xmlns:a16="http://schemas.microsoft.com/office/drawing/2014/main" id="{4C6CCD3C-47D1-7847-84AE-9A444B7FD9F9}"/>
              </a:ext>
            </a:extLst>
          </p:cNvPr>
          <p:cNvGrpSpPr>
            <a:grpSpLocks/>
          </p:cNvGrpSpPr>
          <p:nvPr/>
        </p:nvGrpSpPr>
        <p:grpSpPr bwMode="auto">
          <a:xfrm>
            <a:off x="2231951" y="4354289"/>
            <a:ext cx="461347" cy="396679"/>
            <a:chOff x="2016" y="1976"/>
            <a:chExt cx="316" cy="269"/>
          </a:xfrm>
        </p:grpSpPr>
        <p:sp>
          <p:nvSpPr>
            <p:cNvPr id="215" name="Oval 100">
              <a:extLst>
                <a:ext uri="{FF2B5EF4-FFF2-40B4-BE49-F238E27FC236}">
                  <a16:creationId xmlns:a16="http://schemas.microsoft.com/office/drawing/2014/main" id="{9CFFD192-2352-574C-A1F6-73C764467286}"/>
                </a:ext>
              </a:extLst>
            </p:cNvPr>
            <p:cNvSpPr>
              <a:spLocks noChangeArrowheads="1"/>
            </p:cNvSpPr>
            <p:nvPr/>
          </p:nvSpPr>
          <p:spPr bwMode="auto">
            <a:xfrm>
              <a:off x="2019" y="2102"/>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6" name="Line 101">
              <a:extLst>
                <a:ext uri="{FF2B5EF4-FFF2-40B4-BE49-F238E27FC236}">
                  <a16:creationId xmlns:a16="http://schemas.microsoft.com/office/drawing/2014/main" id="{AA179453-C4E3-E244-B9A9-11831D82618D}"/>
                </a:ext>
              </a:extLst>
            </p:cNvPr>
            <p:cNvSpPr>
              <a:spLocks noChangeShapeType="1"/>
            </p:cNvSpPr>
            <p:nvPr/>
          </p:nvSpPr>
          <p:spPr bwMode="auto">
            <a:xfrm>
              <a:off x="2019"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7" name="Line 102">
              <a:extLst>
                <a:ext uri="{FF2B5EF4-FFF2-40B4-BE49-F238E27FC236}">
                  <a16:creationId xmlns:a16="http://schemas.microsoft.com/office/drawing/2014/main" id="{1CE386C9-63A7-F044-A083-5284BFD15472}"/>
                </a:ext>
              </a:extLst>
            </p:cNvPr>
            <p:cNvSpPr>
              <a:spLocks noChangeShapeType="1"/>
            </p:cNvSpPr>
            <p:nvPr/>
          </p:nvSpPr>
          <p:spPr bwMode="auto">
            <a:xfrm>
              <a:off x="2332"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8" name="Rectangle 103">
              <a:extLst>
                <a:ext uri="{FF2B5EF4-FFF2-40B4-BE49-F238E27FC236}">
                  <a16:creationId xmlns:a16="http://schemas.microsoft.com/office/drawing/2014/main" id="{50227DAD-D708-784A-BD13-83429F1C25BE}"/>
                </a:ext>
              </a:extLst>
            </p:cNvPr>
            <p:cNvSpPr>
              <a:spLocks noChangeArrowheads="1"/>
            </p:cNvSpPr>
            <p:nvPr/>
          </p:nvSpPr>
          <p:spPr bwMode="auto">
            <a:xfrm>
              <a:off x="2019" y="2095"/>
              <a:ext cx="310" cy="5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9" name="Oval 104">
              <a:extLst>
                <a:ext uri="{FF2B5EF4-FFF2-40B4-BE49-F238E27FC236}">
                  <a16:creationId xmlns:a16="http://schemas.microsoft.com/office/drawing/2014/main" id="{6DA156B1-5FE9-414A-BB48-46A4A52B9073}"/>
                </a:ext>
              </a:extLst>
            </p:cNvPr>
            <p:cNvSpPr>
              <a:spLocks noChangeArrowheads="1"/>
            </p:cNvSpPr>
            <p:nvPr/>
          </p:nvSpPr>
          <p:spPr bwMode="auto">
            <a:xfrm>
              <a:off x="2016" y="2037"/>
              <a:ext cx="313" cy="94"/>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20" name="Group 105">
              <a:extLst>
                <a:ext uri="{FF2B5EF4-FFF2-40B4-BE49-F238E27FC236}">
                  <a16:creationId xmlns:a16="http://schemas.microsoft.com/office/drawing/2014/main" id="{80512439-7B6B-C54B-82D0-66D0AB25D2A7}"/>
                </a:ext>
              </a:extLst>
            </p:cNvPr>
            <p:cNvGrpSpPr>
              <a:grpSpLocks/>
            </p:cNvGrpSpPr>
            <p:nvPr/>
          </p:nvGrpSpPr>
          <p:grpSpPr bwMode="auto">
            <a:xfrm>
              <a:off x="2020" y="1976"/>
              <a:ext cx="308" cy="269"/>
              <a:chOff x="2899" y="2425"/>
              <a:chExt cx="315" cy="269"/>
            </a:xfrm>
          </p:grpSpPr>
          <p:sp>
            <p:nvSpPr>
              <p:cNvPr id="221" name="Rectangle 106">
                <a:extLst>
                  <a:ext uri="{FF2B5EF4-FFF2-40B4-BE49-F238E27FC236}">
                    <a16:creationId xmlns:a16="http://schemas.microsoft.com/office/drawing/2014/main" id="{91098A50-7FC0-CB4E-9B97-2D7AE96D06C6}"/>
                  </a:ext>
                </a:extLst>
              </p:cNvPr>
              <p:cNvSpPr>
                <a:spLocks noChangeArrowheads="1"/>
              </p:cNvSpPr>
              <p:nvPr/>
            </p:nvSpPr>
            <p:spPr bwMode="auto">
              <a:xfrm>
                <a:off x="2982" y="2490"/>
                <a:ext cx="142" cy="13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2" name="Text Box 107">
                <a:extLst>
                  <a:ext uri="{FF2B5EF4-FFF2-40B4-BE49-F238E27FC236}">
                    <a16:creationId xmlns:a16="http://schemas.microsoft.com/office/drawing/2014/main" id="{FBCF2ABD-1064-2947-85B9-C0D4E2616D8E}"/>
                  </a:ext>
                </a:extLst>
              </p:cNvPr>
              <p:cNvSpPr txBox="1">
                <a:spLocks noChangeArrowheads="1"/>
              </p:cNvSpPr>
              <p:nvPr/>
            </p:nvSpPr>
            <p:spPr bwMode="auto">
              <a:xfrm>
                <a:off x="2899" y="2425"/>
                <a:ext cx="315" cy="2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sp>
        <p:nvSpPr>
          <p:cNvPr id="200" name="Line 108">
            <a:extLst>
              <a:ext uri="{FF2B5EF4-FFF2-40B4-BE49-F238E27FC236}">
                <a16:creationId xmlns:a16="http://schemas.microsoft.com/office/drawing/2014/main" id="{47A25237-349D-A842-8706-F347B2434568}"/>
              </a:ext>
            </a:extLst>
          </p:cNvPr>
          <p:cNvSpPr>
            <a:spLocks noChangeShapeType="1"/>
          </p:cNvSpPr>
          <p:nvPr/>
        </p:nvSpPr>
        <p:spPr bwMode="auto">
          <a:xfrm flipH="1">
            <a:off x="2266990" y="4669862"/>
            <a:ext cx="90518" cy="15926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1" name="Line 109">
            <a:extLst>
              <a:ext uri="{FF2B5EF4-FFF2-40B4-BE49-F238E27FC236}">
                <a16:creationId xmlns:a16="http://schemas.microsoft.com/office/drawing/2014/main" id="{6A3F47BD-80C7-0747-85CB-F22F1B792701}"/>
              </a:ext>
            </a:extLst>
          </p:cNvPr>
          <p:cNvSpPr>
            <a:spLocks noChangeShapeType="1"/>
          </p:cNvSpPr>
          <p:nvPr/>
        </p:nvSpPr>
        <p:spPr bwMode="auto">
          <a:xfrm>
            <a:off x="1818783" y="4737696"/>
            <a:ext cx="211694"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2" name="Line 110">
            <a:extLst>
              <a:ext uri="{FF2B5EF4-FFF2-40B4-BE49-F238E27FC236}">
                <a16:creationId xmlns:a16="http://schemas.microsoft.com/office/drawing/2014/main" id="{6CB9126B-13F6-7D4E-B1DD-C7EB25541B07}"/>
              </a:ext>
            </a:extLst>
          </p:cNvPr>
          <p:cNvSpPr>
            <a:spLocks noChangeShapeType="1"/>
          </p:cNvSpPr>
          <p:nvPr/>
        </p:nvSpPr>
        <p:spPr bwMode="auto">
          <a:xfrm flipH="1">
            <a:off x="2547302" y="4214198"/>
            <a:ext cx="198555" cy="2241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3" name="Line 111">
            <a:extLst>
              <a:ext uri="{FF2B5EF4-FFF2-40B4-BE49-F238E27FC236}">
                <a16:creationId xmlns:a16="http://schemas.microsoft.com/office/drawing/2014/main" id="{22C33C4C-9469-EC40-8CEF-2C586DEC66C3}"/>
              </a:ext>
            </a:extLst>
          </p:cNvPr>
          <p:cNvSpPr>
            <a:spLocks noChangeShapeType="1"/>
          </p:cNvSpPr>
          <p:nvPr/>
        </p:nvSpPr>
        <p:spPr bwMode="auto">
          <a:xfrm>
            <a:off x="2139974" y="4200926"/>
            <a:ext cx="175195" cy="26248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4" name="Line 112">
            <a:extLst>
              <a:ext uri="{FF2B5EF4-FFF2-40B4-BE49-F238E27FC236}">
                <a16:creationId xmlns:a16="http://schemas.microsoft.com/office/drawing/2014/main" id="{4C48EF93-B210-4F4B-9854-165045A32FD0}"/>
              </a:ext>
            </a:extLst>
          </p:cNvPr>
          <p:cNvSpPr>
            <a:spLocks noChangeShapeType="1"/>
          </p:cNvSpPr>
          <p:nvPr/>
        </p:nvSpPr>
        <p:spPr bwMode="auto">
          <a:xfrm flipH="1">
            <a:off x="3103547" y="4338068"/>
            <a:ext cx="102197" cy="30377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5" name="Line 113">
            <a:extLst>
              <a:ext uri="{FF2B5EF4-FFF2-40B4-BE49-F238E27FC236}">
                <a16:creationId xmlns:a16="http://schemas.microsoft.com/office/drawing/2014/main" id="{EBEA8126-4CF3-3A41-ABAC-D142E166341E}"/>
              </a:ext>
            </a:extLst>
          </p:cNvPr>
          <p:cNvSpPr>
            <a:spLocks noChangeShapeType="1"/>
          </p:cNvSpPr>
          <p:nvPr/>
        </p:nvSpPr>
        <p:spPr bwMode="auto">
          <a:xfrm>
            <a:off x="7246913" y="5100458"/>
            <a:ext cx="324111"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6" name="Line 114">
            <a:extLst>
              <a:ext uri="{FF2B5EF4-FFF2-40B4-BE49-F238E27FC236}">
                <a16:creationId xmlns:a16="http://schemas.microsoft.com/office/drawing/2014/main" id="{9F42B725-C1EB-5648-AA83-55F576D99A64}"/>
              </a:ext>
            </a:extLst>
          </p:cNvPr>
          <p:cNvSpPr>
            <a:spLocks noChangeShapeType="1"/>
          </p:cNvSpPr>
          <p:nvPr/>
        </p:nvSpPr>
        <p:spPr bwMode="auto">
          <a:xfrm flipV="1">
            <a:off x="7160776" y="4638895"/>
            <a:ext cx="382509" cy="37455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7" name="Line 115">
            <a:extLst>
              <a:ext uri="{FF2B5EF4-FFF2-40B4-BE49-F238E27FC236}">
                <a16:creationId xmlns:a16="http://schemas.microsoft.com/office/drawing/2014/main" id="{257DE23D-92D6-6B48-8933-BB087A4B7F3B}"/>
              </a:ext>
            </a:extLst>
          </p:cNvPr>
          <p:cNvSpPr>
            <a:spLocks noChangeShapeType="1"/>
          </p:cNvSpPr>
          <p:nvPr/>
        </p:nvSpPr>
        <p:spPr bwMode="auto">
          <a:xfrm flipH="1" flipV="1">
            <a:off x="6356338" y="4388206"/>
            <a:ext cx="185415" cy="29787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8" name="Line 116">
            <a:extLst>
              <a:ext uri="{FF2B5EF4-FFF2-40B4-BE49-F238E27FC236}">
                <a16:creationId xmlns:a16="http://schemas.microsoft.com/office/drawing/2014/main" id="{3008FEDF-B989-AD47-B8DC-811C63A78E62}"/>
              </a:ext>
            </a:extLst>
          </p:cNvPr>
          <p:cNvSpPr>
            <a:spLocks noChangeShapeType="1"/>
          </p:cNvSpPr>
          <p:nvPr/>
        </p:nvSpPr>
        <p:spPr bwMode="auto">
          <a:xfrm flipH="1" flipV="1">
            <a:off x="5900830" y="4538619"/>
            <a:ext cx="198555" cy="27280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9" name="Line 117">
            <a:extLst>
              <a:ext uri="{FF2B5EF4-FFF2-40B4-BE49-F238E27FC236}">
                <a16:creationId xmlns:a16="http://schemas.microsoft.com/office/drawing/2014/main" id="{7072AB1C-E687-5F42-AD97-F842F241CC4D}"/>
              </a:ext>
            </a:extLst>
          </p:cNvPr>
          <p:cNvSpPr>
            <a:spLocks noChangeShapeType="1"/>
          </p:cNvSpPr>
          <p:nvPr/>
        </p:nvSpPr>
        <p:spPr bwMode="auto">
          <a:xfrm flipH="1">
            <a:off x="3141506" y="5637228"/>
            <a:ext cx="197095" cy="17253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0" name="Line 118">
            <a:extLst>
              <a:ext uri="{FF2B5EF4-FFF2-40B4-BE49-F238E27FC236}">
                <a16:creationId xmlns:a16="http://schemas.microsoft.com/office/drawing/2014/main" id="{368439BD-38EC-0F4F-AB79-71712E1AE097}"/>
              </a:ext>
            </a:extLst>
          </p:cNvPr>
          <p:cNvSpPr>
            <a:spLocks noChangeShapeType="1"/>
          </p:cNvSpPr>
          <p:nvPr/>
        </p:nvSpPr>
        <p:spPr bwMode="auto">
          <a:xfrm flipH="1" flipV="1">
            <a:off x="3091868" y="5488289"/>
            <a:ext cx="185415" cy="1179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1" name="Line 119">
            <a:extLst>
              <a:ext uri="{FF2B5EF4-FFF2-40B4-BE49-F238E27FC236}">
                <a16:creationId xmlns:a16="http://schemas.microsoft.com/office/drawing/2014/main" id="{05F4047A-FA71-B345-8F4D-7557CE9C3159}"/>
              </a:ext>
            </a:extLst>
          </p:cNvPr>
          <p:cNvSpPr>
            <a:spLocks noChangeShapeType="1"/>
          </p:cNvSpPr>
          <p:nvPr/>
        </p:nvSpPr>
        <p:spPr bwMode="auto">
          <a:xfrm flipH="1">
            <a:off x="3487517" y="5887917"/>
            <a:ext cx="309511" cy="22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2" name="Line 120">
            <a:extLst>
              <a:ext uri="{FF2B5EF4-FFF2-40B4-BE49-F238E27FC236}">
                <a16:creationId xmlns:a16="http://schemas.microsoft.com/office/drawing/2014/main" id="{00691E04-3135-5045-8A22-A3445401A5C1}"/>
              </a:ext>
            </a:extLst>
          </p:cNvPr>
          <p:cNvSpPr>
            <a:spLocks noChangeShapeType="1"/>
          </p:cNvSpPr>
          <p:nvPr/>
        </p:nvSpPr>
        <p:spPr bwMode="auto">
          <a:xfrm flipV="1">
            <a:off x="4192677" y="5212531"/>
            <a:ext cx="334331" cy="147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3" name="Line 121">
            <a:extLst>
              <a:ext uri="{FF2B5EF4-FFF2-40B4-BE49-F238E27FC236}">
                <a16:creationId xmlns:a16="http://schemas.microsoft.com/office/drawing/2014/main" id="{C2D8B9BD-B900-B448-8B0A-9B6A048DBB86}"/>
              </a:ext>
            </a:extLst>
          </p:cNvPr>
          <p:cNvSpPr>
            <a:spLocks noChangeShapeType="1"/>
          </p:cNvSpPr>
          <p:nvPr/>
        </p:nvSpPr>
        <p:spPr bwMode="auto">
          <a:xfrm>
            <a:off x="4859879" y="5762572"/>
            <a:ext cx="173735"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4" name="Line 122">
            <a:extLst>
              <a:ext uri="{FF2B5EF4-FFF2-40B4-BE49-F238E27FC236}">
                <a16:creationId xmlns:a16="http://schemas.microsoft.com/office/drawing/2014/main" id="{EA45D5A9-0BF3-874E-B10C-996FD8308B65}"/>
              </a:ext>
            </a:extLst>
          </p:cNvPr>
          <p:cNvSpPr>
            <a:spLocks noChangeShapeType="1"/>
          </p:cNvSpPr>
          <p:nvPr/>
        </p:nvSpPr>
        <p:spPr bwMode="auto">
          <a:xfrm>
            <a:off x="4156178" y="5324603"/>
            <a:ext cx="211694" cy="11059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82" name="Group 281">
            <a:extLst>
              <a:ext uri="{FF2B5EF4-FFF2-40B4-BE49-F238E27FC236}">
                <a16:creationId xmlns:a16="http://schemas.microsoft.com/office/drawing/2014/main" id="{AA6A0761-EFD0-B448-950E-18DB9794940F}"/>
              </a:ext>
            </a:extLst>
          </p:cNvPr>
          <p:cNvGrpSpPr/>
          <p:nvPr/>
        </p:nvGrpSpPr>
        <p:grpSpPr>
          <a:xfrm>
            <a:off x="1778696" y="3924256"/>
            <a:ext cx="5968456" cy="2124592"/>
            <a:chOff x="3175544" y="3748892"/>
            <a:chExt cx="5968456" cy="2124592"/>
          </a:xfrm>
        </p:grpSpPr>
        <p:grpSp>
          <p:nvGrpSpPr>
            <p:cNvPr id="264" name="Group 263">
              <a:extLst>
                <a:ext uri="{FF2B5EF4-FFF2-40B4-BE49-F238E27FC236}">
                  <a16:creationId xmlns:a16="http://schemas.microsoft.com/office/drawing/2014/main" id="{759DD332-1646-744E-B0B3-D290BCF0ED64}"/>
                </a:ext>
              </a:extLst>
            </p:cNvPr>
            <p:cNvGrpSpPr/>
            <p:nvPr/>
          </p:nvGrpSpPr>
          <p:grpSpPr>
            <a:xfrm>
              <a:off x="3175544" y="3748892"/>
              <a:ext cx="1609399" cy="1316010"/>
              <a:chOff x="3188070" y="3748892"/>
              <a:chExt cx="1609399" cy="1316010"/>
            </a:xfrm>
          </p:grpSpPr>
          <p:sp>
            <p:nvSpPr>
              <p:cNvPr id="253" name="Freeform 4">
                <a:extLst>
                  <a:ext uri="{FF2B5EF4-FFF2-40B4-BE49-F238E27FC236}">
                    <a16:creationId xmlns:a16="http://schemas.microsoft.com/office/drawing/2014/main" id="{B1786030-A05C-3C4B-90A8-A5DA8E673523}"/>
                  </a:ext>
                </a:extLst>
              </p:cNvPr>
              <p:cNvSpPr>
                <a:spLocks/>
              </p:cNvSpPr>
              <p:nvPr/>
            </p:nvSpPr>
            <p:spPr bwMode="auto">
              <a:xfrm>
                <a:off x="3188070" y="3748892"/>
                <a:ext cx="1609399" cy="1316010"/>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63" name="Group 262">
                <a:extLst>
                  <a:ext uri="{FF2B5EF4-FFF2-40B4-BE49-F238E27FC236}">
                    <a16:creationId xmlns:a16="http://schemas.microsoft.com/office/drawing/2014/main" id="{2A2171EC-FE7C-D541-B23A-F748C585D569}"/>
                  </a:ext>
                </a:extLst>
              </p:cNvPr>
              <p:cNvGrpSpPr/>
              <p:nvPr/>
            </p:nvGrpSpPr>
            <p:grpSpPr>
              <a:xfrm>
                <a:off x="3323010" y="3984960"/>
                <a:ext cx="1290181" cy="895439"/>
                <a:chOff x="2145563" y="2093530"/>
                <a:chExt cx="1290181" cy="895439"/>
              </a:xfrm>
            </p:grpSpPr>
            <p:sp>
              <p:nvSpPr>
                <p:cNvPr id="4" name="TextBox 3">
                  <a:extLst>
                    <a:ext uri="{FF2B5EF4-FFF2-40B4-BE49-F238E27FC236}">
                      <a16:creationId xmlns:a16="http://schemas.microsoft.com/office/drawing/2014/main" id="{6723594D-379C-E642-A5A9-5C895D3CFBCB}"/>
                    </a:ext>
                  </a:extLst>
                </p:cNvPr>
                <p:cNvSpPr txBox="1"/>
                <p:nvPr/>
              </p:nvSpPr>
              <p:spPr>
                <a:xfrm>
                  <a:off x="2307787" y="2257804"/>
                  <a:ext cx="1017010" cy="617861"/>
                </a:xfrm>
                <a:prstGeom prst="rect">
                  <a:avLst/>
                </a:prstGeom>
                <a:noFill/>
              </p:spPr>
              <p:txBody>
                <a:bodyPr wrap="none" rtlCol="0">
                  <a:spAutoFit/>
                </a:bodyPr>
                <a:lstStyle/>
                <a:p>
                  <a:pPr algn="ctr">
                    <a:lnSpc>
                      <a:spcPct val="85000"/>
                    </a:lnSpc>
                  </a:pPr>
                  <a:r>
                    <a:rPr lang="en-US" sz="2000">
                      <a:solidFill>
                        <a:srgbClr val="0000A8"/>
                      </a:solidFill>
                    </a:rPr>
                    <a:t>intra-AS</a:t>
                  </a:r>
                </a:p>
                <a:p>
                  <a:pPr algn="ctr">
                    <a:lnSpc>
                      <a:spcPct val="85000"/>
                    </a:lnSpc>
                  </a:pPr>
                  <a:r>
                    <a:rPr lang="en-US" sz="2000">
                      <a:solidFill>
                        <a:srgbClr val="0000A8"/>
                      </a:solidFill>
                    </a:rPr>
                    <a:t>routing</a:t>
                  </a:r>
                </a:p>
              </p:txBody>
            </p:sp>
            <p:sp>
              <p:nvSpPr>
                <p:cNvPr id="8" name="Oval 7">
                  <a:extLst>
                    <a:ext uri="{FF2B5EF4-FFF2-40B4-BE49-F238E27FC236}">
                      <a16:creationId xmlns:a16="http://schemas.microsoft.com/office/drawing/2014/main" id="{2472BBF8-088B-A449-9470-EBB3D14828B2}"/>
                    </a:ext>
                  </a:extLst>
                </p:cNvPr>
                <p:cNvSpPr/>
                <p:nvPr/>
              </p:nvSpPr>
              <p:spPr>
                <a:xfrm>
                  <a:off x="2145563"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0100B31F-13F0-1E46-B425-81FB4EF4CED2}"/>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8" name="Straight Arrow Connector 257">
                  <a:extLst>
                    <a:ext uri="{FF2B5EF4-FFF2-40B4-BE49-F238E27FC236}">
                      <a16:creationId xmlns:a16="http://schemas.microsoft.com/office/drawing/2014/main" id="{E47A0939-C51B-A042-A7CC-F4275B61338E}"/>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73" name="Group 272">
              <a:extLst>
                <a:ext uri="{FF2B5EF4-FFF2-40B4-BE49-F238E27FC236}">
                  <a16:creationId xmlns:a16="http://schemas.microsoft.com/office/drawing/2014/main" id="{F59F95CB-2AFB-954F-A034-BBA60D5D4EF0}"/>
                </a:ext>
              </a:extLst>
            </p:cNvPr>
            <p:cNvGrpSpPr/>
            <p:nvPr/>
          </p:nvGrpSpPr>
          <p:grpSpPr>
            <a:xfrm>
              <a:off x="4345585" y="4779701"/>
              <a:ext cx="2744147" cy="1093783"/>
              <a:chOff x="4345585" y="4779701"/>
              <a:chExt cx="2744147" cy="1093783"/>
            </a:xfrm>
          </p:grpSpPr>
          <p:sp>
            <p:nvSpPr>
              <p:cNvPr id="254" name="Freeform 5">
                <a:extLst>
                  <a:ext uri="{FF2B5EF4-FFF2-40B4-BE49-F238E27FC236}">
                    <a16:creationId xmlns:a16="http://schemas.microsoft.com/office/drawing/2014/main" id="{0F89B688-4E67-2344-8F6E-D25D73FDDC05}"/>
                  </a:ext>
                </a:extLst>
              </p:cNvPr>
              <p:cNvSpPr>
                <a:spLocks/>
              </p:cNvSpPr>
              <p:nvPr/>
            </p:nvSpPr>
            <p:spPr bwMode="auto">
              <a:xfrm>
                <a:off x="4345585" y="4779701"/>
                <a:ext cx="2744147" cy="1093783"/>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flip="none" rotWithShape="1">
                <a:gsLst>
                  <a:gs pos="20000">
                    <a:schemeClr val="bg1"/>
                  </a:gs>
                  <a:gs pos="99000">
                    <a:schemeClr val="bg1">
                      <a:alpha val="73000"/>
                    </a:schemeClr>
                  </a:gs>
                </a:gsLst>
                <a:path path="circle">
                  <a:fillToRect l="50000" t="50000" r="50000" b="50000"/>
                </a:path>
                <a:tileRect/>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67" name="Group 266">
                <a:extLst>
                  <a:ext uri="{FF2B5EF4-FFF2-40B4-BE49-F238E27FC236}">
                    <a16:creationId xmlns:a16="http://schemas.microsoft.com/office/drawing/2014/main" id="{48016CA7-C957-1C4D-A120-A23AF9524D91}"/>
                  </a:ext>
                </a:extLst>
              </p:cNvPr>
              <p:cNvGrpSpPr/>
              <p:nvPr/>
            </p:nvGrpSpPr>
            <p:grpSpPr>
              <a:xfrm>
                <a:off x="4915903" y="4888922"/>
                <a:ext cx="1290181" cy="895439"/>
                <a:chOff x="2158089" y="2093530"/>
                <a:chExt cx="1290181" cy="895439"/>
              </a:xfrm>
            </p:grpSpPr>
            <p:sp>
              <p:nvSpPr>
                <p:cNvPr id="268" name="TextBox 267">
                  <a:extLst>
                    <a:ext uri="{FF2B5EF4-FFF2-40B4-BE49-F238E27FC236}">
                      <a16:creationId xmlns:a16="http://schemas.microsoft.com/office/drawing/2014/main" id="{3AB46CFF-D2D9-204B-8D26-6EBD60AC189A}"/>
                    </a:ext>
                  </a:extLst>
                </p:cNvPr>
                <p:cNvSpPr txBox="1"/>
                <p:nvPr/>
              </p:nvSpPr>
              <p:spPr>
                <a:xfrm>
                  <a:off x="2307787" y="2257804"/>
                  <a:ext cx="1017010" cy="617861"/>
                </a:xfrm>
                <a:prstGeom prst="rect">
                  <a:avLst/>
                </a:prstGeom>
                <a:noFill/>
              </p:spPr>
              <p:txBody>
                <a:bodyPr wrap="none" rtlCol="0">
                  <a:spAutoFit/>
                </a:bodyPr>
                <a:lstStyle/>
                <a:p>
                  <a:pPr algn="ctr">
                    <a:lnSpc>
                      <a:spcPct val="85000"/>
                    </a:lnSpc>
                  </a:pPr>
                  <a:r>
                    <a:rPr lang="en-US" sz="2000">
                      <a:solidFill>
                        <a:srgbClr val="0000A8"/>
                      </a:solidFill>
                    </a:rPr>
                    <a:t>intra-AS</a:t>
                  </a:r>
                </a:p>
                <a:p>
                  <a:pPr algn="ctr">
                    <a:lnSpc>
                      <a:spcPct val="85000"/>
                    </a:lnSpc>
                  </a:pPr>
                  <a:r>
                    <a:rPr lang="en-US" sz="2000">
                      <a:solidFill>
                        <a:srgbClr val="0000A8"/>
                      </a:solidFill>
                    </a:rPr>
                    <a:t>routing</a:t>
                  </a:r>
                </a:p>
              </p:txBody>
            </p:sp>
            <p:sp>
              <p:nvSpPr>
                <p:cNvPr id="269" name="Oval 268">
                  <a:extLst>
                    <a:ext uri="{FF2B5EF4-FFF2-40B4-BE49-F238E27FC236}">
                      <a16:creationId xmlns:a16="http://schemas.microsoft.com/office/drawing/2014/main" id="{62F828E9-D5D5-A845-92F1-06245C1556E7}"/>
                    </a:ext>
                  </a:extLst>
                </p:cNvPr>
                <p:cNvSpPr/>
                <p:nvPr/>
              </p:nvSpPr>
              <p:spPr>
                <a:xfrm>
                  <a:off x="2158089"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DF703CA7-434F-3941-821C-59863FBA7287}"/>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1" name="Straight Arrow Connector 270">
                  <a:extLst>
                    <a:ext uri="{FF2B5EF4-FFF2-40B4-BE49-F238E27FC236}">
                      <a16:creationId xmlns:a16="http://schemas.microsoft.com/office/drawing/2014/main" id="{4E454930-4E41-434B-860E-CAB25B708B4C}"/>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81" name="Group 280">
              <a:extLst>
                <a:ext uri="{FF2B5EF4-FFF2-40B4-BE49-F238E27FC236}">
                  <a16:creationId xmlns:a16="http://schemas.microsoft.com/office/drawing/2014/main" id="{E2F34647-CA92-A545-AFCE-B82A0FF135E5}"/>
                </a:ext>
              </a:extLst>
            </p:cNvPr>
            <p:cNvGrpSpPr/>
            <p:nvPr/>
          </p:nvGrpSpPr>
          <p:grpSpPr>
            <a:xfrm>
              <a:off x="6989573" y="3977477"/>
              <a:ext cx="2154427" cy="1384541"/>
              <a:chOff x="6989573" y="3977477"/>
              <a:chExt cx="2154427" cy="1384541"/>
            </a:xfrm>
          </p:grpSpPr>
          <p:sp>
            <p:nvSpPr>
              <p:cNvPr id="255" name="Freeform 3">
                <a:extLst>
                  <a:ext uri="{FF2B5EF4-FFF2-40B4-BE49-F238E27FC236}">
                    <a16:creationId xmlns:a16="http://schemas.microsoft.com/office/drawing/2014/main" id="{1536733F-1420-C242-99F9-B2C1A846C638}"/>
                  </a:ext>
                </a:extLst>
              </p:cNvPr>
              <p:cNvSpPr>
                <a:spLocks/>
              </p:cNvSpPr>
              <p:nvPr/>
            </p:nvSpPr>
            <p:spPr bwMode="auto">
              <a:xfrm>
                <a:off x="6989573" y="3977477"/>
                <a:ext cx="2154427" cy="1384541"/>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76" name="Group 275">
                <a:extLst>
                  <a:ext uri="{FF2B5EF4-FFF2-40B4-BE49-F238E27FC236}">
                    <a16:creationId xmlns:a16="http://schemas.microsoft.com/office/drawing/2014/main" id="{92ED2415-587F-4B43-864E-2DFBFD8318B6}"/>
                  </a:ext>
                </a:extLst>
              </p:cNvPr>
              <p:cNvGrpSpPr/>
              <p:nvPr/>
            </p:nvGrpSpPr>
            <p:grpSpPr>
              <a:xfrm>
                <a:off x="7396057" y="4300199"/>
                <a:ext cx="1290181" cy="895439"/>
                <a:chOff x="2158089" y="2093530"/>
                <a:chExt cx="1290181" cy="895439"/>
              </a:xfrm>
            </p:grpSpPr>
            <p:sp>
              <p:nvSpPr>
                <p:cNvPr id="277" name="TextBox 276">
                  <a:extLst>
                    <a:ext uri="{FF2B5EF4-FFF2-40B4-BE49-F238E27FC236}">
                      <a16:creationId xmlns:a16="http://schemas.microsoft.com/office/drawing/2014/main" id="{5E266E0C-04F2-274C-A906-0CE2714D9E26}"/>
                    </a:ext>
                  </a:extLst>
                </p:cNvPr>
                <p:cNvSpPr txBox="1"/>
                <p:nvPr/>
              </p:nvSpPr>
              <p:spPr>
                <a:xfrm>
                  <a:off x="2307787" y="2257804"/>
                  <a:ext cx="1017010" cy="617861"/>
                </a:xfrm>
                <a:prstGeom prst="rect">
                  <a:avLst/>
                </a:prstGeom>
                <a:noFill/>
              </p:spPr>
              <p:txBody>
                <a:bodyPr wrap="none" rtlCol="0">
                  <a:spAutoFit/>
                </a:bodyPr>
                <a:lstStyle/>
                <a:p>
                  <a:pPr algn="ctr">
                    <a:lnSpc>
                      <a:spcPct val="85000"/>
                    </a:lnSpc>
                  </a:pPr>
                  <a:r>
                    <a:rPr lang="en-US" sz="2000">
                      <a:solidFill>
                        <a:srgbClr val="0000A8"/>
                      </a:solidFill>
                    </a:rPr>
                    <a:t>intra-AS</a:t>
                  </a:r>
                </a:p>
                <a:p>
                  <a:pPr algn="ctr">
                    <a:lnSpc>
                      <a:spcPct val="85000"/>
                    </a:lnSpc>
                  </a:pPr>
                  <a:r>
                    <a:rPr lang="en-US" sz="2000">
                      <a:solidFill>
                        <a:srgbClr val="0000A8"/>
                      </a:solidFill>
                    </a:rPr>
                    <a:t>routing</a:t>
                  </a:r>
                </a:p>
              </p:txBody>
            </p:sp>
            <p:sp>
              <p:nvSpPr>
                <p:cNvPr id="278" name="Oval 277">
                  <a:extLst>
                    <a:ext uri="{FF2B5EF4-FFF2-40B4-BE49-F238E27FC236}">
                      <a16:creationId xmlns:a16="http://schemas.microsoft.com/office/drawing/2014/main" id="{AF109F00-AEAA-434C-BBF7-9540A765DEAD}"/>
                    </a:ext>
                  </a:extLst>
                </p:cNvPr>
                <p:cNvSpPr/>
                <p:nvPr/>
              </p:nvSpPr>
              <p:spPr>
                <a:xfrm>
                  <a:off x="2158089"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BC93F16D-2C1A-E249-87B4-695F781B3787}"/>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0" name="Straight Arrow Connector 279">
                  <a:extLst>
                    <a:ext uri="{FF2B5EF4-FFF2-40B4-BE49-F238E27FC236}">
                      <a16:creationId xmlns:a16="http://schemas.microsoft.com/office/drawing/2014/main" id="{BF12078B-FFCB-5B4D-96D9-6482BC5DACC1}"/>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grpSp>
        <p:nvGrpSpPr>
          <p:cNvPr id="312" name="Group 311">
            <a:extLst>
              <a:ext uri="{FF2B5EF4-FFF2-40B4-BE49-F238E27FC236}">
                <a16:creationId xmlns:a16="http://schemas.microsoft.com/office/drawing/2014/main" id="{78E22769-1D43-5840-8394-0FE0463D5740}"/>
              </a:ext>
            </a:extLst>
          </p:cNvPr>
          <p:cNvGrpSpPr/>
          <p:nvPr/>
        </p:nvGrpSpPr>
        <p:grpSpPr>
          <a:xfrm>
            <a:off x="1812296" y="3939436"/>
            <a:ext cx="5968456" cy="2124592"/>
            <a:chOff x="3202684" y="3763506"/>
            <a:chExt cx="5968456" cy="2124592"/>
          </a:xfrm>
        </p:grpSpPr>
        <p:grpSp>
          <p:nvGrpSpPr>
            <p:cNvPr id="310" name="Group 309">
              <a:extLst>
                <a:ext uri="{FF2B5EF4-FFF2-40B4-BE49-F238E27FC236}">
                  <a16:creationId xmlns:a16="http://schemas.microsoft.com/office/drawing/2014/main" id="{744E07CE-3F29-2C44-A38C-A63250BD37CA}"/>
                </a:ext>
              </a:extLst>
            </p:cNvPr>
            <p:cNvGrpSpPr/>
            <p:nvPr/>
          </p:nvGrpSpPr>
          <p:grpSpPr>
            <a:xfrm>
              <a:off x="3202684" y="3763506"/>
              <a:ext cx="5968456" cy="2124592"/>
              <a:chOff x="2563856" y="-1509951"/>
              <a:chExt cx="5968456" cy="2124592"/>
            </a:xfrm>
          </p:grpSpPr>
          <p:sp>
            <p:nvSpPr>
              <p:cNvPr id="304" name="Freeform 4">
                <a:extLst>
                  <a:ext uri="{FF2B5EF4-FFF2-40B4-BE49-F238E27FC236}">
                    <a16:creationId xmlns:a16="http://schemas.microsoft.com/office/drawing/2014/main" id="{D30911A6-6911-094B-927D-A42ABA72DF40}"/>
                  </a:ext>
                </a:extLst>
              </p:cNvPr>
              <p:cNvSpPr>
                <a:spLocks/>
              </p:cNvSpPr>
              <p:nvPr/>
            </p:nvSpPr>
            <p:spPr bwMode="auto">
              <a:xfrm>
                <a:off x="2563856" y="-1509951"/>
                <a:ext cx="1609399" cy="1316010"/>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98" name="Freeform 5">
                <a:extLst>
                  <a:ext uri="{FF2B5EF4-FFF2-40B4-BE49-F238E27FC236}">
                    <a16:creationId xmlns:a16="http://schemas.microsoft.com/office/drawing/2014/main" id="{5CB4E5C1-2135-4947-936C-2E606AB35C41}"/>
                  </a:ext>
                </a:extLst>
              </p:cNvPr>
              <p:cNvSpPr>
                <a:spLocks/>
              </p:cNvSpPr>
              <p:nvPr/>
            </p:nvSpPr>
            <p:spPr bwMode="auto">
              <a:xfrm>
                <a:off x="3733897" y="-479142"/>
                <a:ext cx="2744147" cy="1093783"/>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flip="none" rotWithShape="1">
                <a:gsLst>
                  <a:gs pos="20000">
                    <a:schemeClr val="bg1"/>
                  </a:gs>
                  <a:gs pos="99000">
                    <a:schemeClr val="bg1">
                      <a:alpha val="73000"/>
                    </a:schemeClr>
                  </a:gs>
                </a:gsLst>
                <a:path path="circle">
                  <a:fillToRect l="50000" t="50000" r="50000" b="50000"/>
                </a:path>
                <a:tileRect/>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92" name="Freeform 3">
                <a:extLst>
                  <a:ext uri="{FF2B5EF4-FFF2-40B4-BE49-F238E27FC236}">
                    <a16:creationId xmlns:a16="http://schemas.microsoft.com/office/drawing/2014/main" id="{17419CA7-50EA-4644-BAD8-E64BA60CCA3E}"/>
                  </a:ext>
                </a:extLst>
              </p:cNvPr>
              <p:cNvSpPr>
                <a:spLocks/>
              </p:cNvSpPr>
              <p:nvPr/>
            </p:nvSpPr>
            <p:spPr bwMode="auto">
              <a:xfrm>
                <a:off x="6377885" y="-1281366"/>
                <a:ext cx="2154427" cy="1384541"/>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cxnSp>
            <p:nvCxnSpPr>
              <p:cNvPr id="284" name="Straight Arrow Connector 283">
                <a:extLst>
                  <a:ext uri="{FF2B5EF4-FFF2-40B4-BE49-F238E27FC236}">
                    <a16:creationId xmlns:a16="http://schemas.microsoft.com/office/drawing/2014/main" id="{D9F899E2-41E6-F644-9D09-629032DFBB9F}"/>
                  </a:ext>
                </a:extLst>
              </p:cNvPr>
              <p:cNvCxnSpPr>
                <a:cxnSpLocks/>
              </p:cNvCxnSpPr>
              <p:nvPr/>
            </p:nvCxnSpPr>
            <p:spPr>
              <a:xfrm flipV="1">
                <a:off x="5824603" y="-501042"/>
                <a:ext cx="814192" cy="501042"/>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498B5083-E95A-D548-919E-B088084EACD8}"/>
                  </a:ext>
                </a:extLst>
              </p:cNvPr>
              <p:cNvCxnSpPr>
                <a:cxnSpLocks/>
              </p:cNvCxnSpPr>
              <p:nvPr/>
            </p:nvCxnSpPr>
            <p:spPr>
              <a:xfrm>
                <a:off x="4010416" y="-711896"/>
                <a:ext cx="724423" cy="436323"/>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11" name="TextBox 310">
              <a:extLst>
                <a:ext uri="{FF2B5EF4-FFF2-40B4-BE49-F238E27FC236}">
                  <a16:creationId xmlns:a16="http://schemas.microsoft.com/office/drawing/2014/main" id="{B03A980E-CDF4-394B-8ACB-E178989326AD}"/>
                </a:ext>
              </a:extLst>
            </p:cNvPr>
            <p:cNvSpPr txBox="1"/>
            <p:nvPr/>
          </p:nvSpPr>
          <p:spPr>
            <a:xfrm>
              <a:off x="4935255" y="4346532"/>
              <a:ext cx="2217106" cy="461665"/>
            </a:xfrm>
            <a:prstGeom prst="rect">
              <a:avLst/>
            </a:prstGeom>
            <a:noFill/>
          </p:spPr>
          <p:txBody>
            <a:bodyPr wrap="square" rtlCol="0">
              <a:spAutoFit/>
            </a:bodyPr>
            <a:lstStyle/>
            <a:p>
              <a:r>
                <a:rPr lang="en-US" sz="2400">
                  <a:solidFill>
                    <a:srgbClr val="C00000"/>
                  </a:solidFill>
                </a:rPr>
                <a:t>inter-AS routing</a:t>
              </a:r>
            </a:p>
          </p:txBody>
        </p:sp>
      </p:grpSp>
      <p:grpSp>
        <p:nvGrpSpPr>
          <p:cNvPr id="313" name="Group 312">
            <a:extLst>
              <a:ext uri="{FF2B5EF4-FFF2-40B4-BE49-F238E27FC236}">
                <a16:creationId xmlns:a16="http://schemas.microsoft.com/office/drawing/2014/main" id="{AFDBFFAE-83D8-D74E-B3C9-F3CDF234CDF3}"/>
              </a:ext>
            </a:extLst>
          </p:cNvPr>
          <p:cNvGrpSpPr/>
          <p:nvPr/>
        </p:nvGrpSpPr>
        <p:grpSpPr>
          <a:xfrm>
            <a:off x="3723768" y="1866380"/>
            <a:ext cx="2334629" cy="3331019"/>
            <a:chOff x="5176788" y="1691016"/>
            <a:chExt cx="2334629" cy="3331019"/>
          </a:xfrm>
        </p:grpSpPr>
        <p:sp>
          <p:nvSpPr>
            <p:cNvPr id="314" name="Freeform 313">
              <a:extLst>
                <a:ext uri="{FF2B5EF4-FFF2-40B4-BE49-F238E27FC236}">
                  <a16:creationId xmlns:a16="http://schemas.microsoft.com/office/drawing/2014/main" id="{DA2EECEA-6E2F-594A-A168-0AF941E524C3}"/>
                </a:ext>
              </a:extLst>
            </p:cNvPr>
            <p:cNvSpPr/>
            <p:nvPr/>
          </p:nvSpPr>
          <p:spPr bwMode="auto">
            <a:xfrm flipH="1">
              <a:off x="5219204" y="3674178"/>
              <a:ext cx="2255450" cy="134785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2217181 w 2532501"/>
                <a:gd name="connsiteY0" fmla="*/ 747595 h 747595"/>
                <a:gd name="connsiteX1" fmla="*/ 0 w 2532501"/>
                <a:gd name="connsiteY1" fmla="*/ 310 h 747595"/>
                <a:gd name="connsiteX2" fmla="*/ 2251233 w 2532501"/>
                <a:gd name="connsiteY2" fmla="*/ 1468 h 747595"/>
                <a:gd name="connsiteX3" fmla="*/ 2532501 w 2532501"/>
                <a:gd name="connsiteY3" fmla="*/ 710902 h 747595"/>
                <a:gd name="connsiteX4" fmla="*/ 2217181 w 2532501"/>
                <a:gd name="connsiteY4" fmla="*/ 747595 h 747595"/>
                <a:gd name="connsiteX0" fmla="*/ 1904181 w 2532501"/>
                <a:gd name="connsiteY0" fmla="*/ 1349639 h 1349639"/>
                <a:gd name="connsiteX1" fmla="*/ 0 w 2532501"/>
                <a:gd name="connsiteY1" fmla="*/ 310 h 1349639"/>
                <a:gd name="connsiteX2" fmla="*/ 2251233 w 2532501"/>
                <a:gd name="connsiteY2" fmla="*/ 1468 h 1349639"/>
                <a:gd name="connsiteX3" fmla="*/ 2532501 w 2532501"/>
                <a:gd name="connsiteY3" fmla="*/ 710902 h 1349639"/>
                <a:gd name="connsiteX4" fmla="*/ 1904181 w 2532501"/>
                <a:gd name="connsiteY4" fmla="*/ 1349639 h 1349639"/>
                <a:gd name="connsiteX0" fmla="*/ 1904181 w 2532501"/>
                <a:gd name="connsiteY0" fmla="*/ 1349639 h 1349639"/>
                <a:gd name="connsiteX1" fmla="*/ 0 w 2532501"/>
                <a:gd name="connsiteY1" fmla="*/ 310 h 1349639"/>
                <a:gd name="connsiteX2" fmla="*/ 2251233 w 2532501"/>
                <a:gd name="connsiteY2" fmla="*/ 1468 h 1349639"/>
                <a:gd name="connsiteX3" fmla="*/ 2532501 w 2532501"/>
                <a:gd name="connsiteY3" fmla="*/ 710902 h 1349639"/>
                <a:gd name="connsiteX4" fmla="*/ 1904181 w 2532501"/>
                <a:gd name="connsiteY4" fmla="*/ 1349639 h 1349639"/>
                <a:gd name="connsiteX0" fmla="*/ 1904181 w 2274923"/>
                <a:gd name="connsiteY0" fmla="*/ 1349639 h 1349639"/>
                <a:gd name="connsiteX1" fmla="*/ 0 w 2274923"/>
                <a:gd name="connsiteY1" fmla="*/ 310 h 1349639"/>
                <a:gd name="connsiteX2" fmla="*/ 2251233 w 2274923"/>
                <a:gd name="connsiteY2" fmla="*/ 1468 h 1349639"/>
                <a:gd name="connsiteX3" fmla="*/ 2244541 w 2274923"/>
                <a:gd name="connsiteY3" fmla="*/ 1338031 h 1349639"/>
                <a:gd name="connsiteX4" fmla="*/ 1904181 w 2274923"/>
                <a:gd name="connsiteY4" fmla="*/ 1349639 h 1349639"/>
                <a:gd name="connsiteX0" fmla="*/ 1904181 w 2251233"/>
                <a:gd name="connsiteY0" fmla="*/ 1349639 h 1349639"/>
                <a:gd name="connsiteX1" fmla="*/ 0 w 2251233"/>
                <a:gd name="connsiteY1" fmla="*/ 310 h 1349639"/>
                <a:gd name="connsiteX2" fmla="*/ 2251233 w 2251233"/>
                <a:gd name="connsiteY2" fmla="*/ 1468 h 1349639"/>
                <a:gd name="connsiteX3" fmla="*/ 2244541 w 2251233"/>
                <a:gd name="connsiteY3" fmla="*/ 1338031 h 1349639"/>
                <a:gd name="connsiteX4" fmla="*/ 1904181 w 2251233"/>
                <a:gd name="connsiteY4" fmla="*/ 1349639 h 1349639"/>
                <a:gd name="connsiteX0" fmla="*/ 1855043 w 2251233"/>
                <a:gd name="connsiteY0" fmla="*/ 1349639 h 1349639"/>
                <a:gd name="connsiteX1" fmla="*/ 0 w 2251233"/>
                <a:gd name="connsiteY1" fmla="*/ 310 h 1349639"/>
                <a:gd name="connsiteX2" fmla="*/ 2251233 w 2251233"/>
                <a:gd name="connsiteY2" fmla="*/ 1468 h 1349639"/>
                <a:gd name="connsiteX3" fmla="*/ 2244541 w 2251233"/>
                <a:gd name="connsiteY3" fmla="*/ 1338031 h 1349639"/>
                <a:gd name="connsiteX4" fmla="*/ 1855043 w 2251233"/>
                <a:gd name="connsiteY4" fmla="*/ 1349639 h 1349639"/>
                <a:gd name="connsiteX0" fmla="*/ 1855043 w 2254368"/>
                <a:gd name="connsiteY0" fmla="*/ 1349639 h 1349639"/>
                <a:gd name="connsiteX1" fmla="*/ 0 w 2254368"/>
                <a:gd name="connsiteY1" fmla="*/ 310 h 1349639"/>
                <a:gd name="connsiteX2" fmla="*/ 2251233 w 2254368"/>
                <a:gd name="connsiteY2" fmla="*/ 1468 h 1349639"/>
                <a:gd name="connsiteX3" fmla="*/ 2254368 w 2254368"/>
                <a:gd name="connsiteY3" fmla="*/ 1315058 h 1349639"/>
                <a:gd name="connsiteX4" fmla="*/ 1855043 w 2254368"/>
                <a:gd name="connsiteY4" fmla="*/ 1349639 h 1349639"/>
                <a:gd name="connsiteX0" fmla="*/ 1855043 w 2254368"/>
                <a:gd name="connsiteY0" fmla="*/ 1349639 h 1349639"/>
                <a:gd name="connsiteX1" fmla="*/ 0 w 2254368"/>
                <a:gd name="connsiteY1" fmla="*/ 310 h 1349639"/>
                <a:gd name="connsiteX2" fmla="*/ 2251233 w 2254368"/>
                <a:gd name="connsiteY2" fmla="*/ 1468 h 1349639"/>
                <a:gd name="connsiteX3" fmla="*/ 2254368 w 2254368"/>
                <a:gd name="connsiteY3" fmla="*/ 1315058 h 1349639"/>
                <a:gd name="connsiteX4" fmla="*/ 1855043 w 2254368"/>
                <a:gd name="connsiteY4" fmla="*/ 1349639 h 1349639"/>
                <a:gd name="connsiteX0" fmla="*/ 1855043 w 2254368"/>
                <a:gd name="connsiteY0" fmla="*/ 1349639 h 1349639"/>
                <a:gd name="connsiteX1" fmla="*/ 0 w 2254368"/>
                <a:gd name="connsiteY1" fmla="*/ 310 h 1349639"/>
                <a:gd name="connsiteX2" fmla="*/ 2251233 w 2254368"/>
                <a:gd name="connsiteY2" fmla="*/ 1468 h 1349639"/>
                <a:gd name="connsiteX3" fmla="*/ 2254368 w 2254368"/>
                <a:gd name="connsiteY3" fmla="*/ 1315058 h 1349639"/>
                <a:gd name="connsiteX4" fmla="*/ 1855043 w 2254368"/>
                <a:gd name="connsiteY4" fmla="*/ 1349639 h 1349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368" h="1349639">
                  <a:moveTo>
                    <a:pt x="1855043" y="1349639"/>
                  </a:moveTo>
                  <a:cubicBezTo>
                    <a:pt x="1304110" y="746280"/>
                    <a:pt x="628999" y="499249"/>
                    <a:pt x="0" y="310"/>
                  </a:cubicBezTo>
                  <a:cubicBezTo>
                    <a:pt x="333077" y="4877"/>
                    <a:pt x="1918156" y="-3099"/>
                    <a:pt x="2251233" y="1468"/>
                  </a:cubicBezTo>
                  <a:cubicBezTo>
                    <a:pt x="2089546" y="493074"/>
                    <a:pt x="2029736" y="828030"/>
                    <a:pt x="2254368" y="1315058"/>
                  </a:cubicBezTo>
                  <a:cubicBezTo>
                    <a:pt x="2028914" y="1268083"/>
                    <a:pt x="1915520" y="1271535"/>
                    <a:pt x="1855043" y="1349639"/>
                  </a:cubicBezTo>
                  <a:close/>
                </a:path>
              </a:pathLst>
            </a:custGeom>
            <a:gradFill rotWithShape="1">
              <a:gsLst>
                <a:gs pos="0">
                  <a:srgbClr val="FFFFFF">
                    <a:lumMod val="9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15" name="Group 314">
              <a:extLst>
                <a:ext uri="{FF2B5EF4-FFF2-40B4-BE49-F238E27FC236}">
                  <a16:creationId xmlns:a16="http://schemas.microsoft.com/office/drawing/2014/main" id="{600673E8-B325-EB44-9A2A-C4636D3BA1D7}"/>
                </a:ext>
              </a:extLst>
            </p:cNvPr>
            <p:cNvGrpSpPr/>
            <p:nvPr/>
          </p:nvGrpSpPr>
          <p:grpSpPr>
            <a:xfrm>
              <a:off x="5176788" y="1691016"/>
              <a:ext cx="2334629" cy="2102794"/>
              <a:chOff x="5176788" y="1691016"/>
              <a:chExt cx="2334629" cy="2102794"/>
            </a:xfrm>
          </p:grpSpPr>
          <p:grpSp>
            <p:nvGrpSpPr>
              <p:cNvPr id="316" name="Group 28">
                <a:extLst>
                  <a:ext uri="{FF2B5EF4-FFF2-40B4-BE49-F238E27FC236}">
                    <a16:creationId xmlns:a16="http://schemas.microsoft.com/office/drawing/2014/main" id="{66AF714D-93D9-7849-A0E5-53CA64E792D4}"/>
                  </a:ext>
                </a:extLst>
              </p:cNvPr>
              <p:cNvGrpSpPr>
                <a:grpSpLocks/>
              </p:cNvGrpSpPr>
              <p:nvPr/>
            </p:nvGrpSpPr>
            <p:grpSpPr bwMode="auto">
              <a:xfrm>
                <a:off x="5176788" y="1691016"/>
                <a:ext cx="2334629" cy="2102794"/>
                <a:chOff x="1858002" y="3709936"/>
                <a:chExt cx="1045872" cy="1739899"/>
              </a:xfrm>
            </p:grpSpPr>
            <p:sp>
              <p:nvSpPr>
                <p:cNvPr id="330" name="Rectangle 329">
                  <a:extLst>
                    <a:ext uri="{FF2B5EF4-FFF2-40B4-BE49-F238E27FC236}">
                      <a16:creationId xmlns:a16="http://schemas.microsoft.com/office/drawing/2014/main" id="{4500FA73-0BCC-C84B-A5CA-CA01BB6F74E4}"/>
                    </a:ext>
                  </a:extLst>
                </p:cNvPr>
                <p:cNvSpPr/>
                <p:nvPr/>
              </p:nvSpPr>
              <p:spPr bwMode="auto">
                <a:xfrm rot="10800000">
                  <a:off x="1867527" y="3957547"/>
                  <a:ext cx="1033544" cy="61109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31" name="Group 498">
                  <a:extLst>
                    <a:ext uri="{FF2B5EF4-FFF2-40B4-BE49-F238E27FC236}">
                      <a16:creationId xmlns:a16="http://schemas.microsoft.com/office/drawing/2014/main" id="{C0D2A279-F942-0D48-8005-63696D9EA9B2}"/>
                    </a:ext>
                  </a:extLst>
                </p:cNvPr>
                <p:cNvGrpSpPr>
                  <a:grpSpLocks/>
                </p:cNvGrpSpPr>
                <p:nvPr/>
              </p:nvGrpSpPr>
              <p:grpSpPr bwMode="auto">
                <a:xfrm>
                  <a:off x="1858805" y="5088863"/>
                  <a:ext cx="1035373" cy="360972"/>
                  <a:chOff x="4128636" y="3606589"/>
                  <a:chExt cx="568145" cy="338667"/>
                </a:xfrm>
              </p:grpSpPr>
              <p:sp>
                <p:nvSpPr>
                  <p:cNvPr id="345" name="Oval 344">
                    <a:extLst>
                      <a:ext uri="{FF2B5EF4-FFF2-40B4-BE49-F238E27FC236}">
                        <a16:creationId xmlns:a16="http://schemas.microsoft.com/office/drawing/2014/main" id="{588FE4E7-26AC-4943-A3F8-4D8DBC528B55}"/>
                      </a:ext>
                    </a:extLst>
                  </p:cNvPr>
                  <p:cNvSpPr/>
                  <p:nvPr/>
                </p:nvSpPr>
                <p:spPr>
                  <a:xfrm>
                    <a:off x="4129067" y="3720144"/>
                    <a:ext cx="567968"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id="{3806B90C-D448-5046-B33D-F8620D8693A3}"/>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id="{77D5E21E-12EC-7C4E-A4FD-F87EB3559FC3}"/>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8" name="Straight Connector 347">
                    <a:extLst>
                      <a:ext uri="{FF2B5EF4-FFF2-40B4-BE49-F238E27FC236}">
                        <a16:creationId xmlns:a16="http://schemas.microsoft.com/office/drawing/2014/main" id="{EB1D307E-35F6-7B4D-9ECA-535608E8FF64}"/>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349" name="Straight Connector 348">
                    <a:extLst>
                      <a:ext uri="{FF2B5EF4-FFF2-40B4-BE49-F238E27FC236}">
                        <a16:creationId xmlns:a16="http://schemas.microsoft.com/office/drawing/2014/main" id="{9890F937-B02F-3941-AA75-F2A6C60ADB6E}"/>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332" name="Rectangle 331">
                  <a:extLst>
                    <a:ext uri="{FF2B5EF4-FFF2-40B4-BE49-F238E27FC236}">
                      <a16:creationId xmlns:a16="http://schemas.microsoft.com/office/drawing/2014/main" id="{C1A7B8C0-653F-D043-A5D6-8D8D02496547}"/>
                    </a:ext>
                  </a:extLst>
                </p:cNvPr>
                <p:cNvSpPr/>
                <p:nvPr/>
              </p:nvSpPr>
              <p:spPr bwMode="auto">
                <a:xfrm>
                  <a:off x="1859676" y="4691826"/>
                  <a:ext cx="1037420" cy="522210"/>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33" name="Straight Connector 332">
                  <a:extLst>
                    <a:ext uri="{FF2B5EF4-FFF2-40B4-BE49-F238E27FC236}">
                      <a16:creationId xmlns:a16="http://schemas.microsoft.com/office/drawing/2014/main" id="{441ECEE8-5F06-204E-BCD7-77C25E8AF081}"/>
                    </a:ext>
                  </a:extLst>
                </p:cNvPr>
                <p:cNvCxnSpPr>
                  <a:cxnSpLocks/>
                  <a:stCxn id="337" idx="1"/>
                </p:cNvCxnSpPr>
                <p:nvPr/>
              </p:nvCxnSpPr>
              <p:spPr bwMode="auto">
                <a:xfrm flipH="1">
                  <a:off x="1861178" y="3924839"/>
                  <a:ext cx="1007" cy="1295073"/>
                </a:xfrm>
                <a:prstGeom prst="line">
                  <a:avLst/>
                </a:prstGeom>
                <a:noFill/>
                <a:ln w="3175" cap="flat" cmpd="sng" algn="ctr">
                  <a:solidFill>
                    <a:srgbClr val="000000"/>
                  </a:solidFill>
                  <a:prstDash val="sysDash"/>
                </a:ln>
                <a:effectLst/>
              </p:spPr>
            </p:cxnSp>
            <p:cxnSp>
              <p:nvCxnSpPr>
                <p:cNvPr id="334" name="Straight Connector 333">
                  <a:extLst>
                    <a:ext uri="{FF2B5EF4-FFF2-40B4-BE49-F238E27FC236}">
                      <a16:creationId xmlns:a16="http://schemas.microsoft.com/office/drawing/2014/main" id="{D714DFB4-74AF-AA45-805C-53E5CDD7DB02}"/>
                    </a:ext>
                  </a:extLst>
                </p:cNvPr>
                <p:cNvCxnSpPr/>
                <p:nvPr/>
              </p:nvCxnSpPr>
              <p:spPr bwMode="auto">
                <a:xfrm flipH="1">
                  <a:off x="2894641" y="3971833"/>
                  <a:ext cx="6350" cy="1269810"/>
                </a:xfrm>
                <a:prstGeom prst="line">
                  <a:avLst/>
                </a:prstGeom>
                <a:noFill/>
                <a:ln w="3175" cap="flat" cmpd="sng" algn="ctr">
                  <a:solidFill>
                    <a:srgbClr val="000000"/>
                  </a:solidFill>
                  <a:prstDash val="sysDash"/>
                </a:ln>
                <a:effectLst/>
              </p:spPr>
            </p:cxnSp>
            <p:grpSp>
              <p:nvGrpSpPr>
                <p:cNvPr id="335" name="Group 504">
                  <a:extLst>
                    <a:ext uri="{FF2B5EF4-FFF2-40B4-BE49-F238E27FC236}">
                      <a16:creationId xmlns:a16="http://schemas.microsoft.com/office/drawing/2014/main" id="{2A0950AE-6556-8E45-8D36-C13C7443E2BF}"/>
                    </a:ext>
                  </a:extLst>
                </p:cNvPr>
                <p:cNvGrpSpPr>
                  <a:grpSpLocks/>
                </p:cNvGrpSpPr>
                <p:nvPr/>
              </p:nvGrpSpPr>
              <p:grpSpPr bwMode="auto">
                <a:xfrm>
                  <a:off x="1858002" y="3709936"/>
                  <a:ext cx="1045872" cy="398402"/>
                  <a:chOff x="2185125" y="1574638"/>
                  <a:chExt cx="1201487" cy="429505"/>
                </a:xfrm>
              </p:grpSpPr>
              <p:sp>
                <p:nvSpPr>
                  <p:cNvPr id="336" name="Oval 335">
                    <a:extLst>
                      <a:ext uri="{FF2B5EF4-FFF2-40B4-BE49-F238E27FC236}">
                        <a16:creationId xmlns:a16="http://schemas.microsoft.com/office/drawing/2014/main" id="{26F4269B-B9E1-DD40-BD3F-9AD462CC181B}"/>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37" name="Rectangle 336">
                    <a:extLst>
                      <a:ext uri="{FF2B5EF4-FFF2-40B4-BE49-F238E27FC236}">
                        <a16:creationId xmlns:a16="http://schemas.microsoft.com/office/drawing/2014/main" id="{D6F97DEA-39E6-7943-9504-B9FD46A24726}"/>
                      </a:ext>
                    </a:extLst>
                  </p:cNvPr>
                  <p:cNvSpPr/>
                  <p:nvPr/>
                </p:nvSpPr>
                <p:spPr bwMode="auto">
                  <a:xfrm>
                    <a:off x="2189930" y="1749849"/>
                    <a:ext cx="1195120"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8" name="Oval 337">
                    <a:extLst>
                      <a:ext uri="{FF2B5EF4-FFF2-40B4-BE49-F238E27FC236}">
                        <a16:creationId xmlns:a16="http://schemas.microsoft.com/office/drawing/2014/main" id="{CC4C5A26-4306-EB49-843F-3B0B4CF63CF3}"/>
                      </a:ext>
                    </a:extLst>
                  </p:cNvPr>
                  <p:cNvSpPr>
                    <a:spLocks noChangeArrowheads="1"/>
                  </p:cNvSpPr>
                  <p:nvPr/>
                </p:nvSpPr>
                <p:spPr bwMode="auto">
                  <a:xfrm flipV="1">
                    <a:off x="2189930"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39" name="Freeform 338">
                    <a:extLst>
                      <a:ext uri="{FF2B5EF4-FFF2-40B4-BE49-F238E27FC236}">
                        <a16:creationId xmlns:a16="http://schemas.microsoft.com/office/drawing/2014/main" id="{01521615-126F-9F48-B7B9-BC8FDF45A504}"/>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0" name="Freeform 339">
                    <a:extLst>
                      <a:ext uri="{FF2B5EF4-FFF2-40B4-BE49-F238E27FC236}">
                        <a16:creationId xmlns:a16="http://schemas.microsoft.com/office/drawing/2014/main" id="{682F4762-B963-474F-AB4B-BD6A92DA5D21}"/>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1" name="Freeform 340">
                    <a:extLst>
                      <a:ext uri="{FF2B5EF4-FFF2-40B4-BE49-F238E27FC236}">
                        <a16:creationId xmlns:a16="http://schemas.microsoft.com/office/drawing/2014/main" id="{78975C37-66B2-6A46-9D38-D07296BACE37}"/>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2" name="Freeform 341">
                    <a:extLst>
                      <a:ext uri="{FF2B5EF4-FFF2-40B4-BE49-F238E27FC236}">
                        <a16:creationId xmlns:a16="http://schemas.microsoft.com/office/drawing/2014/main" id="{B027AD38-44DC-4749-ABE8-13603800E487}"/>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43" name="Straight Connector 342">
                    <a:extLst>
                      <a:ext uri="{FF2B5EF4-FFF2-40B4-BE49-F238E27FC236}">
                        <a16:creationId xmlns:a16="http://schemas.microsoft.com/office/drawing/2014/main" id="{673C16FC-B30B-D341-BF16-BD40997429AA}"/>
                      </a:ext>
                    </a:extLst>
                  </p:cNvPr>
                  <p:cNvCxnSpPr>
                    <a:cxnSpLocks noChangeShapeType="1"/>
                    <a:endCxn id="338" idx="2"/>
                  </p:cNvCxnSpPr>
                  <p:nvPr/>
                </p:nvCxnSpPr>
                <p:spPr bwMode="auto">
                  <a:xfrm flipH="1" flipV="1">
                    <a:off x="2189930"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44" name="Straight Connector 343">
                    <a:extLst>
                      <a:ext uri="{FF2B5EF4-FFF2-40B4-BE49-F238E27FC236}">
                        <a16:creationId xmlns:a16="http://schemas.microsoft.com/office/drawing/2014/main" id="{5A3BCC1F-E36B-CC49-9618-2077B91F993F}"/>
                      </a:ext>
                    </a:extLst>
                  </p:cNvPr>
                  <p:cNvCxnSpPr>
                    <a:cxnSpLocks noChangeShapeType="1"/>
                  </p:cNvCxnSpPr>
                  <p:nvPr/>
                </p:nvCxnSpPr>
                <p:spPr bwMode="auto">
                  <a:xfrm flipH="1" flipV="1">
                    <a:off x="3384788"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317" name="Group 316">
                <a:extLst>
                  <a:ext uri="{FF2B5EF4-FFF2-40B4-BE49-F238E27FC236}">
                    <a16:creationId xmlns:a16="http://schemas.microsoft.com/office/drawing/2014/main" id="{920E80F8-831C-F447-978D-EA9239497E52}"/>
                  </a:ext>
                </a:extLst>
              </p:cNvPr>
              <p:cNvGrpSpPr/>
              <p:nvPr/>
            </p:nvGrpSpPr>
            <p:grpSpPr>
              <a:xfrm>
                <a:off x="5741299" y="2747246"/>
                <a:ext cx="1221860" cy="1008038"/>
                <a:chOff x="1992768" y="2310128"/>
                <a:chExt cx="1136650" cy="928372"/>
              </a:xfrm>
            </p:grpSpPr>
            <p:sp>
              <p:nvSpPr>
                <p:cNvPr id="326" name="Rectangle 325">
                  <a:extLst>
                    <a:ext uri="{FF2B5EF4-FFF2-40B4-BE49-F238E27FC236}">
                      <a16:creationId xmlns:a16="http://schemas.microsoft.com/office/drawing/2014/main" id="{6900D1B6-2E57-BA49-B3A0-822412AEDB17}"/>
                    </a:ext>
                  </a:extLst>
                </p:cNvPr>
                <p:cNvSpPr/>
                <p:nvPr/>
              </p:nvSpPr>
              <p:spPr>
                <a:xfrm>
                  <a:off x="1992768" y="2337583"/>
                  <a:ext cx="1136650" cy="900917"/>
                </a:xfrm>
                <a:prstGeom prst="rect">
                  <a:avLst/>
                </a:prstGeom>
                <a:solidFill>
                  <a:schemeClr val="bg1"/>
                </a:solidFill>
                <a:ln w="19050">
                  <a:solidFill>
                    <a:srgbClr val="C0000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7" name="Straight Connector 326">
                  <a:extLst>
                    <a:ext uri="{FF2B5EF4-FFF2-40B4-BE49-F238E27FC236}">
                      <a16:creationId xmlns:a16="http://schemas.microsoft.com/office/drawing/2014/main" id="{8763EADC-6E94-F24D-B1CA-7347697DEEA6}"/>
                    </a:ext>
                  </a:extLst>
                </p:cNvPr>
                <p:cNvCxnSpPr>
                  <a:cxnSpLocks/>
                </p:cNvCxnSpPr>
                <p:nvPr/>
              </p:nvCxnSpPr>
              <p:spPr>
                <a:xfrm>
                  <a:off x="1992768" y="2735763"/>
                  <a:ext cx="11366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AF9577E6-692B-3740-9F2B-DD6835189CDE}"/>
                    </a:ext>
                  </a:extLst>
                </p:cNvPr>
                <p:cNvCxnSpPr>
                  <a:cxnSpLocks/>
                </p:cNvCxnSpPr>
                <p:nvPr/>
              </p:nvCxnSpPr>
              <p:spPr>
                <a:xfrm flipV="1">
                  <a:off x="2543809" y="2758130"/>
                  <a:ext cx="0" cy="452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9" name="TextBox 328">
                  <a:extLst>
                    <a:ext uri="{FF2B5EF4-FFF2-40B4-BE49-F238E27FC236}">
                      <a16:creationId xmlns:a16="http://schemas.microsoft.com/office/drawing/2014/main" id="{78F7BED9-504A-A643-AF52-F41992DB5B48}"/>
                    </a:ext>
                  </a:extLst>
                </p:cNvPr>
                <p:cNvSpPr txBox="1"/>
                <p:nvPr/>
              </p:nvSpPr>
              <p:spPr>
                <a:xfrm>
                  <a:off x="2011312" y="2310128"/>
                  <a:ext cx="1094850" cy="391536"/>
                </a:xfrm>
                <a:prstGeom prst="rect">
                  <a:avLst/>
                </a:prstGeom>
                <a:noFill/>
              </p:spPr>
              <p:txBody>
                <a:bodyPr wrap="none" rtlCol="0">
                  <a:spAutoFit/>
                </a:bodyPr>
                <a:lstStyle/>
                <a:p>
                  <a:pPr algn="ctr">
                    <a:lnSpc>
                      <a:spcPct val="80000"/>
                    </a:lnSpc>
                  </a:pPr>
                  <a:r>
                    <a:rPr lang="en-US" sz="1600"/>
                    <a:t>forwarding</a:t>
                  </a:r>
                </a:p>
                <a:p>
                  <a:pPr algn="ctr">
                    <a:lnSpc>
                      <a:spcPct val="80000"/>
                    </a:lnSpc>
                  </a:pPr>
                  <a:r>
                    <a:rPr lang="en-US" sz="1600"/>
                    <a:t>table</a:t>
                  </a:r>
                </a:p>
              </p:txBody>
            </p:sp>
          </p:grpSp>
        </p:grpSp>
      </p:grpSp>
      <p:sp>
        <p:nvSpPr>
          <p:cNvPr id="350" name="Rectangle 124">
            <a:extLst>
              <a:ext uri="{FF2B5EF4-FFF2-40B4-BE49-F238E27FC236}">
                <a16:creationId xmlns:a16="http://schemas.microsoft.com/office/drawing/2014/main" id="{95E0DFFE-7997-234A-8A51-545E71EE1AA5}"/>
              </a:ext>
            </a:extLst>
          </p:cNvPr>
          <p:cNvSpPr txBox="1">
            <a:spLocks noChangeArrowheads="1"/>
          </p:cNvSpPr>
          <p:nvPr/>
        </p:nvSpPr>
        <p:spPr>
          <a:xfrm>
            <a:off x="6300592" y="1641655"/>
            <a:ext cx="5711869" cy="845513"/>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defRPr/>
            </a:pPr>
            <a:r>
              <a:rPr lang="en-US"/>
              <a:t>forwarding table  configured by intra- and inter-AS routing algorithms</a:t>
            </a:r>
          </a:p>
        </p:txBody>
      </p:sp>
      <p:grpSp>
        <p:nvGrpSpPr>
          <p:cNvPr id="3" name="Group 2">
            <a:extLst>
              <a:ext uri="{FF2B5EF4-FFF2-40B4-BE49-F238E27FC236}">
                <a16:creationId xmlns:a16="http://schemas.microsoft.com/office/drawing/2014/main" id="{D62FEDEC-3FA5-1F45-A814-2033B8639820}"/>
              </a:ext>
            </a:extLst>
          </p:cNvPr>
          <p:cNvGrpSpPr/>
          <p:nvPr/>
        </p:nvGrpSpPr>
        <p:grpSpPr>
          <a:xfrm>
            <a:off x="3770936" y="2327478"/>
            <a:ext cx="989852" cy="1051967"/>
            <a:chOff x="-167080" y="2120214"/>
            <a:chExt cx="989852" cy="1051967"/>
          </a:xfrm>
        </p:grpSpPr>
        <p:grpSp>
          <p:nvGrpSpPr>
            <p:cNvPr id="197" name="Group 90">
              <a:extLst>
                <a:ext uri="{FF2B5EF4-FFF2-40B4-BE49-F238E27FC236}">
                  <a16:creationId xmlns:a16="http://schemas.microsoft.com/office/drawing/2014/main" id="{21522C5A-8A50-B941-AC04-C41FAA3C8996}"/>
                </a:ext>
              </a:extLst>
            </p:cNvPr>
            <p:cNvGrpSpPr>
              <a:grpSpLocks/>
            </p:cNvGrpSpPr>
            <p:nvPr/>
          </p:nvGrpSpPr>
          <p:grpSpPr bwMode="auto">
            <a:xfrm>
              <a:off x="-167080" y="2120214"/>
              <a:ext cx="989852" cy="697506"/>
              <a:chOff x="1653" y="2898"/>
              <a:chExt cx="678" cy="473"/>
            </a:xfrm>
            <a:effectLst>
              <a:outerShdw blurRad="50800" dist="38100" dir="18900000" algn="bl" rotWithShape="0">
                <a:prstClr val="black">
                  <a:alpha val="40000"/>
                </a:prstClr>
              </a:outerShdw>
            </a:effectLst>
          </p:grpSpPr>
          <p:sp>
            <p:nvSpPr>
              <p:cNvPr id="257" name="Oval 91">
                <a:extLst>
                  <a:ext uri="{FF2B5EF4-FFF2-40B4-BE49-F238E27FC236}">
                    <a16:creationId xmlns:a16="http://schemas.microsoft.com/office/drawing/2014/main" id="{78DAB5F6-AD90-0740-9E2E-4701E6DC64B5}"/>
                  </a:ext>
                </a:extLst>
              </p:cNvPr>
              <p:cNvSpPr>
                <a:spLocks noChangeArrowheads="1"/>
              </p:cNvSpPr>
              <p:nvPr/>
            </p:nvSpPr>
            <p:spPr bwMode="auto">
              <a:xfrm>
                <a:off x="1653" y="2898"/>
                <a:ext cx="678" cy="378"/>
              </a:xfrm>
              <a:prstGeom prst="ellipse">
                <a:avLst/>
              </a:prstGeom>
              <a:solidFill>
                <a:schemeClr val="bg1"/>
              </a:solidFill>
              <a:ln w="9525">
                <a:solidFill>
                  <a:srgbClr val="3333CC"/>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9" name="Text Box 92">
                <a:extLst>
                  <a:ext uri="{FF2B5EF4-FFF2-40B4-BE49-F238E27FC236}">
                    <a16:creationId xmlns:a16="http://schemas.microsoft.com/office/drawing/2014/main" id="{E7EEC607-F92F-6844-AD84-7DF57F2A731D}"/>
                  </a:ext>
                </a:extLst>
              </p:cNvPr>
              <p:cNvSpPr txBox="1">
                <a:spLocks noChangeArrowheads="1"/>
              </p:cNvSpPr>
              <p:nvPr/>
            </p:nvSpPr>
            <p:spPr bwMode="auto">
              <a:xfrm>
                <a:off x="1733" y="2933"/>
                <a:ext cx="517" cy="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99"/>
                    </a:solidFill>
                    <a:effectLst/>
                    <a:uLnTx/>
                    <a:uFillTx/>
                    <a:latin typeface="Arial" charset="0"/>
                    <a:ea typeface="ＭＳ Ｐゴシック" charset="0"/>
                  </a:rPr>
                  <a:t>Intra-AS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99"/>
                    </a:solidFill>
                    <a:effectLst/>
                    <a:uLnTx/>
                    <a:uFillTx/>
                    <a:latin typeface="Arial" charset="0"/>
                    <a:ea typeface="ＭＳ Ｐゴシック" charset="0"/>
                  </a:rPr>
                  <a:t>Routing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99"/>
                  </a:solidFill>
                  <a:effectLst/>
                  <a:uLnTx/>
                  <a:uFillTx/>
                  <a:latin typeface="Arial" charset="0"/>
                  <a:ea typeface="ＭＳ Ｐゴシック" charset="0"/>
                </a:endParaRPr>
              </a:p>
            </p:txBody>
          </p:sp>
        </p:grpSp>
        <p:sp>
          <p:nvSpPr>
            <p:cNvPr id="223" name="Bent-Up Arrow 222">
              <a:extLst>
                <a:ext uri="{FF2B5EF4-FFF2-40B4-BE49-F238E27FC236}">
                  <a16:creationId xmlns:a16="http://schemas.microsoft.com/office/drawing/2014/main" id="{C7996A1F-F62A-AB45-8B0A-AA38AB6CC92F}"/>
                </a:ext>
              </a:extLst>
            </p:cNvPr>
            <p:cNvSpPr/>
            <p:nvPr/>
          </p:nvSpPr>
          <p:spPr>
            <a:xfrm rot="5400000">
              <a:off x="-37103" y="2815767"/>
              <a:ext cx="524728" cy="188100"/>
            </a:xfrm>
            <a:prstGeom prst="bentUpArrow">
              <a:avLst>
                <a:gd name="adj1" fmla="val 16723"/>
                <a:gd name="adj2" fmla="val 25000"/>
                <a:gd name="adj3" fmla="val 25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7D016E9A-DBBF-0D44-95FF-82C9E6AB7794}"/>
              </a:ext>
            </a:extLst>
          </p:cNvPr>
          <p:cNvGrpSpPr/>
          <p:nvPr/>
        </p:nvGrpSpPr>
        <p:grpSpPr>
          <a:xfrm>
            <a:off x="5032107" y="2338321"/>
            <a:ext cx="989852" cy="1047923"/>
            <a:chOff x="1057515" y="2118865"/>
            <a:chExt cx="989852" cy="1047923"/>
          </a:xfrm>
        </p:grpSpPr>
        <p:grpSp>
          <p:nvGrpSpPr>
            <p:cNvPr id="198" name="Group 90">
              <a:extLst>
                <a:ext uri="{FF2B5EF4-FFF2-40B4-BE49-F238E27FC236}">
                  <a16:creationId xmlns:a16="http://schemas.microsoft.com/office/drawing/2014/main" id="{4C733312-8EE4-8141-86B8-69843921312F}"/>
                </a:ext>
              </a:extLst>
            </p:cNvPr>
            <p:cNvGrpSpPr>
              <a:grpSpLocks/>
            </p:cNvGrpSpPr>
            <p:nvPr/>
          </p:nvGrpSpPr>
          <p:grpSpPr bwMode="auto">
            <a:xfrm>
              <a:off x="1057515" y="2118865"/>
              <a:ext cx="989852" cy="697506"/>
              <a:chOff x="1653" y="2898"/>
              <a:chExt cx="678" cy="473"/>
            </a:xfrm>
            <a:effectLst>
              <a:outerShdw blurRad="50800" dist="38100" dir="18900000" algn="bl" rotWithShape="0">
                <a:prstClr val="black">
                  <a:alpha val="40000"/>
                </a:prstClr>
              </a:outerShdw>
            </a:effectLst>
          </p:grpSpPr>
          <p:sp>
            <p:nvSpPr>
              <p:cNvPr id="225" name="Oval 91">
                <a:extLst>
                  <a:ext uri="{FF2B5EF4-FFF2-40B4-BE49-F238E27FC236}">
                    <a16:creationId xmlns:a16="http://schemas.microsoft.com/office/drawing/2014/main" id="{923EF0B8-E767-1C4C-9DF0-0A6B906BE6E4}"/>
                  </a:ext>
                </a:extLst>
              </p:cNvPr>
              <p:cNvSpPr>
                <a:spLocks noChangeArrowheads="1"/>
              </p:cNvSpPr>
              <p:nvPr/>
            </p:nvSpPr>
            <p:spPr bwMode="auto">
              <a:xfrm>
                <a:off x="1653" y="2898"/>
                <a:ext cx="678" cy="378"/>
              </a:xfrm>
              <a:prstGeom prst="ellipse">
                <a:avLst/>
              </a:prstGeom>
              <a:solidFill>
                <a:schemeClr val="bg1"/>
              </a:solidFill>
              <a:ln w="9525">
                <a:solidFill>
                  <a:srgbClr val="C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6" name="Text Box 92">
                <a:extLst>
                  <a:ext uri="{FF2B5EF4-FFF2-40B4-BE49-F238E27FC236}">
                    <a16:creationId xmlns:a16="http://schemas.microsoft.com/office/drawing/2014/main" id="{2744196D-C4EA-B148-BCCE-65DCAF41A3F0}"/>
                  </a:ext>
                </a:extLst>
              </p:cNvPr>
              <p:cNvSpPr txBox="1">
                <a:spLocks noChangeArrowheads="1"/>
              </p:cNvSpPr>
              <p:nvPr/>
            </p:nvSpPr>
            <p:spPr bwMode="auto">
              <a:xfrm>
                <a:off x="1733" y="2933"/>
                <a:ext cx="517" cy="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C00000"/>
                    </a:solidFill>
                    <a:effectLst/>
                    <a:uLnTx/>
                    <a:uFillTx/>
                    <a:latin typeface="Arial" charset="0"/>
                    <a:ea typeface="ＭＳ Ｐゴシック" charset="0"/>
                  </a:rPr>
                  <a:t>Inter-AS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C00000"/>
                    </a:solidFill>
                    <a:effectLst/>
                    <a:uLnTx/>
                    <a:uFillTx/>
                    <a:latin typeface="Arial" charset="0"/>
                    <a:ea typeface="ＭＳ Ｐゴシック" charset="0"/>
                  </a:rPr>
                  <a:t>Routing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99"/>
                  </a:solidFill>
                  <a:effectLst/>
                  <a:uLnTx/>
                  <a:uFillTx/>
                  <a:latin typeface="Arial" charset="0"/>
                  <a:ea typeface="ＭＳ Ｐゴシック" charset="0"/>
                </a:endParaRPr>
              </a:p>
            </p:txBody>
          </p:sp>
        </p:grpSp>
        <p:sp>
          <p:nvSpPr>
            <p:cNvPr id="224" name="Bent-Up Arrow 223">
              <a:extLst>
                <a:ext uri="{FF2B5EF4-FFF2-40B4-BE49-F238E27FC236}">
                  <a16:creationId xmlns:a16="http://schemas.microsoft.com/office/drawing/2014/main" id="{E6589BCE-3634-A944-B320-BEDCD95A1431}"/>
                </a:ext>
              </a:extLst>
            </p:cNvPr>
            <p:cNvSpPr/>
            <p:nvPr/>
          </p:nvSpPr>
          <p:spPr>
            <a:xfrm rot="16200000" flipH="1">
              <a:off x="1454529" y="2810374"/>
              <a:ext cx="524728" cy="188100"/>
            </a:xfrm>
            <a:prstGeom prst="bentUpArrow">
              <a:avLst>
                <a:gd name="adj1" fmla="val 16723"/>
                <a:gd name="adj2" fmla="val 25000"/>
                <a:gd name="adj3" fmla="val 25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3" name="Rectangle 124">
            <a:extLst>
              <a:ext uri="{FF2B5EF4-FFF2-40B4-BE49-F238E27FC236}">
                <a16:creationId xmlns:a16="http://schemas.microsoft.com/office/drawing/2014/main" id="{3C7AC551-226D-8E4E-ABA0-62752C629EE6}"/>
              </a:ext>
            </a:extLst>
          </p:cNvPr>
          <p:cNvSpPr txBox="1">
            <a:spLocks noChangeArrowheads="1"/>
          </p:cNvSpPr>
          <p:nvPr/>
        </p:nvSpPr>
        <p:spPr>
          <a:xfrm>
            <a:off x="6392032" y="2464615"/>
            <a:ext cx="5711869" cy="68092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2288" lvl="1" indent="-236538">
              <a:buFont typeface="Wingdings" pitchFamily="2" charset="2"/>
              <a:buChar char="§"/>
              <a:defRPr/>
            </a:pPr>
            <a:r>
              <a:rPr lang="en-US"/>
              <a:t>intra-AS routing determine entries for destinations within AS</a:t>
            </a:r>
          </a:p>
        </p:txBody>
      </p:sp>
      <p:sp>
        <p:nvSpPr>
          <p:cNvPr id="305" name="Rectangle 124">
            <a:extLst>
              <a:ext uri="{FF2B5EF4-FFF2-40B4-BE49-F238E27FC236}">
                <a16:creationId xmlns:a16="http://schemas.microsoft.com/office/drawing/2014/main" id="{3ADE1EDF-5A87-0F4C-B6A9-5C485661FF09}"/>
              </a:ext>
            </a:extLst>
          </p:cNvPr>
          <p:cNvSpPr txBox="1">
            <a:spLocks noChangeArrowheads="1"/>
          </p:cNvSpPr>
          <p:nvPr/>
        </p:nvSpPr>
        <p:spPr>
          <a:xfrm>
            <a:off x="6385936" y="3165655"/>
            <a:ext cx="5711869" cy="760169"/>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2288" lvl="1" indent="-236538">
              <a:buFont typeface="Wingdings" pitchFamily="2" charset="2"/>
              <a:buChar char="§"/>
              <a:defRPr/>
            </a:pPr>
            <a:r>
              <a:rPr lang="en-US"/>
              <a:t>inter-AS &amp; intra-AS determine entries for external destinations</a:t>
            </a:r>
          </a:p>
        </p:txBody>
      </p:sp>
    </p:spTree>
    <p:extLst>
      <p:ext uri="{BB962C8B-B14F-4D97-AF65-F5344CB8AC3E}">
        <p14:creationId xmlns:p14="http://schemas.microsoft.com/office/powerpoint/2010/main" val="941150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dissolve">
                                      <p:cBhvr>
                                        <p:cTn id="7" dur="500"/>
                                        <p:tgtEl>
                                          <p:spTgt spid="28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282"/>
                                        </p:tgtEl>
                                      </p:cBhvr>
                                    </p:animEffect>
                                    <p:set>
                                      <p:cBhvr>
                                        <p:cTn id="12" dur="1" fill="hold">
                                          <p:stCondLst>
                                            <p:cond delay="499"/>
                                          </p:stCondLst>
                                        </p:cTn>
                                        <p:tgtEl>
                                          <p:spTgt spid="282"/>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312"/>
                                        </p:tgtEl>
                                        <p:attrNameLst>
                                          <p:attrName>style.visibility</p:attrName>
                                        </p:attrNameLst>
                                      </p:cBhvr>
                                      <p:to>
                                        <p:strVal val="visible"/>
                                      </p:to>
                                    </p:set>
                                    <p:animEffect transition="in" filter="dissolve">
                                      <p:cBhvr>
                                        <p:cTn id="15" dur="500"/>
                                        <p:tgtEl>
                                          <p:spTgt spid="3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nodeType="clickEffect">
                                  <p:stCondLst>
                                    <p:cond delay="0"/>
                                  </p:stCondLst>
                                  <p:childTnLst>
                                    <p:animEffect transition="out" filter="dissolve">
                                      <p:cBhvr>
                                        <p:cTn id="19" dur="500"/>
                                        <p:tgtEl>
                                          <p:spTgt spid="312"/>
                                        </p:tgtEl>
                                      </p:cBhvr>
                                    </p:animEffect>
                                    <p:set>
                                      <p:cBhvr>
                                        <p:cTn id="20" dur="1" fill="hold">
                                          <p:stCondLst>
                                            <p:cond delay="499"/>
                                          </p:stCondLst>
                                        </p:cTn>
                                        <p:tgtEl>
                                          <p:spTgt spid="312"/>
                                        </p:tgtEl>
                                        <p:attrNameLst>
                                          <p:attrName>style.visibility</p:attrName>
                                        </p:attrNameLst>
                                      </p:cBhvr>
                                      <p:to>
                                        <p:strVal val="hidden"/>
                                      </p:to>
                                    </p:set>
                                  </p:childTnLst>
                                </p:cTn>
                              </p:par>
                              <p:par>
                                <p:cTn id="21" presetID="9" presetClass="entr" presetSubtype="0" fill="hold" grpId="0" nodeType="withEffect">
                                  <p:stCondLst>
                                    <p:cond delay="0"/>
                                  </p:stCondLst>
                                  <p:childTnLst>
                                    <p:set>
                                      <p:cBhvr>
                                        <p:cTn id="22" dur="1" fill="hold">
                                          <p:stCondLst>
                                            <p:cond delay="0"/>
                                          </p:stCondLst>
                                        </p:cTn>
                                        <p:tgtEl>
                                          <p:spTgt spid="350"/>
                                        </p:tgtEl>
                                        <p:attrNameLst>
                                          <p:attrName>style.visibility</p:attrName>
                                        </p:attrNameLst>
                                      </p:cBhvr>
                                      <p:to>
                                        <p:strVal val="visible"/>
                                      </p:to>
                                    </p:set>
                                    <p:animEffect transition="in" filter="dissolve">
                                      <p:cBhvr>
                                        <p:cTn id="23" dur="500"/>
                                        <p:tgtEl>
                                          <p:spTgt spid="350"/>
                                        </p:tgtEl>
                                      </p:cBhvr>
                                    </p:animEffect>
                                  </p:childTnLst>
                                </p:cTn>
                              </p:par>
                              <p:par>
                                <p:cTn id="24" presetID="22" presetClass="entr" presetSubtype="4" fill="hold" nodeType="withEffect">
                                  <p:stCondLst>
                                    <p:cond delay="0"/>
                                  </p:stCondLst>
                                  <p:childTnLst>
                                    <p:set>
                                      <p:cBhvr>
                                        <p:cTn id="25" dur="1" fill="hold">
                                          <p:stCondLst>
                                            <p:cond delay="0"/>
                                          </p:stCondLst>
                                        </p:cTn>
                                        <p:tgtEl>
                                          <p:spTgt spid="313"/>
                                        </p:tgtEl>
                                        <p:attrNameLst>
                                          <p:attrName>style.visibility</p:attrName>
                                        </p:attrNameLst>
                                      </p:cBhvr>
                                      <p:to>
                                        <p:strVal val="visible"/>
                                      </p:to>
                                    </p:set>
                                    <p:animEffect transition="in" filter="wipe(down)">
                                      <p:cBhvr>
                                        <p:cTn id="26" dur="500"/>
                                        <p:tgtEl>
                                          <p:spTgt spid="31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03"/>
                                        </p:tgtEl>
                                        <p:attrNameLst>
                                          <p:attrName>style.visibility</p:attrName>
                                        </p:attrNameLst>
                                      </p:cBhvr>
                                      <p:to>
                                        <p:strVal val="visible"/>
                                      </p:to>
                                    </p:set>
                                    <p:animEffect transition="in" filter="dissolve">
                                      <p:cBhvr>
                                        <p:cTn id="31" dur="500"/>
                                        <p:tgtEl>
                                          <p:spTgt spid="303"/>
                                        </p:tgtEl>
                                      </p:cBhvr>
                                    </p:animEffect>
                                  </p:childTnLst>
                                </p:cTn>
                              </p:par>
                              <p:par>
                                <p:cTn id="32" presetID="9" presetClass="entr" presetSubtype="0"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dissolve">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05"/>
                                        </p:tgtEl>
                                        <p:attrNameLst>
                                          <p:attrName>style.visibility</p:attrName>
                                        </p:attrNameLst>
                                      </p:cBhvr>
                                      <p:to>
                                        <p:strVal val="visible"/>
                                      </p:to>
                                    </p:set>
                                    <p:animEffect transition="in" filter="dissolve">
                                      <p:cBhvr>
                                        <p:cTn id="39" dur="500"/>
                                        <p:tgtEl>
                                          <p:spTgt spid="305"/>
                                        </p:tgtEl>
                                      </p:cBhvr>
                                    </p:animEffect>
                                  </p:childTnLst>
                                </p:cTn>
                              </p:par>
                              <p:par>
                                <p:cTn id="40" presetID="9" presetClass="entr" presetSubtype="0"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dissolve">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 grpId="0"/>
      <p:bldP spid="303" grpId="0"/>
      <p:bldP spid="30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a:xfrm>
            <a:off x="838200" y="451821"/>
            <a:ext cx="10873636" cy="894622"/>
          </a:xfrm>
        </p:spPr>
        <p:txBody>
          <a:bodyPr>
            <a:noAutofit/>
          </a:bodyPr>
          <a:lstStyle/>
          <a:p>
            <a:r>
              <a:rPr lang="en-US" sz="4000" b="0" kern="0">
                <a:solidFill>
                  <a:srgbClr val="000099"/>
                </a:solidFill>
                <a:latin typeface="+mn-lt"/>
                <a:ea typeface="ＭＳ Ｐゴシック" charset="0"/>
              </a:rPr>
              <a:t>Intra-AS routing’s role in an AS’s data forwarding</a:t>
            </a:r>
            <a:endParaRPr lang="en-US" sz="4000">
              <a:latin typeface="+mn-lt"/>
            </a:endParaRPr>
          </a:p>
        </p:txBody>
      </p:sp>
      <p:sp>
        <p:nvSpPr>
          <p:cNvPr id="133" name="Freeform 3">
            <a:extLst>
              <a:ext uri="{FF2B5EF4-FFF2-40B4-BE49-F238E27FC236}">
                <a16:creationId xmlns:a16="http://schemas.microsoft.com/office/drawing/2014/main" id="{E9C365D2-5973-C342-80CF-5D128AC2921C}"/>
              </a:ext>
            </a:extLst>
          </p:cNvPr>
          <p:cNvSpPr>
            <a:spLocks/>
          </p:cNvSpPr>
          <p:nvPr/>
        </p:nvSpPr>
        <p:spPr bwMode="auto">
          <a:xfrm>
            <a:off x="5446783" y="4100650"/>
            <a:ext cx="2351995" cy="1511508"/>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4" name="Freeform 4">
            <a:extLst>
              <a:ext uri="{FF2B5EF4-FFF2-40B4-BE49-F238E27FC236}">
                <a16:creationId xmlns:a16="http://schemas.microsoft.com/office/drawing/2014/main" id="{4090092D-F797-484C-B1D2-AD83E59BF3EE}"/>
              </a:ext>
            </a:extLst>
          </p:cNvPr>
          <p:cNvSpPr>
            <a:spLocks/>
          </p:cNvSpPr>
          <p:nvPr/>
        </p:nvSpPr>
        <p:spPr bwMode="auto">
          <a:xfrm>
            <a:off x="1620228" y="3847012"/>
            <a:ext cx="1832250" cy="1498236"/>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5" name="Freeform 5">
            <a:extLst>
              <a:ext uri="{FF2B5EF4-FFF2-40B4-BE49-F238E27FC236}">
                <a16:creationId xmlns:a16="http://schemas.microsoft.com/office/drawing/2014/main" id="{D3A2AF50-CEA9-924C-8C29-0549AF5748DF}"/>
              </a:ext>
            </a:extLst>
          </p:cNvPr>
          <p:cNvSpPr>
            <a:spLocks/>
          </p:cNvSpPr>
          <p:nvPr/>
        </p:nvSpPr>
        <p:spPr bwMode="auto">
          <a:xfrm>
            <a:off x="2802795" y="4927925"/>
            <a:ext cx="2930139" cy="1167917"/>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6" name="Oval 6">
            <a:extLst>
              <a:ext uri="{FF2B5EF4-FFF2-40B4-BE49-F238E27FC236}">
                <a16:creationId xmlns:a16="http://schemas.microsoft.com/office/drawing/2014/main" id="{D886B232-293A-5347-8A9F-D005603A3D64}"/>
              </a:ext>
            </a:extLst>
          </p:cNvPr>
          <p:cNvSpPr>
            <a:spLocks noChangeArrowheads="1"/>
          </p:cNvSpPr>
          <p:nvPr/>
        </p:nvSpPr>
        <p:spPr bwMode="auto">
          <a:xfrm>
            <a:off x="2001278" y="492645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7" name="Line 7">
            <a:extLst>
              <a:ext uri="{FF2B5EF4-FFF2-40B4-BE49-F238E27FC236}">
                <a16:creationId xmlns:a16="http://schemas.microsoft.com/office/drawing/2014/main" id="{48D605CF-ABE3-1B4F-A232-D527090F964F}"/>
              </a:ext>
            </a:extLst>
          </p:cNvPr>
          <p:cNvSpPr>
            <a:spLocks noChangeShapeType="1"/>
          </p:cNvSpPr>
          <p:nvPr/>
        </p:nvSpPr>
        <p:spPr bwMode="auto">
          <a:xfrm>
            <a:off x="2001278"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8" name="Line 8">
            <a:extLst>
              <a:ext uri="{FF2B5EF4-FFF2-40B4-BE49-F238E27FC236}">
                <a16:creationId xmlns:a16="http://schemas.microsoft.com/office/drawing/2014/main" id="{6E612E8D-CA6C-F94A-8F5F-7BEED5AE7E82}"/>
              </a:ext>
            </a:extLst>
          </p:cNvPr>
          <p:cNvSpPr>
            <a:spLocks noChangeShapeType="1"/>
          </p:cNvSpPr>
          <p:nvPr/>
        </p:nvSpPr>
        <p:spPr bwMode="auto">
          <a:xfrm>
            <a:off x="2458245"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9" name="Rectangle 9">
            <a:extLst>
              <a:ext uri="{FF2B5EF4-FFF2-40B4-BE49-F238E27FC236}">
                <a16:creationId xmlns:a16="http://schemas.microsoft.com/office/drawing/2014/main" id="{0E2B504C-B9E0-FC47-9368-53C623397F64}"/>
              </a:ext>
            </a:extLst>
          </p:cNvPr>
          <p:cNvSpPr>
            <a:spLocks noChangeArrowheads="1"/>
          </p:cNvSpPr>
          <p:nvPr/>
        </p:nvSpPr>
        <p:spPr bwMode="auto">
          <a:xfrm>
            <a:off x="2001278" y="4916128"/>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0" name="Oval 10">
            <a:extLst>
              <a:ext uri="{FF2B5EF4-FFF2-40B4-BE49-F238E27FC236}">
                <a16:creationId xmlns:a16="http://schemas.microsoft.com/office/drawing/2014/main" id="{9EFBE396-B625-0344-8E23-5BBAD57A09A7}"/>
              </a:ext>
            </a:extLst>
          </p:cNvPr>
          <p:cNvSpPr>
            <a:spLocks noChangeArrowheads="1"/>
          </p:cNvSpPr>
          <p:nvPr/>
        </p:nvSpPr>
        <p:spPr bwMode="auto">
          <a:xfrm>
            <a:off x="1996898" y="4829124"/>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1" name="Rectangle 11">
            <a:extLst>
              <a:ext uri="{FF2B5EF4-FFF2-40B4-BE49-F238E27FC236}">
                <a16:creationId xmlns:a16="http://schemas.microsoft.com/office/drawing/2014/main" id="{F0DBD69C-A5DB-DC4A-AE43-093463BEFD9F}"/>
              </a:ext>
            </a:extLst>
          </p:cNvPr>
          <p:cNvSpPr>
            <a:spLocks noChangeArrowheads="1"/>
          </p:cNvSpPr>
          <p:nvPr/>
        </p:nvSpPr>
        <p:spPr bwMode="auto">
          <a:xfrm>
            <a:off x="2123914" y="4848294"/>
            <a:ext cx="205854" cy="18285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2" name="Text Box 12">
            <a:extLst>
              <a:ext uri="{FF2B5EF4-FFF2-40B4-BE49-F238E27FC236}">
                <a16:creationId xmlns:a16="http://schemas.microsoft.com/office/drawing/2014/main" id="{9C707F26-D218-B941-ACA7-2537E8CEE743}"/>
              </a:ext>
            </a:extLst>
          </p:cNvPr>
          <p:cNvSpPr txBox="1">
            <a:spLocks noChangeArrowheads="1"/>
          </p:cNvSpPr>
          <p:nvPr/>
        </p:nvSpPr>
        <p:spPr bwMode="auto">
          <a:xfrm>
            <a:off x="1998358" y="4752442"/>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3" name="Oval 13">
            <a:extLst>
              <a:ext uri="{FF2B5EF4-FFF2-40B4-BE49-F238E27FC236}">
                <a16:creationId xmlns:a16="http://schemas.microsoft.com/office/drawing/2014/main" id="{F5CAF371-FE17-244E-B591-ECED8083E85E}"/>
              </a:ext>
            </a:extLst>
          </p:cNvPr>
          <p:cNvSpPr>
            <a:spLocks noChangeArrowheads="1"/>
          </p:cNvSpPr>
          <p:nvPr/>
        </p:nvSpPr>
        <p:spPr bwMode="auto">
          <a:xfrm>
            <a:off x="3779509" y="5820083"/>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4" name="Line 14">
            <a:extLst>
              <a:ext uri="{FF2B5EF4-FFF2-40B4-BE49-F238E27FC236}">
                <a16:creationId xmlns:a16="http://schemas.microsoft.com/office/drawing/2014/main" id="{21854A4C-DB2D-E340-B5A9-97C52C8C104F}"/>
              </a:ext>
            </a:extLst>
          </p:cNvPr>
          <p:cNvSpPr>
            <a:spLocks noChangeShapeType="1"/>
          </p:cNvSpPr>
          <p:nvPr/>
        </p:nvSpPr>
        <p:spPr bwMode="auto">
          <a:xfrm>
            <a:off x="3779509"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5" name="Line 15">
            <a:extLst>
              <a:ext uri="{FF2B5EF4-FFF2-40B4-BE49-F238E27FC236}">
                <a16:creationId xmlns:a16="http://schemas.microsoft.com/office/drawing/2014/main" id="{E1CB0695-60DD-C243-A589-4B84D9A97D8C}"/>
              </a:ext>
            </a:extLst>
          </p:cNvPr>
          <p:cNvSpPr>
            <a:spLocks noChangeShapeType="1"/>
          </p:cNvSpPr>
          <p:nvPr/>
        </p:nvSpPr>
        <p:spPr bwMode="auto">
          <a:xfrm>
            <a:off x="4236476"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6" name="Rectangle 16">
            <a:extLst>
              <a:ext uri="{FF2B5EF4-FFF2-40B4-BE49-F238E27FC236}">
                <a16:creationId xmlns:a16="http://schemas.microsoft.com/office/drawing/2014/main" id="{5BD440AE-D73F-7F45-9AA6-838A5A161111}"/>
              </a:ext>
            </a:extLst>
          </p:cNvPr>
          <p:cNvSpPr>
            <a:spLocks noChangeArrowheads="1"/>
          </p:cNvSpPr>
          <p:nvPr/>
        </p:nvSpPr>
        <p:spPr bwMode="auto">
          <a:xfrm>
            <a:off x="3779509" y="5809761"/>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7" name="Oval 17">
            <a:extLst>
              <a:ext uri="{FF2B5EF4-FFF2-40B4-BE49-F238E27FC236}">
                <a16:creationId xmlns:a16="http://schemas.microsoft.com/office/drawing/2014/main" id="{E5795699-8636-AB42-9278-8D9E1A42842D}"/>
              </a:ext>
            </a:extLst>
          </p:cNvPr>
          <p:cNvSpPr>
            <a:spLocks noChangeArrowheads="1"/>
          </p:cNvSpPr>
          <p:nvPr/>
        </p:nvSpPr>
        <p:spPr bwMode="auto">
          <a:xfrm>
            <a:off x="3775129" y="5722757"/>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48" name="Group 18">
            <a:extLst>
              <a:ext uri="{FF2B5EF4-FFF2-40B4-BE49-F238E27FC236}">
                <a16:creationId xmlns:a16="http://schemas.microsoft.com/office/drawing/2014/main" id="{6B8409BD-7477-6747-91EB-78CFC8F8BA47}"/>
              </a:ext>
            </a:extLst>
          </p:cNvPr>
          <p:cNvGrpSpPr>
            <a:grpSpLocks/>
          </p:cNvGrpSpPr>
          <p:nvPr/>
        </p:nvGrpSpPr>
        <p:grpSpPr bwMode="auto">
          <a:xfrm>
            <a:off x="3778049" y="5637228"/>
            <a:ext cx="468647" cy="396679"/>
            <a:chOff x="2897" y="2425"/>
            <a:chExt cx="323" cy="269"/>
          </a:xfrm>
        </p:grpSpPr>
        <p:sp>
          <p:nvSpPr>
            <p:cNvPr id="251" name="Rectangle 19">
              <a:extLst>
                <a:ext uri="{FF2B5EF4-FFF2-40B4-BE49-F238E27FC236}">
                  <a16:creationId xmlns:a16="http://schemas.microsoft.com/office/drawing/2014/main" id="{7D7609E8-756E-1B41-AE93-5463D8AF72AE}"/>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2" name="Text Box 20">
              <a:extLst>
                <a:ext uri="{FF2B5EF4-FFF2-40B4-BE49-F238E27FC236}">
                  <a16:creationId xmlns:a16="http://schemas.microsoft.com/office/drawing/2014/main" id="{7B4233D3-81BD-B448-80FE-0C01096615A5}"/>
                </a:ext>
              </a:extLst>
            </p:cNvPr>
            <p:cNvSpPr txBox="1">
              <a:spLocks noChangeArrowheads="1"/>
            </p:cNvSpPr>
            <p:nvPr/>
          </p:nvSpPr>
          <p:spPr bwMode="auto">
            <a:xfrm>
              <a:off x="2897" y="2425"/>
              <a:ext cx="323"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1d</a:t>
              </a:r>
            </a:p>
          </p:txBody>
        </p:sp>
      </p:grpSp>
      <p:sp>
        <p:nvSpPr>
          <p:cNvPr id="149" name="Oval 21">
            <a:extLst>
              <a:ext uri="{FF2B5EF4-FFF2-40B4-BE49-F238E27FC236}">
                <a16:creationId xmlns:a16="http://schemas.microsoft.com/office/drawing/2014/main" id="{7AA5B5C8-99AF-D744-91DD-4758CEDCAEAA}"/>
              </a:ext>
            </a:extLst>
          </p:cNvPr>
          <p:cNvSpPr>
            <a:spLocks noChangeArrowheads="1"/>
          </p:cNvSpPr>
          <p:nvPr/>
        </p:nvSpPr>
        <p:spPr bwMode="auto">
          <a:xfrm>
            <a:off x="2820315" y="4731797"/>
            <a:ext cx="456967" cy="1223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0" name="Line 22">
            <a:extLst>
              <a:ext uri="{FF2B5EF4-FFF2-40B4-BE49-F238E27FC236}">
                <a16:creationId xmlns:a16="http://schemas.microsoft.com/office/drawing/2014/main" id="{3F1A6000-25C3-6A47-897A-6B2052E82150}"/>
              </a:ext>
            </a:extLst>
          </p:cNvPr>
          <p:cNvSpPr>
            <a:spLocks noChangeShapeType="1"/>
          </p:cNvSpPr>
          <p:nvPr/>
        </p:nvSpPr>
        <p:spPr bwMode="auto">
          <a:xfrm>
            <a:off x="2820315"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1" name="Line 23">
            <a:extLst>
              <a:ext uri="{FF2B5EF4-FFF2-40B4-BE49-F238E27FC236}">
                <a16:creationId xmlns:a16="http://schemas.microsoft.com/office/drawing/2014/main" id="{2C6C2593-75EB-9041-B98E-049BD334D460}"/>
              </a:ext>
            </a:extLst>
          </p:cNvPr>
          <p:cNvSpPr>
            <a:spLocks noChangeShapeType="1"/>
          </p:cNvSpPr>
          <p:nvPr/>
        </p:nvSpPr>
        <p:spPr bwMode="auto">
          <a:xfrm>
            <a:off x="3277282"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2" name="Rectangle 24">
            <a:extLst>
              <a:ext uri="{FF2B5EF4-FFF2-40B4-BE49-F238E27FC236}">
                <a16:creationId xmlns:a16="http://schemas.microsoft.com/office/drawing/2014/main" id="{503F2144-C006-BA4A-A54C-154D6C9ABA2E}"/>
              </a:ext>
            </a:extLst>
          </p:cNvPr>
          <p:cNvSpPr>
            <a:spLocks noChangeArrowheads="1"/>
          </p:cNvSpPr>
          <p:nvPr/>
        </p:nvSpPr>
        <p:spPr bwMode="auto">
          <a:xfrm>
            <a:off x="2820315" y="4721475"/>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3" name="Oval 25">
            <a:extLst>
              <a:ext uri="{FF2B5EF4-FFF2-40B4-BE49-F238E27FC236}">
                <a16:creationId xmlns:a16="http://schemas.microsoft.com/office/drawing/2014/main" id="{D492E009-7760-4343-874C-AD3B41835873}"/>
              </a:ext>
            </a:extLst>
          </p:cNvPr>
          <p:cNvSpPr>
            <a:spLocks noChangeArrowheads="1"/>
          </p:cNvSpPr>
          <p:nvPr/>
        </p:nvSpPr>
        <p:spPr bwMode="auto">
          <a:xfrm>
            <a:off x="2815935" y="4634471"/>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4" name="Rectangle 26">
            <a:extLst>
              <a:ext uri="{FF2B5EF4-FFF2-40B4-BE49-F238E27FC236}">
                <a16:creationId xmlns:a16="http://schemas.microsoft.com/office/drawing/2014/main" id="{F8BDB031-7C07-264D-B086-6DC72DC78BDE}"/>
              </a:ext>
            </a:extLst>
          </p:cNvPr>
          <p:cNvSpPr>
            <a:spLocks noChangeArrowheads="1"/>
          </p:cNvSpPr>
          <p:nvPr/>
        </p:nvSpPr>
        <p:spPr bwMode="auto">
          <a:xfrm>
            <a:off x="2942952" y="4653641"/>
            <a:ext cx="207314" cy="16221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5" name="Text Box 27">
            <a:extLst>
              <a:ext uri="{FF2B5EF4-FFF2-40B4-BE49-F238E27FC236}">
                <a16:creationId xmlns:a16="http://schemas.microsoft.com/office/drawing/2014/main" id="{B087AFAB-7C65-874C-8F8F-3012C906099F}"/>
              </a:ext>
            </a:extLst>
          </p:cNvPr>
          <p:cNvSpPr txBox="1">
            <a:spLocks noChangeArrowheads="1"/>
          </p:cNvSpPr>
          <p:nvPr/>
        </p:nvSpPr>
        <p:spPr bwMode="auto">
          <a:xfrm>
            <a:off x="2818855" y="4556315"/>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6" name="Oval 28">
            <a:extLst>
              <a:ext uri="{FF2B5EF4-FFF2-40B4-BE49-F238E27FC236}">
                <a16:creationId xmlns:a16="http://schemas.microsoft.com/office/drawing/2014/main" id="{87CEC350-ADF1-E24F-A235-1A9B645EFA00}"/>
              </a:ext>
            </a:extLst>
          </p:cNvPr>
          <p:cNvSpPr>
            <a:spLocks noChangeArrowheads="1"/>
          </p:cNvSpPr>
          <p:nvPr/>
        </p:nvSpPr>
        <p:spPr bwMode="auto">
          <a:xfrm>
            <a:off x="3726950" y="5236125"/>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7" name="Line 29">
            <a:extLst>
              <a:ext uri="{FF2B5EF4-FFF2-40B4-BE49-F238E27FC236}">
                <a16:creationId xmlns:a16="http://schemas.microsoft.com/office/drawing/2014/main" id="{5782FBF4-093E-9947-AAA6-533CA371CD3F}"/>
              </a:ext>
            </a:extLst>
          </p:cNvPr>
          <p:cNvSpPr>
            <a:spLocks noChangeShapeType="1"/>
          </p:cNvSpPr>
          <p:nvPr/>
        </p:nvSpPr>
        <p:spPr bwMode="auto">
          <a:xfrm>
            <a:off x="3726950"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8" name="Line 30">
            <a:extLst>
              <a:ext uri="{FF2B5EF4-FFF2-40B4-BE49-F238E27FC236}">
                <a16:creationId xmlns:a16="http://schemas.microsoft.com/office/drawing/2014/main" id="{FA0971A2-9137-1943-A6F3-BD3716BCCBB6}"/>
              </a:ext>
            </a:extLst>
          </p:cNvPr>
          <p:cNvSpPr>
            <a:spLocks noChangeShapeType="1"/>
          </p:cNvSpPr>
          <p:nvPr/>
        </p:nvSpPr>
        <p:spPr bwMode="auto">
          <a:xfrm>
            <a:off x="4183917"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9" name="Rectangle 31">
            <a:extLst>
              <a:ext uri="{FF2B5EF4-FFF2-40B4-BE49-F238E27FC236}">
                <a16:creationId xmlns:a16="http://schemas.microsoft.com/office/drawing/2014/main" id="{FBE8FDDA-4B2E-BE4C-95BF-585222778ECA}"/>
              </a:ext>
            </a:extLst>
          </p:cNvPr>
          <p:cNvSpPr>
            <a:spLocks noChangeArrowheads="1"/>
          </p:cNvSpPr>
          <p:nvPr/>
        </p:nvSpPr>
        <p:spPr bwMode="auto">
          <a:xfrm>
            <a:off x="3726950" y="5227277"/>
            <a:ext cx="452588" cy="70783"/>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0" name="Oval 32">
            <a:extLst>
              <a:ext uri="{FF2B5EF4-FFF2-40B4-BE49-F238E27FC236}">
                <a16:creationId xmlns:a16="http://schemas.microsoft.com/office/drawing/2014/main" id="{6DE39B5B-BD23-3044-9274-CFE1A3DFE64E}"/>
              </a:ext>
            </a:extLst>
          </p:cNvPr>
          <p:cNvSpPr>
            <a:spLocks noChangeArrowheads="1"/>
          </p:cNvSpPr>
          <p:nvPr/>
        </p:nvSpPr>
        <p:spPr bwMode="auto">
          <a:xfrm>
            <a:off x="3722570" y="5138799"/>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61" name="Group 33">
            <a:extLst>
              <a:ext uri="{FF2B5EF4-FFF2-40B4-BE49-F238E27FC236}">
                <a16:creationId xmlns:a16="http://schemas.microsoft.com/office/drawing/2014/main" id="{D6CD68FD-658B-EA4A-AFA2-F4EE9AE43DCA}"/>
              </a:ext>
            </a:extLst>
          </p:cNvPr>
          <p:cNvGrpSpPr>
            <a:grpSpLocks/>
          </p:cNvGrpSpPr>
          <p:nvPr/>
        </p:nvGrpSpPr>
        <p:grpSpPr bwMode="auto">
          <a:xfrm>
            <a:off x="3729870" y="5053269"/>
            <a:ext cx="452588" cy="398153"/>
            <a:chOff x="2899" y="2425"/>
            <a:chExt cx="319" cy="270"/>
          </a:xfrm>
        </p:grpSpPr>
        <p:sp>
          <p:nvSpPr>
            <p:cNvPr id="249" name="Rectangle 34">
              <a:extLst>
                <a:ext uri="{FF2B5EF4-FFF2-40B4-BE49-F238E27FC236}">
                  <a16:creationId xmlns:a16="http://schemas.microsoft.com/office/drawing/2014/main" id="{C85F8938-221C-6441-94A5-77506E21CEF5}"/>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0" name="Text Box 35">
              <a:extLst>
                <a:ext uri="{FF2B5EF4-FFF2-40B4-BE49-F238E27FC236}">
                  <a16:creationId xmlns:a16="http://schemas.microsoft.com/office/drawing/2014/main" id="{430475AC-A5D0-EF4C-9180-A3E96828AD84}"/>
                </a:ext>
              </a:extLst>
            </p:cNvPr>
            <p:cNvSpPr txBox="1">
              <a:spLocks noChangeArrowheads="1"/>
            </p:cNvSpPr>
            <p:nvPr/>
          </p:nvSpPr>
          <p:spPr bwMode="auto">
            <a:xfrm>
              <a:off x="2899" y="2425"/>
              <a:ext cx="319" cy="2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1c</a:t>
              </a:r>
            </a:p>
          </p:txBody>
        </p:sp>
      </p:grpSp>
      <p:sp>
        <p:nvSpPr>
          <p:cNvPr id="162" name="Line 36">
            <a:extLst>
              <a:ext uri="{FF2B5EF4-FFF2-40B4-BE49-F238E27FC236}">
                <a16:creationId xmlns:a16="http://schemas.microsoft.com/office/drawing/2014/main" id="{AF16B8FF-7450-3B46-865A-EC0F92A90E8F}"/>
              </a:ext>
            </a:extLst>
          </p:cNvPr>
          <p:cNvSpPr>
            <a:spLocks noChangeShapeType="1"/>
          </p:cNvSpPr>
          <p:nvPr/>
        </p:nvSpPr>
        <p:spPr bwMode="auto">
          <a:xfrm>
            <a:off x="6347578" y="4971418"/>
            <a:ext cx="449668" cy="14451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3" name="Line 37">
            <a:extLst>
              <a:ext uri="{FF2B5EF4-FFF2-40B4-BE49-F238E27FC236}">
                <a16:creationId xmlns:a16="http://schemas.microsoft.com/office/drawing/2014/main" id="{B705DAC1-A436-FC47-B3A5-64086AE0207E}"/>
              </a:ext>
            </a:extLst>
          </p:cNvPr>
          <p:cNvSpPr>
            <a:spLocks noChangeShapeType="1"/>
          </p:cNvSpPr>
          <p:nvPr/>
        </p:nvSpPr>
        <p:spPr bwMode="auto">
          <a:xfrm>
            <a:off x="6820605" y="4846819"/>
            <a:ext cx="132856" cy="171058"/>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4" name="Line 38">
            <a:extLst>
              <a:ext uri="{FF2B5EF4-FFF2-40B4-BE49-F238E27FC236}">
                <a16:creationId xmlns:a16="http://schemas.microsoft.com/office/drawing/2014/main" id="{B646BCF5-2213-9142-8477-66C7DFEE38E7}"/>
              </a:ext>
            </a:extLst>
          </p:cNvPr>
          <p:cNvSpPr>
            <a:spLocks noChangeShapeType="1"/>
          </p:cNvSpPr>
          <p:nvPr/>
        </p:nvSpPr>
        <p:spPr bwMode="auto">
          <a:xfrm flipV="1">
            <a:off x="6248301" y="4781935"/>
            <a:ext cx="166435" cy="112073"/>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5" name="Freeform 39">
            <a:extLst>
              <a:ext uri="{FF2B5EF4-FFF2-40B4-BE49-F238E27FC236}">
                <a16:creationId xmlns:a16="http://schemas.microsoft.com/office/drawing/2014/main" id="{1A359E4A-1EBE-234F-9DE9-E4FB43E18A2D}"/>
              </a:ext>
            </a:extLst>
          </p:cNvPr>
          <p:cNvSpPr>
            <a:spLocks/>
          </p:cNvSpPr>
          <p:nvPr/>
        </p:nvSpPr>
        <p:spPr bwMode="auto">
          <a:xfrm>
            <a:off x="4233556" y="5716858"/>
            <a:ext cx="385429" cy="120921"/>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6" name="Freeform 40">
            <a:extLst>
              <a:ext uri="{FF2B5EF4-FFF2-40B4-BE49-F238E27FC236}">
                <a16:creationId xmlns:a16="http://schemas.microsoft.com/office/drawing/2014/main" id="{097126F1-D995-444D-8642-03F5F5E0DBAA}"/>
              </a:ext>
            </a:extLst>
          </p:cNvPr>
          <p:cNvSpPr>
            <a:spLocks/>
          </p:cNvSpPr>
          <p:nvPr/>
        </p:nvSpPr>
        <p:spPr bwMode="auto">
          <a:xfrm>
            <a:off x="3561975" y="5663771"/>
            <a:ext cx="221914" cy="17400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7" name="Freeform 41">
            <a:extLst>
              <a:ext uri="{FF2B5EF4-FFF2-40B4-BE49-F238E27FC236}">
                <a16:creationId xmlns:a16="http://schemas.microsoft.com/office/drawing/2014/main" id="{8FA74CA7-BEE7-3E46-BAFF-EC2177B4B95C}"/>
              </a:ext>
            </a:extLst>
          </p:cNvPr>
          <p:cNvSpPr>
            <a:spLocks/>
          </p:cNvSpPr>
          <p:nvPr/>
        </p:nvSpPr>
        <p:spPr bwMode="auto">
          <a:xfrm>
            <a:off x="3743010" y="5560546"/>
            <a:ext cx="823417" cy="120921"/>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8" name="Freeform 42">
            <a:extLst>
              <a:ext uri="{FF2B5EF4-FFF2-40B4-BE49-F238E27FC236}">
                <a16:creationId xmlns:a16="http://schemas.microsoft.com/office/drawing/2014/main" id="{A5B0DFEC-B8A9-C34F-94A0-A4E2936DD8A8}"/>
              </a:ext>
            </a:extLst>
          </p:cNvPr>
          <p:cNvSpPr>
            <a:spLocks/>
          </p:cNvSpPr>
          <p:nvPr/>
        </p:nvSpPr>
        <p:spPr bwMode="auto">
          <a:xfrm>
            <a:off x="3652492" y="5321654"/>
            <a:ext cx="110957" cy="138616"/>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9" name="Freeform 43">
            <a:extLst>
              <a:ext uri="{FF2B5EF4-FFF2-40B4-BE49-F238E27FC236}">
                <a16:creationId xmlns:a16="http://schemas.microsoft.com/office/drawing/2014/main" id="{698BCEC3-16FB-314C-831F-6D55ED13B108}"/>
              </a:ext>
            </a:extLst>
          </p:cNvPr>
          <p:cNvSpPr>
            <a:spLocks/>
          </p:cNvSpPr>
          <p:nvPr/>
        </p:nvSpPr>
        <p:spPr bwMode="auto">
          <a:xfrm>
            <a:off x="2446565" y="4767189"/>
            <a:ext cx="367910" cy="168109"/>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0" name="Freeform 44">
            <a:extLst>
              <a:ext uri="{FF2B5EF4-FFF2-40B4-BE49-F238E27FC236}">
                <a16:creationId xmlns:a16="http://schemas.microsoft.com/office/drawing/2014/main" id="{8CB7EA9B-46A2-DA43-BD84-E5E548E767A3}"/>
              </a:ext>
            </a:extLst>
          </p:cNvPr>
          <p:cNvSpPr>
            <a:spLocks/>
          </p:cNvSpPr>
          <p:nvPr/>
        </p:nvSpPr>
        <p:spPr bwMode="auto">
          <a:xfrm>
            <a:off x="3083108" y="4855667"/>
            <a:ext cx="648222" cy="3804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1" name="Freeform 45">
            <a:extLst>
              <a:ext uri="{FF2B5EF4-FFF2-40B4-BE49-F238E27FC236}">
                <a16:creationId xmlns:a16="http://schemas.microsoft.com/office/drawing/2014/main" id="{7D4FB268-A169-0F4B-9C84-1ACD0524121A}"/>
              </a:ext>
            </a:extLst>
          </p:cNvPr>
          <p:cNvSpPr>
            <a:spLocks/>
          </p:cNvSpPr>
          <p:nvPr/>
        </p:nvSpPr>
        <p:spPr bwMode="auto">
          <a:xfrm>
            <a:off x="5016095" y="5029675"/>
            <a:ext cx="954814" cy="61935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2" name="Oval 46">
            <a:extLst>
              <a:ext uri="{FF2B5EF4-FFF2-40B4-BE49-F238E27FC236}">
                <a16:creationId xmlns:a16="http://schemas.microsoft.com/office/drawing/2014/main" id="{77EAE8E4-EF1C-944D-B5DF-947BBACAF6BC}"/>
              </a:ext>
            </a:extLst>
          </p:cNvPr>
          <p:cNvSpPr>
            <a:spLocks noChangeArrowheads="1"/>
          </p:cNvSpPr>
          <p:nvPr/>
        </p:nvSpPr>
        <p:spPr bwMode="auto">
          <a:xfrm>
            <a:off x="5890611" y="4936773"/>
            <a:ext cx="456967" cy="12092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3" name="Line 47">
            <a:extLst>
              <a:ext uri="{FF2B5EF4-FFF2-40B4-BE49-F238E27FC236}">
                <a16:creationId xmlns:a16="http://schemas.microsoft.com/office/drawing/2014/main" id="{7605033D-73A1-924E-99FE-EDD6125246F5}"/>
              </a:ext>
            </a:extLst>
          </p:cNvPr>
          <p:cNvSpPr>
            <a:spLocks noChangeShapeType="1"/>
          </p:cNvSpPr>
          <p:nvPr/>
        </p:nvSpPr>
        <p:spPr bwMode="auto">
          <a:xfrm>
            <a:off x="5890611"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4" name="Line 48">
            <a:extLst>
              <a:ext uri="{FF2B5EF4-FFF2-40B4-BE49-F238E27FC236}">
                <a16:creationId xmlns:a16="http://schemas.microsoft.com/office/drawing/2014/main" id="{DBC0B4AB-D0E3-C74F-9785-E25E20C244C4}"/>
              </a:ext>
            </a:extLst>
          </p:cNvPr>
          <p:cNvSpPr>
            <a:spLocks noChangeShapeType="1"/>
          </p:cNvSpPr>
          <p:nvPr/>
        </p:nvSpPr>
        <p:spPr bwMode="auto">
          <a:xfrm>
            <a:off x="6347578"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5" name="Rectangle 49">
            <a:extLst>
              <a:ext uri="{FF2B5EF4-FFF2-40B4-BE49-F238E27FC236}">
                <a16:creationId xmlns:a16="http://schemas.microsoft.com/office/drawing/2014/main" id="{592A5C53-BD83-384A-9C2D-08CEEB785BC8}"/>
              </a:ext>
            </a:extLst>
          </p:cNvPr>
          <p:cNvSpPr>
            <a:spLocks noChangeArrowheads="1"/>
          </p:cNvSpPr>
          <p:nvPr/>
        </p:nvSpPr>
        <p:spPr bwMode="auto">
          <a:xfrm>
            <a:off x="5890611" y="4924975"/>
            <a:ext cx="452588" cy="737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6" name="Oval 50">
            <a:extLst>
              <a:ext uri="{FF2B5EF4-FFF2-40B4-BE49-F238E27FC236}">
                <a16:creationId xmlns:a16="http://schemas.microsoft.com/office/drawing/2014/main" id="{5D02A58E-4F5A-EC40-B29A-0D5700D169BA}"/>
              </a:ext>
            </a:extLst>
          </p:cNvPr>
          <p:cNvSpPr>
            <a:spLocks noChangeArrowheads="1"/>
          </p:cNvSpPr>
          <p:nvPr/>
        </p:nvSpPr>
        <p:spPr bwMode="auto">
          <a:xfrm>
            <a:off x="5886231" y="4837972"/>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7" name="Rectangle 51">
            <a:extLst>
              <a:ext uri="{FF2B5EF4-FFF2-40B4-BE49-F238E27FC236}">
                <a16:creationId xmlns:a16="http://schemas.microsoft.com/office/drawing/2014/main" id="{A8B4ED51-5EBD-7A42-A070-7C85A13AFB2E}"/>
              </a:ext>
            </a:extLst>
          </p:cNvPr>
          <p:cNvSpPr>
            <a:spLocks noChangeArrowheads="1"/>
          </p:cNvSpPr>
          <p:nvPr/>
        </p:nvSpPr>
        <p:spPr bwMode="auto">
          <a:xfrm>
            <a:off x="6013247" y="4857142"/>
            <a:ext cx="205854" cy="17990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8" name="Text Box 52">
            <a:extLst>
              <a:ext uri="{FF2B5EF4-FFF2-40B4-BE49-F238E27FC236}">
                <a16:creationId xmlns:a16="http://schemas.microsoft.com/office/drawing/2014/main" id="{6864AE40-C653-554F-B5F5-7FCE890517DF}"/>
              </a:ext>
            </a:extLst>
          </p:cNvPr>
          <p:cNvSpPr txBox="1">
            <a:spLocks noChangeArrowheads="1"/>
          </p:cNvSpPr>
          <p:nvPr/>
        </p:nvSpPr>
        <p:spPr bwMode="auto">
          <a:xfrm>
            <a:off x="5887691" y="4761290"/>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9" name="Text Box 53">
            <a:extLst>
              <a:ext uri="{FF2B5EF4-FFF2-40B4-BE49-F238E27FC236}">
                <a16:creationId xmlns:a16="http://schemas.microsoft.com/office/drawing/2014/main" id="{9674ED05-1E44-A445-B61A-D179B03704BB}"/>
              </a:ext>
            </a:extLst>
          </p:cNvPr>
          <p:cNvSpPr txBox="1">
            <a:spLocks noChangeArrowheads="1"/>
          </p:cNvSpPr>
          <p:nvPr/>
        </p:nvSpPr>
        <p:spPr bwMode="auto">
          <a:xfrm>
            <a:off x="1840470" y="5215261"/>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AS3</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0" name="Text Box 54">
            <a:extLst>
              <a:ext uri="{FF2B5EF4-FFF2-40B4-BE49-F238E27FC236}">
                <a16:creationId xmlns:a16="http://schemas.microsoft.com/office/drawing/2014/main" id="{005A3212-FAC4-D446-8E0A-533A16ECE775}"/>
              </a:ext>
            </a:extLst>
          </p:cNvPr>
          <p:cNvSpPr txBox="1">
            <a:spLocks noChangeArrowheads="1"/>
          </p:cNvSpPr>
          <p:nvPr/>
        </p:nvSpPr>
        <p:spPr bwMode="auto">
          <a:xfrm>
            <a:off x="5345452" y="5839068"/>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AS1</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1" name="Text Box 55">
            <a:extLst>
              <a:ext uri="{FF2B5EF4-FFF2-40B4-BE49-F238E27FC236}">
                <a16:creationId xmlns:a16="http://schemas.microsoft.com/office/drawing/2014/main" id="{7DE50C34-9B18-1849-8D31-CE3E7E2F0717}"/>
              </a:ext>
            </a:extLst>
          </p:cNvPr>
          <p:cNvSpPr txBox="1">
            <a:spLocks noChangeArrowheads="1"/>
          </p:cNvSpPr>
          <p:nvPr/>
        </p:nvSpPr>
        <p:spPr bwMode="auto">
          <a:xfrm>
            <a:off x="7116511" y="5463035"/>
            <a:ext cx="616103" cy="368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AS2</a:t>
            </a:r>
          </a:p>
        </p:txBody>
      </p:sp>
      <p:sp>
        <p:nvSpPr>
          <p:cNvPr id="182" name="Oval 56">
            <a:extLst>
              <a:ext uri="{FF2B5EF4-FFF2-40B4-BE49-F238E27FC236}">
                <a16:creationId xmlns:a16="http://schemas.microsoft.com/office/drawing/2014/main" id="{4CAC6F24-F619-7E4B-9E0A-AF6FB0ECB08F}"/>
              </a:ext>
            </a:extLst>
          </p:cNvPr>
          <p:cNvSpPr>
            <a:spLocks noChangeArrowheads="1"/>
          </p:cNvSpPr>
          <p:nvPr/>
        </p:nvSpPr>
        <p:spPr bwMode="auto">
          <a:xfrm>
            <a:off x="3280202" y="554580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3" name="Line 57">
            <a:extLst>
              <a:ext uri="{FF2B5EF4-FFF2-40B4-BE49-F238E27FC236}">
                <a16:creationId xmlns:a16="http://schemas.microsoft.com/office/drawing/2014/main" id="{37706C00-5AFA-4E4F-AEE2-E86CBA64F507}"/>
              </a:ext>
            </a:extLst>
          </p:cNvPr>
          <p:cNvSpPr>
            <a:spLocks noChangeShapeType="1"/>
          </p:cNvSpPr>
          <p:nvPr/>
        </p:nvSpPr>
        <p:spPr bwMode="auto">
          <a:xfrm>
            <a:off x="3280202"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4" name="Line 58">
            <a:extLst>
              <a:ext uri="{FF2B5EF4-FFF2-40B4-BE49-F238E27FC236}">
                <a16:creationId xmlns:a16="http://schemas.microsoft.com/office/drawing/2014/main" id="{F53BFE68-5413-9042-B5B8-E870B9DF06EF}"/>
              </a:ext>
            </a:extLst>
          </p:cNvPr>
          <p:cNvSpPr>
            <a:spLocks noChangeShapeType="1"/>
          </p:cNvSpPr>
          <p:nvPr/>
        </p:nvSpPr>
        <p:spPr bwMode="auto">
          <a:xfrm>
            <a:off x="3738630"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5" name="Rectangle 59">
            <a:extLst>
              <a:ext uri="{FF2B5EF4-FFF2-40B4-BE49-F238E27FC236}">
                <a16:creationId xmlns:a16="http://schemas.microsoft.com/office/drawing/2014/main" id="{E66B86FC-0EE6-A646-BA10-BADF35B023EA}"/>
              </a:ext>
            </a:extLst>
          </p:cNvPr>
          <p:cNvSpPr>
            <a:spLocks noChangeArrowheads="1"/>
          </p:cNvSpPr>
          <p:nvPr/>
        </p:nvSpPr>
        <p:spPr bwMode="auto">
          <a:xfrm>
            <a:off x="3280202" y="5535477"/>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6" name="Oval 60">
            <a:extLst>
              <a:ext uri="{FF2B5EF4-FFF2-40B4-BE49-F238E27FC236}">
                <a16:creationId xmlns:a16="http://schemas.microsoft.com/office/drawing/2014/main" id="{E2C4F48E-C2B7-F040-A479-AD3AA9552BB4}"/>
              </a:ext>
            </a:extLst>
          </p:cNvPr>
          <p:cNvSpPr>
            <a:spLocks noChangeArrowheads="1"/>
          </p:cNvSpPr>
          <p:nvPr/>
        </p:nvSpPr>
        <p:spPr bwMode="auto">
          <a:xfrm>
            <a:off x="3275822" y="5455847"/>
            <a:ext cx="456967" cy="14156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7" name="Rectangle 61">
            <a:extLst>
              <a:ext uri="{FF2B5EF4-FFF2-40B4-BE49-F238E27FC236}">
                <a16:creationId xmlns:a16="http://schemas.microsoft.com/office/drawing/2014/main" id="{782B4D58-3187-1646-B67F-4472AD6DF18D}"/>
              </a:ext>
            </a:extLst>
          </p:cNvPr>
          <p:cNvSpPr>
            <a:spLocks noChangeArrowheads="1"/>
          </p:cNvSpPr>
          <p:nvPr/>
        </p:nvSpPr>
        <p:spPr bwMode="auto">
          <a:xfrm>
            <a:off x="3399919" y="5494187"/>
            <a:ext cx="207314" cy="14156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8" name="Text Box 62">
            <a:extLst>
              <a:ext uri="{FF2B5EF4-FFF2-40B4-BE49-F238E27FC236}">
                <a16:creationId xmlns:a16="http://schemas.microsoft.com/office/drawing/2014/main" id="{CEC455E8-C4B8-6444-936D-9F9CEE323826}"/>
              </a:ext>
            </a:extLst>
          </p:cNvPr>
          <p:cNvSpPr txBox="1">
            <a:spLocks noChangeArrowheads="1"/>
          </p:cNvSpPr>
          <p:nvPr/>
        </p:nvSpPr>
        <p:spPr bwMode="auto">
          <a:xfrm>
            <a:off x="3280202" y="5367368"/>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9" name="Group 63">
            <a:extLst>
              <a:ext uri="{FF2B5EF4-FFF2-40B4-BE49-F238E27FC236}">
                <a16:creationId xmlns:a16="http://schemas.microsoft.com/office/drawing/2014/main" id="{8B168416-DE6F-9546-A33D-5DC186D755BF}"/>
              </a:ext>
            </a:extLst>
          </p:cNvPr>
          <p:cNvGrpSpPr>
            <a:grpSpLocks/>
          </p:cNvGrpSpPr>
          <p:nvPr/>
        </p:nvGrpSpPr>
        <p:grpSpPr bwMode="auto">
          <a:xfrm>
            <a:off x="6394297" y="4593181"/>
            <a:ext cx="461347" cy="396679"/>
            <a:chOff x="4320" y="1936"/>
            <a:chExt cx="316" cy="269"/>
          </a:xfrm>
        </p:grpSpPr>
        <p:sp>
          <p:nvSpPr>
            <p:cNvPr id="242" name="Oval 64">
              <a:extLst>
                <a:ext uri="{FF2B5EF4-FFF2-40B4-BE49-F238E27FC236}">
                  <a16:creationId xmlns:a16="http://schemas.microsoft.com/office/drawing/2014/main" id="{17477FF4-6D5F-744F-A7C6-65D539FF25C9}"/>
                </a:ext>
              </a:extLst>
            </p:cNvPr>
            <p:cNvSpPr>
              <a:spLocks noChangeArrowheads="1"/>
            </p:cNvSpPr>
            <p:nvPr/>
          </p:nvSpPr>
          <p:spPr bwMode="auto">
            <a:xfrm>
              <a:off x="4323" y="2054"/>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3" name="Line 65">
              <a:extLst>
                <a:ext uri="{FF2B5EF4-FFF2-40B4-BE49-F238E27FC236}">
                  <a16:creationId xmlns:a16="http://schemas.microsoft.com/office/drawing/2014/main" id="{7681775B-D11F-204C-B161-6FEDD638731C}"/>
                </a:ext>
              </a:extLst>
            </p:cNvPr>
            <p:cNvSpPr>
              <a:spLocks noChangeShapeType="1"/>
            </p:cNvSpPr>
            <p:nvPr/>
          </p:nvSpPr>
          <p:spPr bwMode="auto">
            <a:xfrm>
              <a:off x="4323"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4" name="Line 66">
              <a:extLst>
                <a:ext uri="{FF2B5EF4-FFF2-40B4-BE49-F238E27FC236}">
                  <a16:creationId xmlns:a16="http://schemas.microsoft.com/office/drawing/2014/main" id="{C9C1462B-D75D-9043-BD36-C8666A0E3E76}"/>
                </a:ext>
              </a:extLst>
            </p:cNvPr>
            <p:cNvSpPr>
              <a:spLocks noChangeShapeType="1"/>
            </p:cNvSpPr>
            <p:nvPr/>
          </p:nvSpPr>
          <p:spPr bwMode="auto">
            <a:xfrm>
              <a:off x="4636"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5" name="Rectangle 67">
              <a:extLst>
                <a:ext uri="{FF2B5EF4-FFF2-40B4-BE49-F238E27FC236}">
                  <a16:creationId xmlns:a16="http://schemas.microsoft.com/office/drawing/2014/main" id="{D2A31C20-F821-2245-A13A-E48BBF035C90}"/>
                </a:ext>
              </a:extLst>
            </p:cNvPr>
            <p:cNvSpPr>
              <a:spLocks noChangeArrowheads="1"/>
            </p:cNvSpPr>
            <p:nvPr/>
          </p:nvSpPr>
          <p:spPr bwMode="auto">
            <a:xfrm>
              <a:off x="4323" y="2047"/>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6" name="Oval 68">
              <a:extLst>
                <a:ext uri="{FF2B5EF4-FFF2-40B4-BE49-F238E27FC236}">
                  <a16:creationId xmlns:a16="http://schemas.microsoft.com/office/drawing/2014/main" id="{E3B56467-2A6B-814A-A9D2-32B39DA9E2D8}"/>
                </a:ext>
              </a:extLst>
            </p:cNvPr>
            <p:cNvSpPr>
              <a:spLocks noChangeArrowheads="1"/>
            </p:cNvSpPr>
            <p:nvPr/>
          </p:nvSpPr>
          <p:spPr bwMode="auto">
            <a:xfrm>
              <a:off x="4320" y="198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7" name="Rectangle 69">
              <a:extLst>
                <a:ext uri="{FF2B5EF4-FFF2-40B4-BE49-F238E27FC236}">
                  <a16:creationId xmlns:a16="http://schemas.microsoft.com/office/drawing/2014/main" id="{4CCA8E7D-2AA0-DB42-8739-0E698AF3EF16}"/>
                </a:ext>
              </a:extLst>
            </p:cNvPr>
            <p:cNvSpPr>
              <a:spLocks noChangeArrowheads="1"/>
            </p:cNvSpPr>
            <p:nvPr/>
          </p:nvSpPr>
          <p:spPr bwMode="auto">
            <a:xfrm>
              <a:off x="4407" y="2001"/>
              <a:ext cx="141" cy="11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8" name="Text Box 70">
              <a:extLst>
                <a:ext uri="{FF2B5EF4-FFF2-40B4-BE49-F238E27FC236}">
                  <a16:creationId xmlns:a16="http://schemas.microsoft.com/office/drawing/2014/main" id="{B0E12A9A-8AC6-2C4B-B109-A569883BDF8B}"/>
                </a:ext>
              </a:extLst>
            </p:cNvPr>
            <p:cNvSpPr txBox="1">
              <a:spLocks noChangeArrowheads="1"/>
            </p:cNvSpPr>
            <p:nvPr/>
          </p:nvSpPr>
          <p:spPr bwMode="auto">
            <a:xfrm>
              <a:off x="4325" y="1936"/>
              <a:ext cx="310"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0" name="Group 71">
            <a:extLst>
              <a:ext uri="{FF2B5EF4-FFF2-40B4-BE49-F238E27FC236}">
                <a16:creationId xmlns:a16="http://schemas.microsoft.com/office/drawing/2014/main" id="{21E7E3D0-5FA0-9646-84AD-FC33AA41FD3A}"/>
              </a:ext>
            </a:extLst>
          </p:cNvPr>
          <p:cNvGrpSpPr>
            <a:grpSpLocks/>
          </p:cNvGrpSpPr>
          <p:nvPr/>
        </p:nvGrpSpPr>
        <p:grpSpPr bwMode="auto">
          <a:xfrm>
            <a:off x="6797246" y="4920552"/>
            <a:ext cx="468647" cy="396679"/>
            <a:chOff x="4596" y="2158"/>
            <a:chExt cx="321" cy="269"/>
          </a:xfrm>
        </p:grpSpPr>
        <p:sp>
          <p:nvSpPr>
            <p:cNvPr id="235" name="Oval 72">
              <a:extLst>
                <a:ext uri="{FF2B5EF4-FFF2-40B4-BE49-F238E27FC236}">
                  <a16:creationId xmlns:a16="http://schemas.microsoft.com/office/drawing/2014/main" id="{5608D056-551C-0B44-A60B-A3E90AFB7DFB}"/>
                </a:ext>
              </a:extLst>
            </p:cNvPr>
            <p:cNvSpPr>
              <a:spLocks noChangeArrowheads="1"/>
            </p:cNvSpPr>
            <p:nvPr/>
          </p:nvSpPr>
          <p:spPr bwMode="auto">
            <a:xfrm>
              <a:off x="4599" y="2276"/>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6" name="Line 73">
              <a:extLst>
                <a:ext uri="{FF2B5EF4-FFF2-40B4-BE49-F238E27FC236}">
                  <a16:creationId xmlns:a16="http://schemas.microsoft.com/office/drawing/2014/main" id="{FA977711-B8B6-4247-BDAB-A3001746C4D4}"/>
                </a:ext>
              </a:extLst>
            </p:cNvPr>
            <p:cNvSpPr>
              <a:spLocks noChangeShapeType="1"/>
            </p:cNvSpPr>
            <p:nvPr/>
          </p:nvSpPr>
          <p:spPr bwMode="auto">
            <a:xfrm>
              <a:off x="4599"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7" name="Line 74">
              <a:extLst>
                <a:ext uri="{FF2B5EF4-FFF2-40B4-BE49-F238E27FC236}">
                  <a16:creationId xmlns:a16="http://schemas.microsoft.com/office/drawing/2014/main" id="{6CA75CE1-2E8D-0F48-8641-8C18C90BD88D}"/>
                </a:ext>
              </a:extLst>
            </p:cNvPr>
            <p:cNvSpPr>
              <a:spLocks noChangeShapeType="1"/>
            </p:cNvSpPr>
            <p:nvPr/>
          </p:nvSpPr>
          <p:spPr bwMode="auto">
            <a:xfrm>
              <a:off x="4910"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8" name="Rectangle 75">
              <a:extLst>
                <a:ext uri="{FF2B5EF4-FFF2-40B4-BE49-F238E27FC236}">
                  <a16:creationId xmlns:a16="http://schemas.microsoft.com/office/drawing/2014/main" id="{4ED73E8C-48F2-3A4F-B322-2CCB3CBA0862}"/>
                </a:ext>
              </a:extLst>
            </p:cNvPr>
            <p:cNvSpPr>
              <a:spLocks noChangeArrowheads="1"/>
            </p:cNvSpPr>
            <p:nvPr/>
          </p:nvSpPr>
          <p:spPr bwMode="auto">
            <a:xfrm>
              <a:off x="4599" y="2269"/>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9" name="Oval 76">
              <a:extLst>
                <a:ext uri="{FF2B5EF4-FFF2-40B4-BE49-F238E27FC236}">
                  <a16:creationId xmlns:a16="http://schemas.microsoft.com/office/drawing/2014/main" id="{6345CAD2-BEAC-0E49-9C80-9EB68603FE17}"/>
                </a:ext>
              </a:extLst>
            </p:cNvPr>
            <p:cNvSpPr>
              <a:spLocks noChangeArrowheads="1"/>
            </p:cNvSpPr>
            <p:nvPr/>
          </p:nvSpPr>
          <p:spPr bwMode="auto">
            <a:xfrm>
              <a:off x="4596" y="220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0" name="Rectangle 77">
              <a:extLst>
                <a:ext uri="{FF2B5EF4-FFF2-40B4-BE49-F238E27FC236}">
                  <a16:creationId xmlns:a16="http://schemas.microsoft.com/office/drawing/2014/main" id="{E1F2376F-3613-4042-A35F-DEE5F89C6C4C}"/>
                </a:ext>
              </a:extLst>
            </p:cNvPr>
            <p:cNvSpPr>
              <a:spLocks noChangeArrowheads="1"/>
            </p:cNvSpPr>
            <p:nvPr/>
          </p:nvSpPr>
          <p:spPr bwMode="auto">
            <a:xfrm>
              <a:off x="4683" y="2221"/>
              <a:ext cx="141" cy="11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1" name="Text Box 78">
              <a:extLst>
                <a:ext uri="{FF2B5EF4-FFF2-40B4-BE49-F238E27FC236}">
                  <a16:creationId xmlns:a16="http://schemas.microsoft.com/office/drawing/2014/main" id="{7C2657A7-4F00-3C45-AD0D-9FB7A649BB45}"/>
                </a:ext>
              </a:extLst>
            </p:cNvPr>
            <p:cNvSpPr txBox="1">
              <a:spLocks noChangeArrowheads="1"/>
            </p:cNvSpPr>
            <p:nvPr/>
          </p:nvSpPr>
          <p:spPr bwMode="auto">
            <a:xfrm>
              <a:off x="4598" y="2158"/>
              <a:ext cx="319"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1" name="Group 79">
            <a:extLst>
              <a:ext uri="{FF2B5EF4-FFF2-40B4-BE49-F238E27FC236}">
                <a16:creationId xmlns:a16="http://schemas.microsoft.com/office/drawing/2014/main" id="{46AC6AA7-B51A-F140-B460-7AA4784A8771}"/>
              </a:ext>
            </a:extLst>
          </p:cNvPr>
          <p:cNvGrpSpPr>
            <a:grpSpLocks/>
          </p:cNvGrpSpPr>
          <p:nvPr/>
        </p:nvGrpSpPr>
        <p:grpSpPr bwMode="auto">
          <a:xfrm>
            <a:off x="4562047" y="5466169"/>
            <a:ext cx="468647" cy="396679"/>
            <a:chOff x="2015" y="1976"/>
            <a:chExt cx="321" cy="269"/>
          </a:xfrm>
        </p:grpSpPr>
        <p:sp>
          <p:nvSpPr>
            <p:cNvPr id="227" name="Oval 80">
              <a:extLst>
                <a:ext uri="{FF2B5EF4-FFF2-40B4-BE49-F238E27FC236}">
                  <a16:creationId xmlns:a16="http://schemas.microsoft.com/office/drawing/2014/main" id="{F0AF513D-168E-BC43-A87F-98530A7A7340}"/>
                </a:ext>
              </a:extLst>
            </p:cNvPr>
            <p:cNvSpPr>
              <a:spLocks noChangeArrowheads="1"/>
            </p:cNvSpPr>
            <p:nvPr/>
          </p:nvSpPr>
          <p:spPr bwMode="auto">
            <a:xfrm>
              <a:off x="2019" y="2102"/>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8" name="Line 81">
              <a:extLst>
                <a:ext uri="{FF2B5EF4-FFF2-40B4-BE49-F238E27FC236}">
                  <a16:creationId xmlns:a16="http://schemas.microsoft.com/office/drawing/2014/main" id="{98E003C3-39B5-AD4E-B694-FF067F96F0C8}"/>
                </a:ext>
              </a:extLst>
            </p:cNvPr>
            <p:cNvSpPr>
              <a:spLocks noChangeShapeType="1"/>
            </p:cNvSpPr>
            <p:nvPr/>
          </p:nvSpPr>
          <p:spPr bwMode="auto">
            <a:xfrm>
              <a:off x="2019"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9" name="Line 82">
              <a:extLst>
                <a:ext uri="{FF2B5EF4-FFF2-40B4-BE49-F238E27FC236}">
                  <a16:creationId xmlns:a16="http://schemas.microsoft.com/office/drawing/2014/main" id="{FD35A7A2-366B-1C41-BFC6-E12754C8019D}"/>
                </a:ext>
              </a:extLst>
            </p:cNvPr>
            <p:cNvSpPr>
              <a:spLocks noChangeShapeType="1"/>
            </p:cNvSpPr>
            <p:nvPr/>
          </p:nvSpPr>
          <p:spPr bwMode="auto">
            <a:xfrm>
              <a:off x="2330"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0" name="Rectangle 83">
              <a:extLst>
                <a:ext uri="{FF2B5EF4-FFF2-40B4-BE49-F238E27FC236}">
                  <a16:creationId xmlns:a16="http://schemas.microsoft.com/office/drawing/2014/main" id="{5442F6D1-04E0-A44F-8910-B76948571B99}"/>
                </a:ext>
              </a:extLst>
            </p:cNvPr>
            <p:cNvSpPr>
              <a:spLocks noChangeArrowheads="1"/>
            </p:cNvSpPr>
            <p:nvPr/>
          </p:nvSpPr>
          <p:spPr bwMode="auto">
            <a:xfrm>
              <a:off x="2019" y="2097"/>
              <a:ext cx="310" cy="4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1" name="Oval 84">
              <a:extLst>
                <a:ext uri="{FF2B5EF4-FFF2-40B4-BE49-F238E27FC236}">
                  <a16:creationId xmlns:a16="http://schemas.microsoft.com/office/drawing/2014/main" id="{7CE682FE-3948-5143-B692-07DEF21A92CD}"/>
                </a:ext>
              </a:extLst>
            </p:cNvPr>
            <p:cNvSpPr>
              <a:spLocks noChangeArrowheads="1"/>
            </p:cNvSpPr>
            <p:nvPr/>
          </p:nvSpPr>
          <p:spPr bwMode="auto">
            <a:xfrm>
              <a:off x="2016" y="2036"/>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2" name="Group 85">
              <a:extLst>
                <a:ext uri="{FF2B5EF4-FFF2-40B4-BE49-F238E27FC236}">
                  <a16:creationId xmlns:a16="http://schemas.microsoft.com/office/drawing/2014/main" id="{ACD8E934-A29C-E940-B27E-262F5DE7DCDF}"/>
                </a:ext>
              </a:extLst>
            </p:cNvPr>
            <p:cNvGrpSpPr>
              <a:grpSpLocks/>
            </p:cNvGrpSpPr>
            <p:nvPr/>
          </p:nvGrpSpPr>
          <p:grpSpPr bwMode="auto">
            <a:xfrm>
              <a:off x="2015" y="1976"/>
              <a:ext cx="321" cy="269"/>
              <a:chOff x="2894" y="2425"/>
              <a:chExt cx="328" cy="269"/>
            </a:xfrm>
          </p:grpSpPr>
          <p:sp>
            <p:nvSpPr>
              <p:cNvPr id="233" name="Rectangle 86">
                <a:extLst>
                  <a:ext uri="{FF2B5EF4-FFF2-40B4-BE49-F238E27FC236}">
                    <a16:creationId xmlns:a16="http://schemas.microsoft.com/office/drawing/2014/main" id="{6556355B-9BE3-D746-A820-E89A58911EF8}"/>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4" name="Text Box 87">
                <a:extLst>
                  <a:ext uri="{FF2B5EF4-FFF2-40B4-BE49-F238E27FC236}">
                    <a16:creationId xmlns:a16="http://schemas.microsoft.com/office/drawing/2014/main" id="{87A983D3-02A0-4A4B-A676-14BB88EA3128}"/>
                  </a:ext>
                </a:extLst>
              </p:cNvPr>
              <p:cNvSpPr txBox="1">
                <a:spLocks noChangeArrowheads="1"/>
              </p:cNvSpPr>
              <p:nvPr/>
            </p:nvSpPr>
            <p:spPr bwMode="auto">
              <a:xfrm>
                <a:off x="2894" y="2425"/>
                <a:ext cx="328"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199" name="Group 99">
            <a:extLst>
              <a:ext uri="{FF2B5EF4-FFF2-40B4-BE49-F238E27FC236}">
                <a16:creationId xmlns:a16="http://schemas.microsoft.com/office/drawing/2014/main" id="{4C6CCD3C-47D1-7847-84AE-9A444B7FD9F9}"/>
              </a:ext>
            </a:extLst>
          </p:cNvPr>
          <p:cNvGrpSpPr>
            <a:grpSpLocks/>
          </p:cNvGrpSpPr>
          <p:nvPr/>
        </p:nvGrpSpPr>
        <p:grpSpPr bwMode="auto">
          <a:xfrm>
            <a:off x="2231951" y="4354289"/>
            <a:ext cx="461347" cy="396679"/>
            <a:chOff x="2016" y="1976"/>
            <a:chExt cx="316" cy="269"/>
          </a:xfrm>
        </p:grpSpPr>
        <p:sp>
          <p:nvSpPr>
            <p:cNvPr id="215" name="Oval 100">
              <a:extLst>
                <a:ext uri="{FF2B5EF4-FFF2-40B4-BE49-F238E27FC236}">
                  <a16:creationId xmlns:a16="http://schemas.microsoft.com/office/drawing/2014/main" id="{9CFFD192-2352-574C-A1F6-73C764467286}"/>
                </a:ext>
              </a:extLst>
            </p:cNvPr>
            <p:cNvSpPr>
              <a:spLocks noChangeArrowheads="1"/>
            </p:cNvSpPr>
            <p:nvPr/>
          </p:nvSpPr>
          <p:spPr bwMode="auto">
            <a:xfrm>
              <a:off x="2019" y="2102"/>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6" name="Line 101">
              <a:extLst>
                <a:ext uri="{FF2B5EF4-FFF2-40B4-BE49-F238E27FC236}">
                  <a16:creationId xmlns:a16="http://schemas.microsoft.com/office/drawing/2014/main" id="{AA179453-C4E3-E244-B9A9-11831D82618D}"/>
                </a:ext>
              </a:extLst>
            </p:cNvPr>
            <p:cNvSpPr>
              <a:spLocks noChangeShapeType="1"/>
            </p:cNvSpPr>
            <p:nvPr/>
          </p:nvSpPr>
          <p:spPr bwMode="auto">
            <a:xfrm>
              <a:off x="2019"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7" name="Line 102">
              <a:extLst>
                <a:ext uri="{FF2B5EF4-FFF2-40B4-BE49-F238E27FC236}">
                  <a16:creationId xmlns:a16="http://schemas.microsoft.com/office/drawing/2014/main" id="{1CE386C9-63A7-F044-A083-5284BFD15472}"/>
                </a:ext>
              </a:extLst>
            </p:cNvPr>
            <p:cNvSpPr>
              <a:spLocks noChangeShapeType="1"/>
            </p:cNvSpPr>
            <p:nvPr/>
          </p:nvSpPr>
          <p:spPr bwMode="auto">
            <a:xfrm>
              <a:off x="2332"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8" name="Rectangle 103">
              <a:extLst>
                <a:ext uri="{FF2B5EF4-FFF2-40B4-BE49-F238E27FC236}">
                  <a16:creationId xmlns:a16="http://schemas.microsoft.com/office/drawing/2014/main" id="{50227DAD-D708-784A-BD13-83429F1C25BE}"/>
                </a:ext>
              </a:extLst>
            </p:cNvPr>
            <p:cNvSpPr>
              <a:spLocks noChangeArrowheads="1"/>
            </p:cNvSpPr>
            <p:nvPr/>
          </p:nvSpPr>
          <p:spPr bwMode="auto">
            <a:xfrm>
              <a:off x="2019" y="2095"/>
              <a:ext cx="310" cy="5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9" name="Oval 104">
              <a:extLst>
                <a:ext uri="{FF2B5EF4-FFF2-40B4-BE49-F238E27FC236}">
                  <a16:creationId xmlns:a16="http://schemas.microsoft.com/office/drawing/2014/main" id="{6DA156B1-5FE9-414A-BB48-46A4A52B9073}"/>
                </a:ext>
              </a:extLst>
            </p:cNvPr>
            <p:cNvSpPr>
              <a:spLocks noChangeArrowheads="1"/>
            </p:cNvSpPr>
            <p:nvPr/>
          </p:nvSpPr>
          <p:spPr bwMode="auto">
            <a:xfrm>
              <a:off x="2016" y="2037"/>
              <a:ext cx="313" cy="94"/>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20" name="Group 105">
              <a:extLst>
                <a:ext uri="{FF2B5EF4-FFF2-40B4-BE49-F238E27FC236}">
                  <a16:creationId xmlns:a16="http://schemas.microsoft.com/office/drawing/2014/main" id="{80512439-7B6B-C54B-82D0-66D0AB25D2A7}"/>
                </a:ext>
              </a:extLst>
            </p:cNvPr>
            <p:cNvGrpSpPr>
              <a:grpSpLocks/>
            </p:cNvGrpSpPr>
            <p:nvPr/>
          </p:nvGrpSpPr>
          <p:grpSpPr bwMode="auto">
            <a:xfrm>
              <a:off x="2020" y="1976"/>
              <a:ext cx="308" cy="269"/>
              <a:chOff x="2899" y="2425"/>
              <a:chExt cx="315" cy="269"/>
            </a:xfrm>
          </p:grpSpPr>
          <p:sp>
            <p:nvSpPr>
              <p:cNvPr id="221" name="Rectangle 106">
                <a:extLst>
                  <a:ext uri="{FF2B5EF4-FFF2-40B4-BE49-F238E27FC236}">
                    <a16:creationId xmlns:a16="http://schemas.microsoft.com/office/drawing/2014/main" id="{91098A50-7FC0-CB4E-9B97-2D7AE96D06C6}"/>
                  </a:ext>
                </a:extLst>
              </p:cNvPr>
              <p:cNvSpPr>
                <a:spLocks noChangeArrowheads="1"/>
              </p:cNvSpPr>
              <p:nvPr/>
            </p:nvSpPr>
            <p:spPr bwMode="auto">
              <a:xfrm>
                <a:off x="2982" y="2490"/>
                <a:ext cx="142" cy="13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2" name="Text Box 107">
                <a:extLst>
                  <a:ext uri="{FF2B5EF4-FFF2-40B4-BE49-F238E27FC236}">
                    <a16:creationId xmlns:a16="http://schemas.microsoft.com/office/drawing/2014/main" id="{FBCF2ABD-1064-2947-85B9-C0D4E2616D8E}"/>
                  </a:ext>
                </a:extLst>
              </p:cNvPr>
              <p:cNvSpPr txBox="1">
                <a:spLocks noChangeArrowheads="1"/>
              </p:cNvSpPr>
              <p:nvPr/>
            </p:nvSpPr>
            <p:spPr bwMode="auto">
              <a:xfrm>
                <a:off x="2899" y="2425"/>
                <a:ext cx="315" cy="2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sp>
        <p:nvSpPr>
          <p:cNvPr id="200" name="Line 108">
            <a:extLst>
              <a:ext uri="{FF2B5EF4-FFF2-40B4-BE49-F238E27FC236}">
                <a16:creationId xmlns:a16="http://schemas.microsoft.com/office/drawing/2014/main" id="{47A25237-349D-A842-8706-F347B2434568}"/>
              </a:ext>
            </a:extLst>
          </p:cNvPr>
          <p:cNvSpPr>
            <a:spLocks noChangeShapeType="1"/>
          </p:cNvSpPr>
          <p:nvPr/>
        </p:nvSpPr>
        <p:spPr bwMode="auto">
          <a:xfrm flipH="1">
            <a:off x="2266990" y="4669862"/>
            <a:ext cx="90518" cy="15926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1" name="Line 109">
            <a:extLst>
              <a:ext uri="{FF2B5EF4-FFF2-40B4-BE49-F238E27FC236}">
                <a16:creationId xmlns:a16="http://schemas.microsoft.com/office/drawing/2014/main" id="{6A3F47BD-80C7-0747-85CB-F22F1B792701}"/>
              </a:ext>
            </a:extLst>
          </p:cNvPr>
          <p:cNvSpPr>
            <a:spLocks noChangeShapeType="1"/>
          </p:cNvSpPr>
          <p:nvPr/>
        </p:nvSpPr>
        <p:spPr bwMode="auto">
          <a:xfrm>
            <a:off x="1818783" y="4737696"/>
            <a:ext cx="211694"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2" name="Line 110">
            <a:extLst>
              <a:ext uri="{FF2B5EF4-FFF2-40B4-BE49-F238E27FC236}">
                <a16:creationId xmlns:a16="http://schemas.microsoft.com/office/drawing/2014/main" id="{6CB9126B-13F6-7D4E-B1DD-C7EB25541B07}"/>
              </a:ext>
            </a:extLst>
          </p:cNvPr>
          <p:cNvSpPr>
            <a:spLocks noChangeShapeType="1"/>
          </p:cNvSpPr>
          <p:nvPr/>
        </p:nvSpPr>
        <p:spPr bwMode="auto">
          <a:xfrm flipH="1">
            <a:off x="2547302" y="4214198"/>
            <a:ext cx="198555" cy="2241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3" name="Line 111">
            <a:extLst>
              <a:ext uri="{FF2B5EF4-FFF2-40B4-BE49-F238E27FC236}">
                <a16:creationId xmlns:a16="http://schemas.microsoft.com/office/drawing/2014/main" id="{22C33C4C-9469-EC40-8CEF-2C586DEC66C3}"/>
              </a:ext>
            </a:extLst>
          </p:cNvPr>
          <p:cNvSpPr>
            <a:spLocks noChangeShapeType="1"/>
          </p:cNvSpPr>
          <p:nvPr/>
        </p:nvSpPr>
        <p:spPr bwMode="auto">
          <a:xfrm>
            <a:off x="2139974" y="4200926"/>
            <a:ext cx="175195" cy="26248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4" name="Line 112">
            <a:extLst>
              <a:ext uri="{FF2B5EF4-FFF2-40B4-BE49-F238E27FC236}">
                <a16:creationId xmlns:a16="http://schemas.microsoft.com/office/drawing/2014/main" id="{4C48EF93-B210-4F4B-9854-165045A32FD0}"/>
              </a:ext>
            </a:extLst>
          </p:cNvPr>
          <p:cNvSpPr>
            <a:spLocks noChangeShapeType="1"/>
          </p:cNvSpPr>
          <p:nvPr/>
        </p:nvSpPr>
        <p:spPr bwMode="auto">
          <a:xfrm flipH="1">
            <a:off x="3103547" y="4338068"/>
            <a:ext cx="102197" cy="30377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7" name="Line 115">
            <a:extLst>
              <a:ext uri="{FF2B5EF4-FFF2-40B4-BE49-F238E27FC236}">
                <a16:creationId xmlns:a16="http://schemas.microsoft.com/office/drawing/2014/main" id="{257DE23D-92D6-6B48-8933-BB087A4B7F3B}"/>
              </a:ext>
            </a:extLst>
          </p:cNvPr>
          <p:cNvSpPr>
            <a:spLocks noChangeShapeType="1"/>
          </p:cNvSpPr>
          <p:nvPr/>
        </p:nvSpPr>
        <p:spPr bwMode="auto">
          <a:xfrm flipH="1" flipV="1">
            <a:off x="6356338" y="4388206"/>
            <a:ext cx="185415" cy="29787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8" name="Line 116">
            <a:extLst>
              <a:ext uri="{FF2B5EF4-FFF2-40B4-BE49-F238E27FC236}">
                <a16:creationId xmlns:a16="http://schemas.microsoft.com/office/drawing/2014/main" id="{3008FEDF-B989-AD47-B8DC-811C63A78E62}"/>
              </a:ext>
            </a:extLst>
          </p:cNvPr>
          <p:cNvSpPr>
            <a:spLocks noChangeShapeType="1"/>
          </p:cNvSpPr>
          <p:nvPr/>
        </p:nvSpPr>
        <p:spPr bwMode="auto">
          <a:xfrm flipH="1" flipV="1">
            <a:off x="5900830" y="4538619"/>
            <a:ext cx="198555" cy="27280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9" name="Line 117">
            <a:extLst>
              <a:ext uri="{FF2B5EF4-FFF2-40B4-BE49-F238E27FC236}">
                <a16:creationId xmlns:a16="http://schemas.microsoft.com/office/drawing/2014/main" id="{7072AB1C-E687-5F42-AD97-F842F241CC4D}"/>
              </a:ext>
            </a:extLst>
          </p:cNvPr>
          <p:cNvSpPr>
            <a:spLocks noChangeShapeType="1"/>
          </p:cNvSpPr>
          <p:nvPr/>
        </p:nvSpPr>
        <p:spPr bwMode="auto">
          <a:xfrm flipH="1">
            <a:off x="3141506" y="5637228"/>
            <a:ext cx="197095" cy="17253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0" name="Line 118">
            <a:extLst>
              <a:ext uri="{FF2B5EF4-FFF2-40B4-BE49-F238E27FC236}">
                <a16:creationId xmlns:a16="http://schemas.microsoft.com/office/drawing/2014/main" id="{368439BD-38EC-0F4F-AB79-71712E1AE097}"/>
              </a:ext>
            </a:extLst>
          </p:cNvPr>
          <p:cNvSpPr>
            <a:spLocks noChangeShapeType="1"/>
          </p:cNvSpPr>
          <p:nvPr/>
        </p:nvSpPr>
        <p:spPr bwMode="auto">
          <a:xfrm flipH="1" flipV="1">
            <a:off x="3091868" y="5488289"/>
            <a:ext cx="185415" cy="1179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1" name="Line 119">
            <a:extLst>
              <a:ext uri="{FF2B5EF4-FFF2-40B4-BE49-F238E27FC236}">
                <a16:creationId xmlns:a16="http://schemas.microsoft.com/office/drawing/2014/main" id="{05F4047A-FA71-B345-8F4D-7557CE9C3159}"/>
              </a:ext>
            </a:extLst>
          </p:cNvPr>
          <p:cNvSpPr>
            <a:spLocks noChangeShapeType="1"/>
          </p:cNvSpPr>
          <p:nvPr/>
        </p:nvSpPr>
        <p:spPr bwMode="auto">
          <a:xfrm flipH="1">
            <a:off x="3487517" y="5887917"/>
            <a:ext cx="309511" cy="22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2" name="Line 120">
            <a:extLst>
              <a:ext uri="{FF2B5EF4-FFF2-40B4-BE49-F238E27FC236}">
                <a16:creationId xmlns:a16="http://schemas.microsoft.com/office/drawing/2014/main" id="{00691E04-3135-5045-8A22-A3445401A5C1}"/>
              </a:ext>
            </a:extLst>
          </p:cNvPr>
          <p:cNvSpPr>
            <a:spLocks noChangeShapeType="1"/>
          </p:cNvSpPr>
          <p:nvPr/>
        </p:nvSpPr>
        <p:spPr bwMode="auto">
          <a:xfrm flipV="1">
            <a:off x="4192677" y="5212531"/>
            <a:ext cx="334331" cy="147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3" name="Line 121">
            <a:extLst>
              <a:ext uri="{FF2B5EF4-FFF2-40B4-BE49-F238E27FC236}">
                <a16:creationId xmlns:a16="http://schemas.microsoft.com/office/drawing/2014/main" id="{C2D8B9BD-B900-B448-8B0A-9B6A048DBB86}"/>
              </a:ext>
            </a:extLst>
          </p:cNvPr>
          <p:cNvSpPr>
            <a:spLocks noChangeShapeType="1"/>
          </p:cNvSpPr>
          <p:nvPr/>
        </p:nvSpPr>
        <p:spPr bwMode="auto">
          <a:xfrm>
            <a:off x="4859879" y="5762572"/>
            <a:ext cx="173735"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4" name="Line 122">
            <a:extLst>
              <a:ext uri="{FF2B5EF4-FFF2-40B4-BE49-F238E27FC236}">
                <a16:creationId xmlns:a16="http://schemas.microsoft.com/office/drawing/2014/main" id="{EA45D5A9-0BF3-874E-B10C-996FD8308B65}"/>
              </a:ext>
            </a:extLst>
          </p:cNvPr>
          <p:cNvSpPr>
            <a:spLocks noChangeShapeType="1"/>
          </p:cNvSpPr>
          <p:nvPr/>
        </p:nvSpPr>
        <p:spPr bwMode="auto">
          <a:xfrm>
            <a:off x="4156178" y="5324603"/>
            <a:ext cx="211694" cy="11059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2" name="Freeform 113">
            <a:extLst>
              <a:ext uri="{FF2B5EF4-FFF2-40B4-BE49-F238E27FC236}">
                <a16:creationId xmlns:a16="http://schemas.microsoft.com/office/drawing/2014/main" id="{DE260962-6C23-A34F-81F9-3BDEB6DE3340}"/>
              </a:ext>
            </a:extLst>
          </p:cNvPr>
          <p:cNvSpPr>
            <a:spLocks/>
          </p:cNvSpPr>
          <p:nvPr/>
        </p:nvSpPr>
        <p:spPr bwMode="auto">
          <a:xfrm flipH="1">
            <a:off x="642829" y="4609186"/>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9CE0FA"/>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
        <p:nvSpPr>
          <p:cNvPr id="193" name="Text Box 114">
            <a:extLst>
              <a:ext uri="{FF2B5EF4-FFF2-40B4-BE49-F238E27FC236}">
                <a16:creationId xmlns:a16="http://schemas.microsoft.com/office/drawing/2014/main" id="{A4A13EDE-492A-BE49-A65F-4D86BD672C46}"/>
              </a:ext>
            </a:extLst>
          </p:cNvPr>
          <p:cNvSpPr txBox="1">
            <a:spLocks noChangeArrowheads="1"/>
          </p:cNvSpPr>
          <p:nvPr/>
        </p:nvSpPr>
        <p:spPr bwMode="auto">
          <a:xfrm>
            <a:off x="699979" y="5393411"/>
            <a:ext cx="893763"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a:t>other</a:t>
            </a:r>
          </a:p>
          <a:p>
            <a:r>
              <a:rPr lang="en-US" sz="1400"/>
              <a:t>networks</a:t>
            </a:r>
          </a:p>
        </p:txBody>
      </p:sp>
      <p:sp>
        <p:nvSpPr>
          <p:cNvPr id="194" name="Line 115">
            <a:extLst>
              <a:ext uri="{FF2B5EF4-FFF2-40B4-BE49-F238E27FC236}">
                <a16:creationId xmlns:a16="http://schemas.microsoft.com/office/drawing/2014/main" id="{C8C2397B-C8B2-224A-BCB5-A3C329D27E90}"/>
              </a:ext>
            </a:extLst>
          </p:cNvPr>
          <p:cNvSpPr>
            <a:spLocks noChangeShapeType="1"/>
          </p:cNvSpPr>
          <p:nvPr/>
        </p:nvSpPr>
        <p:spPr bwMode="auto">
          <a:xfrm flipH="1">
            <a:off x="1500079" y="4955261"/>
            <a:ext cx="468313" cy="268288"/>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95" name="Freeform 5">
            <a:extLst>
              <a:ext uri="{FF2B5EF4-FFF2-40B4-BE49-F238E27FC236}">
                <a16:creationId xmlns:a16="http://schemas.microsoft.com/office/drawing/2014/main" id="{8885E14F-4041-E249-995C-43DC3D2D8B1C}"/>
              </a:ext>
            </a:extLst>
          </p:cNvPr>
          <p:cNvSpPr>
            <a:spLocks/>
          </p:cNvSpPr>
          <p:nvPr/>
        </p:nvSpPr>
        <p:spPr bwMode="auto">
          <a:xfrm>
            <a:off x="8053714" y="3961226"/>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9CE0FA"/>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
        <p:nvSpPr>
          <p:cNvPr id="196" name="Line 92">
            <a:extLst>
              <a:ext uri="{FF2B5EF4-FFF2-40B4-BE49-F238E27FC236}">
                <a16:creationId xmlns:a16="http://schemas.microsoft.com/office/drawing/2014/main" id="{F329414D-E5C4-DA4F-A3DD-7175FB210C97}"/>
              </a:ext>
            </a:extLst>
          </p:cNvPr>
          <p:cNvSpPr>
            <a:spLocks noChangeShapeType="1"/>
          </p:cNvSpPr>
          <p:nvPr/>
        </p:nvSpPr>
        <p:spPr bwMode="auto">
          <a:xfrm>
            <a:off x="6848694" y="4790989"/>
            <a:ext cx="1318276"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r>
              <a:rPr lang="en-US"/>
              <a:t>        </a:t>
            </a:r>
          </a:p>
        </p:txBody>
      </p:sp>
      <p:sp>
        <p:nvSpPr>
          <p:cNvPr id="197" name="Line 93">
            <a:extLst>
              <a:ext uri="{FF2B5EF4-FFF2-40B4-BE49-F238E27FC236}">
                <a16:creationId xmlns:a16="http://schemas.microsoft.com/office/drawing/2014/main" id="{BFA90A4C-DC4C-B649-B9F1-BBC4626B9420}"/>
              </a:ext>
            </a:extLst>
          </p:cNvPr>
          <p:cNvSpPr>
            <a:spLocks noChangeShapeType="1"/>
          </p:cNvSpPr>
          <p:nvPr/>
        </p:nvSpPr>
        <p:spPr bwMode="auto">
          <a:xfrm>
            <a:off x="7290584" y="5105814"/>
            <a:ext cx="1339849"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r>
              <a:rPr lang="en-US"/>
              <a:t>                </a:t>
            </a:r>
          </a:p>
        </p:txBody>
      </p:sp>
      <p:sp>
        <p:nvSpPr>
          <p:cNvPr id="198" name="Text Box 112">
            <a:extLst>
              <a:ext uri="{FF2B5EF4-FFF2-40B4-BE49-F238E27FC236}">
                <a16:creationId xmlns:a16="http://schemas.microsoft.com/office/drawing/2014/main" id="{840A7965-8696-C241-A087-39B4E4084143}"/>
              </a:ext>
            </a:extLst>
          </p:cNvPr>
          <p:cNvSpPr txBox="1">
            <a:spLocks noChangeArrowheads="1"/>
          </p:cNvSpPr>
          <p:nvPr/>
        </p:nvSpPr>
        <p:spPr bwMode="auto">
          <a:xfrm>
            <a:off x="8433127" y="4558126"/>
            <a:ext cx="893762"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a:t>other</a:t>
            </a:r>
          </a:p>
          <a:p>
            <a:r>
              <a:rPr lang="en-US" sz="1400"/>
              <a:t>networks</a:t>
            </a:r>
          </a:p>
        </p:txBody>
      </p:sp>
      <p:sp>
        <p:nvSpPr>
          <p:cNvPr id="223" name="Rectangle 3">
            <a:extLst>
              <a:ext uri="{FF2B5EF4-FFF2-40B4-BE49-F238E27FC236}">
                <a16:creationId xmlns:a16="http://schemas.microsoft.com/office/drawing/2014/main" id="{C4812894-1377-0F41-8D66-2DB2C98C7B52}"/>
              </a:ext>
            </a:extLst>
          </p:cNvPr>
          <p:cNvSpPr txBox="1">
            <a:spLocks noChangeArrowheads="1"/>
          </p:cNvSpPr>
          <p:nvPr/>
        </p:nvSpPr>
        <p:spPr>
          <a:xfrm>
            <a:off x="657073" y="1558642"/>
            <a:ext cx="5004692" cy="72126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400"/>
              <a:t>suppose router in AS</a:t>
            </a:r>
            <a:r>
              <a:rPr lang="en-US" sz="2400">
                <a:latin typeface="Arial"/>
                <a:cs typeface="Arial"/>
              </a:rPr>
              <a:t>1</a:t>
            </a:r>
            <a:r>
              <a:rPr lang="en-US" sz="2400"/>
              <a:t> receives datagram destined inside of AS</a:t>
            </a:r>
            <a:r>
              <a:rPr lang="en-US" sz="2400">
                <a:latin typeface="Arial"/>
                <a:cs typeface="Arial"/>
              </a:rPr>
              <a:t>1</a:t>
            </a:r>
            <a:r>
              <a:rPr lang="en-US" sz="2400"/>
              <a:t>:</a:t>
            </a:r>
          </a:p>
          <a:p>
            <a:pPr lvl="1">
              <a:defRPr/>
            </a:pPr>
            <a:endParaRPr lang="en-US"/>
          </a:p>
        </p:txBody>
      </p:sp>
      <p:sp>
        <p:nvSpPr>
          <p:cNvPr id="2" name="Rectangle 1">
            <a:extLst>
              <a:ext uri="{FF2B5EF4-FFF2-40B4-BE49-F238E27FC236}">
                <a16:creationId xmlns:a16="http://schemas.microsoft.com/office/drawing/2014/main" id="{A7C7CFEE-647F-FD4B-8F1F-D357C9361183}"/>
              </a:ext>
            </a:extLst>
          </p:cNvPr>
          <p:cNvSpPr/>
          <p:nvPr/>
        </p:nvSpPr>
        <p:spPr>
          <a:xfrm>
            <a:off x="6108525" y="1488552"/>
            <a:ext cx="5490576" cy="2000548"/>
          </a:xfrm>
          <a:prstGeom prst="rect">
            <a:avLst/>
          </a:prstGeom>
        </p:spPr>
        <p:txBody>
          <a:bodyPr wrap="square">
            <a:spAutoFit/>
          </a:bodyPr>
          <a:lstStyle/>
          <a:p>
            <a:pPr marL="457200" indent="-457200">
              <a:buFont typeface="Wingdings" charset="0"/>
              <a:buNone/>
              <a:defRPr/>
            </a:pPr>
            <a:r>
              <a:rPr lang="en-US" sz="2800">
                <a:solidFill>
                  <a:srgbClr val="CC0000"/>
                </a:solidFill>
              </a:rPr>
              <a:t>AS</a:t>
            </a:r>
            <a:r>
              <a:rPr lang="en-US" sz="2800">
                <a:solidFill>
                  <a:srgbClr val="CC0000"/>
                </a:solidFill>
                <a:cs typeface="Arial"/>
              </a:rPr>
              <a:t>1</a:t>
            </a:r>
            <a:r>
              <a:rPr lang="en-US" sz="2800">
                <a:solidFill>
                  <a:srgbClr val="CC0000"/>
                </a:solidFill>
              </a:rPr>
              <a:t> intra-domain routing must:</a:t>
            </a:r>
          </a:p>
          <a:p>
            <a:pPr marL="457200" indent="-333375">
              <a:buFont typeface="ZapfDingbats" charset="0"/>
              <a:buAutoNum type="arabicPeriod"/>
              <a:defRPr/>
            </a:pPr>
            <a:r>
              <a:rPr lang="en-US" sz="2400"/>
              <a:t>learn which destinations reachable within AS1</a:t>
            </a:r>
          </a:p>
          <a:p>
            <a:pPr marL="457200" indent="-333375">
              <a:buFont typeface="ZapfDingbats" charset="0"/>
              <a:buAutoNum type="arabicPeriod"/>
              <a:defRPr/>
            </a:pPr>
            <a:r>
              <a:rPr lang="en-US" sz="2400"/>
              <a:t>What are the best routes, within AS1, to get to those destinations</a:t>
            </a:r>
            <a:endParaRPr lang="en-US" sz="2400">
              <a:cs typeface="Arial"/>
            </a:endParaRPr>
          </a:p>
        </p:txBody>
      </p:sp>
      <p:grpSp>
        <p:nvGrpSpPr>
          <p:cNvPr id="3" name="Group 2">
            <a:extLst>
              <a:ext uri="{FF2B5EF4-FFF2-40B4-BE49-F238E27FC236}">
                <a16:creationId xmlns:a16="http://schemas.microsoft.com/office/drawing/2014/main" id="{7AF74606-0A42-EC43-8837-07801EF753FD}"/>
              </a:ext>
            </a:extLst>
          </p:cNvPr>
          <p:cNvGrpSpPr/>
          <p:nvPr/>
        </p:nvGrpSpPr>
        <p:grpSpPr>
          <a:xfrm>
            <a:off x="2670048" y="5701792"/>
            <a:ext cx="763742" cy="443198"/>
            <a:chOff x="2670048" y="5701792"/>
            <a:chExt cx="763742" cy="443198"/>
          </a:xfrm>
        </p:grpSpPr>
        <p:sp>
          <p:nvSpPr>
            <p:cNvPr id="124" name="Right Arrow 123">
              <a:extLst>
                <a:ext uri="{FF2B5EF4-FFF2-40B4-BE49-F238E27FC236}">
                  <a16:creationId xmlns:a16="http://schemas.microsoft.com/office/drawing/2014/main" id="{28ACB7EC-F781-384A-AD08-E17B83DAE67A}"/>
                </a:ext>
              </a:extLst>
            </p:cNvPr>
            <p:cNvSpPr/>
            <p:nvPr/>
          </p:nvSpPr>
          <p:spPr>
            <a:xfrm rot="19174881">
              <a:off x="2896614" y="5786744"/>
              <a:ext cx="537176" cy="202520"/>
            </a:xfrm>
            <a:prstGeom prst="rightArrow">
              <a:avLst/>
            </a:prstGeom>
            <a:gradFill>
              <a:gsLst>
                <a:gs pos="0">
                  <a:schemeClr val="accent1">
                    <a:lumMod val="5000"/>
                    <a:lumOff val="95000"/>
                  </a:schemeClr>
                </a:gs>
                <a:gs pos="35000">
                  <a:schemeClr val="accent1">
                    <a:lumMod val="20000"/>
                    <a:lumOff val="80000"/>
                  </a:schemeClr>
                </a:gs>
                <a:gs pos="68000">
                  <a:schemeClr val="accent1">
                    <a:lumMod val="45000"/>
                    <a:lumOff val="55000"/>
                  </a:scheme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201">
              <a:extLst>
                <a:ext uri="{FF2B5EF4-FFF2-40B4-BE49-F238E27FC236}">
                  <a16:creationId xmlns:a16="http://schemas.microsoft.com/office/drawing/2014/main" id="{E20C8ADF-2589-C646-B6EA-D4B0EBC7A0E8}"/>
                </a:ext>
              </a:extLst>
            </p:cNvPr>
            <p:cNvGrpSpPr>
              <a:grpSpLocks/>
            </p:cNvGrpSpPr>
            <p:nvPr/>
          </p:nvGrpSpPr>
          <p:grpSpPr bwMode="auto">
            <a:xfrm>
              <a:off x="2670048" y="5701792"/>
              <a:ext cx="245122" cy="443198"/>
              <a:chOff x="375561" y="297711"/>
              <a:chExt cx="1252683" cy="2138362"/>
            </a:xfrm>
          </p:grpSpPr>
          <p:sp>
            <p:nvSpPr>
              <p:cNvPr id="121" name="Freeform 120">
                <a:extLst>
                  <a:ext uri="{FF2B5EF4-FFF2-40B4-BE49-F238E27FC236}">
                    <a16:creationId xmlns:a16="http://schemas.microsoft.com/office/drawing/2014/main" id="{7DDF526C-1102-2F48-8FE7-A7023586C9F7}"/>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2" name="Freeform 121">
                <a:extLst>
                  <a:ext uri="{FF2B5EF4-FFF2-40B4-BE49-F238E27FC236}">
                    <a16:creationId xmlns:a16="http://schemas.microsoft.com/office/drawing/2014/main" id="{D87569FE-AD98-464C-82C6-8AF331C6E022}"/>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 name="Rectangle 122">
                <a:extLst>
                  <a:ext uri="{FF2B5EF4-FFF2-40B4-BE49-F238E27FC236}">
                    <a16:creationId xmlns:a16="http://schemas.microsoft.com/office/drawing/2014/main" id="{1DD79E3A-D063-E04C-BF26-4BCE30BD1540}"/>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grpSp>
      </p:grpSp>
      <p:sp>
        <p:nvSpPr>
          <p:cNvPr id="126" name="Rectangle 3">
            <a:extLst>
              <a:ext uri="{FF2B5EF4-FFF2-40B4-BE49-F238E27FC236}">
                <a16:creationId xmlns:a16="http://schemas.microsoft.com/office/drawing/2014/main" id="{2805B67C-421E-F747-ADEA-BA4F2FA77522}"/>
              </a:ext>
            </a:extLst>
          </p:cNvPr>
          <p:cNvSpPr txBox="1">
            <a:spLocks noChangeArrowheads="1"/>
          </p:cNvSpPr>
          <p:nvPr/>
        </p:nvSpPr>
        <p:spPr>
          <a:xfrm>
            <a:off x="602209" y="2259682"/>
            <a:ext cx="5004692" cy="1998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defRPr/>
            </a:pPr>
            <a:r>
              <a:rPr lang="en-US"/>
              <a:t>i.e., the destination subnet is attached to one of AS1’s routers</a:t>
            </a:r>
          </a:p>
          <a:p>
            <a:pPr lvl="1">
              <a:defRPr/>
            </a:pPr>
            <a:endParaRPr lang="en-US"/>
          </a:p>
        </p:txBody>
      </p:sp>
      <p:pic>
        <p:nvPicPr>
          <p:cNvPr id="7" name="Picture 6" descr="A close up of a sign&#10;&#10;Description automatically generated">
            <a:extLst>
              <a:ext uri="{FF2B5EF4-FFF2-40B4-BE49-F238E27FC236}">
                <a16:creationId xmlns:a16="http://schemas.microsoft.com/office/drawing/2014/main" id="{0AD2C625-9B0A-A742-966B-89B7C34CA760}"/>
              </a:ext>
            </a:extLst>
          </p:cNvPr>
          <p:cNvPicPr>
            <a:picLocks noChangeAspect="1"/>
          </p:cNvPicPr>
          <p:nvPr/>
        </p:nvPicPr>
        <p:blipFill>
          <a:blip r:embed="rId2"/>
          <a:stretch>
            <a:fillRect/>
          </a:stretch>
        </p:blipFill>
        <p:spPr>
          <a:xfrm>
            <a:off x="3081528" y="5205984"/>
            <a:ext cx="847344" cy="847344"/>
          </a:xfrm>
          <a:prstGeom prst="rect">
            <a:avLst/>
          </a:prstGeom>
        </p:spPr>
      </p:pic>
    </p:spTree>
    <p:extLst>
      <p:ext uri="{BB962C8B-B14F-4D97-AF65-F5344CB8AC3E}">
        <p14:creationId xmlns:p14="http://schemas.microsoft.com/office/powerpoint/2010/main" val="275773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dissolve">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a:xfrm>
            <a:off x="838200" y="451821"/>
            <a:ext cx="10873636" cy="894622"/>
          </a:xfrm>
        </p:spPr>
        <p:txBody>
          <a:bodyPr>
            <a:noAutofit/>
          </a:bodyPr>
          <a:lstStyle/>
          <a:p>
            <a:r>
              <a:rPr lang="en-US" sz="4000" b="0" kern="0">
                <a:solidFill>
                  <a:srgbClr val="000099"/>
                </a:solidFill>
                <a:latin typeface="+mn-lt"/>
                <a:ea typeface="ＭＳ Ｐゴシック" charset="0"/>
              </a:rPr>
              <a:t>Inter-AS routing’s role in an AS’s data forwarding </a:t>
            </a:r>
            <a:endParaRPr lang="en-US" sz="4000">
              <a:latin typeface="+mn-lt"/>
            </a:endParaRPr>
          </a:p>
        </p:txBody>
      </p:sp>
      <p:sp>
        <p:nvSpPr>
          <p:cNvPr id="133" name="Freeform 3">
            <a:extLst>
              <a:ext uri="{FF2B5EF4-FFF2-40B4-BE49-F238E27FC236}">
                <a16:creationId xmlns:a16="http://schemas.microsoft.com/office/drawing/2014/main" id="{E9C365D2-5973-C342-80CF-5D128AC2921C}"/>
              </a:ext>
            </a:extLst>
          </p:cNvPr>
          <p:cNvSpPr>
            <a:spLocks/>
          </p:cNvSpPr>
          <p:nvPr/>
        </p:nvSpPr>
        <p:spPr bwMode="auto">
          <a:xfrm>
            <a:off x="5446783" y="4100650"/>
            <a:ext cx="2351995" cy="1511508"/>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4" name="Freeform 4">
            <a:extLst>
              <a:ext uri="{FF2B5EF4-FFF2-40B4-BE49-F238E27FC236}">
                <a16:creationId xmlns:a16="http://schemas.microsoft.com/office/drawing/2014/main" id="{4090092D-F797-484C-B1D2-AD83E59BF3EE}"/>
              </a:ext>
            </a:extLst>
          </p:cNvPr>
          <p:cNvSpPr>
            <a:spLocks/>
          </p:cNvSpPr>
          <p:nvPr/>
        </p:nvSpPr>
        <p:spPr bwMode="auto">
          <a:xfrm>
            <a:off x="1620228" y="3847012"/>
            <a:ext cx="1832250" cy="1498236"/>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5" name="Freeform 5">
            <a:extLst>
              <a:ext uri="{FF2B5EF4-FFF2-40B4-BE49-F238E27FC236}">
                <a16:creationId xmlns:a16="http://schemas.microsoft.com/office/drawing/2014/main" id="{D3A2AF50-CEA9-924C-8C29-0549AF5748DF}"/>
              </a:ext>
            </a:extLst>
          </p:cNvPr>
          <p:cNvSpPr>
            <a:spLocks/>
          </p:cNvSpPr>
          <p:nvPr/>
        </p:nvSpPr>
        <p:spPr bwMode="auto">
          <a:xfrm>
            <a:off x="2802795" y="4927925"/>
            <a:ext cx="2930139" cy="1167917"/>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6" name="Oval 6">
            <a:extLst>
              <a:ext uri="{FF2B5EF4-FFF2-40B4-BE49-F238E27FC236}">
                <a16:creationId xmlns:a16="http://schemas.microsoft.com/office/drawing/2014/main" id="{D886B232-293A-5347-8A9F-D005603A3D64}"/>
              </a:ext>
            </a:extLst>
          </p:cNvPr>
          <p:cNvSpPr>
            <a:spLocks noChangeArrowheads="1"/>
          </p:cNvSpPr>
          <p:nvPr/>
        </p:nvSpPr>
        <p:spPr bwMode="auto">
          <a:xfrm>
            <a:off x="2001278" y="492645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7" name="Line 7">
            <a:extLst>
              <a:ext uri="{FF2B5EF4-FFF2-40B4-BE49-F238E27FC236}">
                <a16:creationId xmlns:a16="http://schemas.microsoft.com/office/drawing/2014/main" id="{48D605CF-ABE3-1B4F-A232-D527090F964F}"/>
              </a:ext>
            </a:extLst>
          </p:cNvPr>
          <p:cNvSpPr>
            <a:spLocks noChangeShapeType="1"/>
          </p:cNvSpPr>
          <p:nvPr/>
        </p:nvSpPr>
        <p:spPr bwMode="auto">
          <a:xfrm>
            <a:off x="2001278"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8" name="Line 8">
            <a:extLst>
              <a:ext uri="{FF2B5EF4-FFF2-40B4-BE49-F238E27FC236}">
                <a16:creationId xmlns:a16="http://schemas.microsoft.com/office/drawing/2014/main" id="{6E612E8D-CA6C-F94A-8F5F-7BEED5AE7E82}"/>
              </a:ext>
            </a:extLst>
          </p:cNvPr>
          <p:cNvSpPr>
            <a:spLocks noChangeShapeType="1"/>
          </p:cNvSpPr>
          <p:nvPr/>
        </p:nvSpPr>
        <p:spPr bwMode="auto">
          <a:xfrm>
            <a:off x="2458245" y="4916128"/>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39" name="Rectangle 9">
            <a:extLst>
              <a:ext uri="{FF2B5EF4-FFF2-40B4-BE49-F238E27FC236}">
                <a16:creationId xmlns:a16="http://schemas.microsoft.com/office/drawing/2014/main" id="{0E2B504C-B9E0-FC47-9368-53C623397F64}"/>
              </a:ext>
            </a:extLst>
          </p:cNvPr>
          <p:cNvSpPr>
            <a:spLocks noChangeArrowheads="1"/>
          </p:cNvSpPr>
          <p:nvPr/>
        </p:nvSpPr>
        <p:spPr bwMode="auto">
          <a:xfrm>
            <a:off x="2001278" y="4916128"/>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0" name="Oval 10">
            <a:extLst>
              <a:ext uri="{FF2B5EF4-FFF2-40B4-BE49-F238E27FC236}">
                <a16:creationId xmlns:a16="http://schemas.microsoft.com/office/drawing/2014/main" id="{9EFBE396-B625-0344-8E23-5BBAD57A09A7}"/>
              </a:ext>
            </a:extLst>
          </p:cNvPr>
          <p:cNvSpPr>
            <a:spLocks noChangeArrowheads="1"/>
          </p:cNvSpPr>
          <p:nvPr/>
        </p:nvSpPr>
        <p:spPr bwMode="auto">
          <a:xfrm>
            <a:off x="1996898" y="4829124"/>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1" name="Rectangle 11">
            <a:extLst>
              <a:ext uri="{FF2B5EF4-FFF2-40B4-BE49-F238E27FC236}">
                <a16:creationId xmlns:a16="http://schemas.microsoft.com/office/drawing/2014/main" id="{F0DBD69C-A5DB-DC4A-AE43-093463BEFD9F}"/>
              </a:ext>
            </a:extLst>
          </p:cNvPr>
          <p:cNvSpPr>
            <a:spLocks noChangeArrowheads="1"/>
          </p:cNvSpPr>
          <p:nvPr/>
        </p:nvSpPr>
        <p:spPr bwMode="auto">
          <a:xfrm>
            <a:off x="2123914" y="4848294"/>
            <a:ext cx="205854" cy="18285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2" name="Text Box 12">
            <a:extLst>
              <a:ext uri="{FF2B5EF4-FFF2-40B4-BE49-F238E27FC236}">
                <a16:creationId xmlns:a16="http://schemas.microsoft.com/office/drawing/2014/main" id="{9C707F26-D218-B941-ACA7-2537E8CEE743}"/>
              </a:ext>
            </a:extLst>
          </p:cNvPr>
          <p:cNvSpPr txBox="1">
            <a:spLocks noChangeArrowheads="1"/>
          </p:cNvSpPr>
          <p:nvPr/>
        </p:nvSpPr>
        <p:spPr bwMode="auto">
          <a:xfrm>
            <a:off x="1998358" y="4752442"/>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3" name="Oval 13">
            <a:extLst>
              <a:ext uri="{FF2B5EF4-FFF2-40B4-BE49-F238E27FC236}">
                <a16:creationId xmlns:a16="http://schemas.microsoft.com/office/drawing/2014/main" id="{F5CAF371-FE17-244E-B591-ECED8083E85E}"/>
              </a:ext>
            </a:extLst>
          </p:cNvPr>
          <p:cNvSpPr>
            <a:spLocks noChangeArrowheads="1"/>
          </p:cNvSpPr>
          <p:nvPr/>
        </p:nvSpPr>
        <p:spPr bwMode="auto">
          <a:xfrm>
            <a:off x="3779509" y="5820083"/>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4" name="Line 14">
            <a:extLst>
              <a:ext uri="{FF2B5EF4-FFF2-40B4-BE49-F238E27FC236}">
                <a16:creationId xmlns:a16="http://schemas.microsoft.com/office/drawing/2014/main" id="{21854A4C-DB2D-E340-B5A9-97C52C8C104F}"/>
              </a:ext>
            </a:extLst>
          </p:cNvPr>
          <p:cNvSpPr>
            <a:spLocks noChangeShapeType="1"/>
          </p:cNvSpPr>
          <p:nvPr/>
        </p:nvSpPr>
        <p:spPr bwMode="auto">
          <a:xfrm>
            <a:off x="3779509"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5" name="Line 15">
            <a:extLst>
              <a:ext uri="{FF2B5EF4-FFF2-40B4-BE49-F238E27FC236}">
                <a16:creationId xmlns:a16="http://schemas.microsoft.com/office/drawing/2014/main" id="{E1CB0695-60DD-C243-A589-4B84D9A97D8C}"/>
              </a:ext>
            </a:extLst>
          </p:cNvPr>
          <p:cNvSpPr>
            <a:spLocks noChangeShapeType="1"/>
          </p:cNvSpPr>
          <p:nvPr/>
        </p:nvSpPr>
        <p:spPr bwMode="auto">
          <a:xfrm>
            <a:off x="4236476" y="58097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6" name="Rectangle 16">
            <a:extLst>
              <a:ext uri="{FF2B5EF4-FFF2-40B4-BE49-F238E27FC236}">
                <a16:creationId xmlns:a16="http://schemas.microsoft.com/office/drawing/2014/main" id="{5BD440AE-D73F-7F45-9AA6-838A5A161111}"/>
              </a:ext>
            </a:extLst>
          </p:cNvPr>
          <p:cNvSpPr>
            <a:spLocks noChangeArrowheads="1"/>
          </p:cNvSpPr>
          <p:nvPr/>
        </p:nvSpPr>
        <p:spPr bwMode="auto">
          <a:xfrm>
            <a:off x="3779509" y="5809761"/>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7" name="Oval 17">
            <a:extLst>
              <a:ext uri="{FF2B5EF4-FFF2-40B4-BE49-F238E27FC236}">
                <a16:creationId xmlns:a16="http://schemas.microsoft.com/office/drawing/2014/main" id="{E5795699-8636-AB42-9278-8D9E1A42842D}"/>
              </a:ext>
            </a:extLst>
          </p:cNvPr>
          <p:cNvSpPr>
            <a:spLocks noChangeArrowheads="1"/>
          </p:cNvSpPr>
          <p:nvPr/>
        </p:nvSpPr>
        <p:spPr bwMode="auto">
          <a:xfrm>
            <a:off x="3775129" y="5722757"/>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48" name="Group 18">
            <a:extLst>
              <a:ext uri="{FF2B5EF4-FFF2-40B4-BE49-F238E27FC236}">
                <a16:creationId xmlns:a16="http://schemas.microsoft.com/office/drawing/2014/main" id="{6B8409BD-7477-6747-91EB-78CFC8F8BA47}"/>
              </a:ext>
            </a:extLst>
          </p:cNvPr>
          <p:cNvGrpSpPr>
            <a:grpSpLocks/>
          </p:cNvGrpSpPr>
          <p:nvPr/>
        </p:nvGrpSpPr>
        <p:grpSpPr bwMode="auto">
          <a:xfrm>
            <a:off x="3778049" y="5637228"/>
            <a:ext cx="468647" cy="396679"/>
            <a:chOff x="2897" y="2425"/>
            <a:chExt cx="323" cy="269"/>
          </a:xfrm>
        </p:grpSpPr>
        <p:sp>
          <p:nvSpPr>
            <p:cNvPr id="251" name="Rectangle 19">
              <a:extLst>
                <a:ext uri="{FF2B5EF4-FFF2-40B4-BE49-F238E27FC236}">
                  <a16:creationId xmlns:a16="http://schemas.microsoft.com/office/drawing/2014/main" id="{7D7609E8-756E-1B41-AE93-5463D8AF72AE}"/>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2" name="Text Box 20">
              <a:extLst>
                <a:ext uri="{FF2B5EF4-FFF2-40B4-BE49-F238E27FC236}">
                  <a16:creationId xmlns:a16="http://schemas.microsoft.com/office/drawing/2014/main" id="{7B4233D3-81BD-B448-80FE-0C01096615A5}"/>
                </a:ext>
              </a:extLst>
            </p:cNvPr>
            <p:cNvSpPr txBox="1">
              <a:spLocks noChangeArrowheads="1"/>
            </p:cNvSpPr>
            <p:nvPr/>
          </p:nvSpPr>
          <p:spPr bwMode="auto">
            <a:xfrm>
              <a:off x="2897" y="2425"/>
              <a:ext cx="323"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1d</a:t>
              </a:r>
            </a:p>
          </p:txBody>
        </p:sp>
      </p:grpSp>
      <p:sp>
        <p:nvSpPr>
          <p:cNvPr id="149" name="Oval 21">
            <a:extLst>
              <a:ext uri="{FF2B5EF4-FFF2-40B4-BE49-F238E27FC236}">
                <a16:creationId xmlns:a16="http://schemas.microsoft.com/office/drawing/2014/main" id="{7AA5B5C8-99AF-D744-91DD-4758CEDCAEAA}"/>
              </a:ext>
            </a:extLst>
          </p:cNvPr>
          <p:cNvSpPr>
            <a:spLocks noChangeArrowheads="1"/>
          </p:cNvSpPr>
          <p:nvPr/>
        </p:nvSpPr>
        <p:spPr bwMode="auto">
          <a:xfrm>
            <a:off x="2820315" y="4731797"/>
            <a:ext cx="456967" cy="1223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0" name="Line 22">
            <a:extLst>
              <a:ext uri="{FF2B5EF4-FFF2-40B4-BE49-F238E27FC236}">
                <a16:creationId xmlns:a16="http://schemas.microsoft.com/office/drawing/2014/main" id="{3F1A6000-25C3-6A47-897A-6B2052E82150}"/>
              </a:ext>
            </a:extLst>
          </p:cNvPr>
          <p:cNvSpPr>
            <a:spLocks noChangeShapeType="1"/>
          </p:cNvSpPr>
          <p:nvPr/>
        </p:nvSpPr>
        <p:spPr bwMode="auto">
          <a:xfrm>
            <a:off x="2820315"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1" name="Line 23">
            <a:extLst>
              <a:ext uri="{FF2B5EF4-FFF2-40B4-BE49-F238E27FC236}">
                <a16:creationId xmlns:a16="http://schemas.microsoft.com/office/drawing/2014/main" id="{2C6C2593-75EB-9041-B98E-049BD334D460}"/>
              </a:ext>
            </a:extLst>
          </p:cNvPr>
          <p:cNvSpPr>
            <a:spLocks noChangeShapeType="1"/>
          </p:cNvSpPr>
          <p:nvPr/>
        </p:nvSpPr>
        <p:spPr bwMode="auto">
          <a:xfrm>
            <a:off x="3277282" y="47214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2" name="Rectangle 24">
            <a:extLst>
              <a:ext uri="{FF2B5EF4-FFF2-40B4-BE49-F238E27FC236}">
                <a16:creationId xmlns:a16="http://schemas.microsoft.com/office/drawing/2014/main" id="{503F2144-C006-BA4A-A54C-154D6C9ABA2E}"/>
              </a:ext>
            </a:extLst>
          </p:cNvPr>
          <p:cNvSpPr>
            <a:spLocks noChangeArrowheads="1"/>
          </p:cNvSpPr>
          <p:nvPr/>
        </p:nvSpPr>
        <p:spPr bwMode="auto">
          <a:xfrm>
            <a:off x="2820315" y="4721475"/>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3" name="Oval 25">
            <a:extLst>
              <a:ext uri="{FF2B5EF4-FFF2-40B4-BE49-F238E27FC236}">
                <a16:creationId xmlns:a16="http://schemas.microsoft.com/office/drawing/2014/main" id="{D492E009-7760-4343-874C-AD3B41835873}"/>
              </a:ext>
            </a:extLst>
          </p:cNvPr>
          <p:cNvSpPr>
            <a:spLocks noChangeArrowheads="1"/>
          </p:cNvSpPr>
          <p:nvPr/>
        </p:nvSpPr>
        <p:spPr bwMode="auto">
          <a:xfrm>
            <a:off x="2815935" y="4634471"/>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4" name="Rectangle 26">
            <a:extLst>
              <a:ext uri="{FF2B5EF4-FFF2-40B4-BE49-F238E27FC236}">
                <a16:creationId xmlns:a16="http://schemas.microsoft.com/office/drawing/2014/main" id="{F8BDB031-7C07-264D-B086-6DC72DC78BDE}"/>
              </a:ext>
            </a:extLst>
          </p:cNvPr>
          <p:cNvSpPr>
            <a:spLocks noChangeArrowheads="1"/>
          </p:cNvSpPr>
          <p:nvPr/>
        </p:nvSpPr>
        <p:spPr bwMode="auto">
          <a:xfrm>
            <a:off x="2942952" y="4653641"/>
            <a:ext cx="207314" cy="16221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5" name="Text Box 27">
            <a:extLst>
              <a:ext uri="{FF2B5EF4-FFF2-40B4-BE49-F238E27FC236}">
                <a16:creationId xmlns:a16="http://schemas.microsoft.com/office/drawing/2014/main" id="{B087AFAB-7C65-874C-8F8F-3012C906099F}"/>
              </a:ext>
            </a:extLst>
          </p:cNvPr>
          <p:cNvSpPr txBox="1">
            <a:spLocks noChangeArrowheads="1"/>
          </p:cNvSpPr>
          <p:nvPr/>
        </p:nvSpPr>
        <p:spPr bwMode="auto">
          <a:xfrm>
            <a:off x="2818855" y="4556315"/>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6" name="Oval 28">
            <a:extLst>
              <a:ext uri="{FF2B5EF4-FFF2-40B4-BE49-F238E27FC236}">
                <a16:creationId xmlns:a16="http://schemas.microsoft.com/office/drawing/2014/main" id="{87CEC350-ADF1-E24F-A235-1A9B645EFA00}"/>
              </a:ext>
            </a:extLst>
          </p:cNvPr>
          <p:cNvSpPr>
            <a:spLocks noChangeArrowheads="1"/>
          </p:cNvSpPr>
          <p:nvPr/>
        </p:nvSpPr>
        <p:spPr bwMode="auto">
          <a:xfrm>
            <a:off x="3726950" y="5236125"/>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7" name="Line 29">
            <a:extLst>
              <a:ext uri="{FF2B5EF4-FFF2-40B4-BE49-F238E27FC236}">
                <a16:creationId xmlns:a16="http://schemas.microsoft.com/office/drawing/2014/main" id="{5782FBF4-093E-9947-AAA6-533CA371CD3F}"/>
              </a:ext>
            </a:extLst>
          </p:cNvPr>
          <p:cNvSpPr>
            <a:spLocks noChangeShapeType="1"/>
          </p:cNvSpPr>
          <p:nvPr/>
        </p:nvSpPr>
        <p:spPr bwMode="auto">
          <a:xfrm>
            <a:off x="3726950"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8" name="Line 30">
            <a:extLst>
              <a:ext uri="{FF2B5EF4-FFF2-40B4-BE49-F238E27FC236}">
                <a16:creationId xmlns:a16="http://schemas.microsoft.com/office/drawing/2014/main" id="{FA0971A2-9137-1943-A6F3-BD3716BCCBB6}"/>
              </a:ext>
            </a:extLst>
          </p:cNvPr>
          <p:cNvSpPr>
            <a:spLocks noChangeShapeType="1"/>
          </p:cNvSpPr>
          <p:nvPr/>
        </p:nvSpPr>
        <p:spPr bwMode="auto">
          <a:xfrm>
            <a:off x="4183917" y="5227277"/>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9" name="Rectangle 31">
            <a:extLst>
              <a:ext uri="{FF2B5EF4-FFF2-40B4-BE49-F238E27FC236}">
                <a16:creationId xmlns:a16="http://schemas.microsoft.com/office/drawing/2014/main" id="{FBE8FDDA-4B2E-BE4C-95BF-585222778ECA}"/>
              </a:ext>
            </a:extLst>
          </p:cNvPr>
          <p:cNvSpPr>
            <a:spLocks noChangeArrowheads="1"/>
          </p:cNvSpPr>
          <p:nvPr/>
        </p:nvSpPr>
        <p:spPr bwMode="auto">
          <a:xfrm>
            <a:off x="3726950" y="5227277"/>
            <a:ext cx="452588" cy="70783"/>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0" name="Oval 32">
            <a:extLst>
              <a:ext uri="{FF2B5EF4-FFF2-40B4-BE49-F238E27FC236}">
                <a16:creationId xmlns:a16="http://schemas.microsoft.com/office/drawing/2014/main" id="{6DE39B5B-BD23-3044-9274-CFE1A3DFE64E}"/>
              </a:ext>
            </a:extLst>
          </p:cNvPr>
          <p:cNvSpPr>
            <a:spLocks noChangeArrowheads="1"/>
          </p:cNvSpPr>
          <p:nvPr/>
        </p:nvSpPr>
        <p:spPr bwMode="auto">
          <a:xfrm>
            <a:off x="3722570" y="5138799"/>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61" name="Group 33">
            <a:extLst>
              <a:ext uri="{FF2B5EF4-FFF2-40B4-BE49-F238E27FC236}">
                <a16:creationId xmlns:a16="http://schemas.microsoft.com/office/drawing/2014/main" id="{D6CD68FD-658B-EA4A-AFA2-F4EE9AE43DCA}"/>
              </a:ext>
            </a:extLst>
          </p:cNvPr>
          <p:cNvGrpSpPr>
            <a:grpSpLocks/>
          </p:cNvGrpSpPr>
          <p:nvPr/>
        </p:nvGrpSpPr>
        <p:grpSpPr bwMode="auto">
          <a:xfrm>
            <a:off x="3729870" y="5053269"/>
            <a:ext cx="452588" cy="398153"/>
            <a:chOff x="2899" y="2425"/>
            <a:chExt cx="319" cy="270"/>
          </a:xfrm>
        </p:grpSpPr>
        <p:sp>
          <p:nvSpPr>
            <p:cNvPr id="249" name="Rectangle 34">
              <a:extLst>
                <a:ext uri="{FF2B5EF4-FFF2-40B4-BE49-F238E27FC236}">
                  <a16:creationId xmlns:a16="http://schemas.microsoft.com/office/drawing/2014/main" id="{C85F8938-221C-6441-94A5-77506E21CEF5}"/>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0" name="Text Box 35">
              <a:extLst>
                <a:ext uri="{FF2B5EF4-FFF2-40B4-BE49-F238E27FC236}">
                  <a16:creationId xmlns:a16="http://schemas.microsoft.com/office/drawing/2014/main" id="{430475AC-A5D0-EF4C-9180-A3E96828AD84}"/>
                </a:ext>
              </a:extLst>
            </p:cNvPr>
            <p:cNvSpPr txBox="1">
              <a:spLocks noChangeArrowheads="1"/>
            </p:cNvSpPr>
            <p:nvPr/>
          </p:nvSpPr>
          <p:spPr bwMode="auto">
            <a:xfrm>
              <a:off x="2899" y="2425"/>
              <a:ext cx="319" cy="2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1c</a:t>
              </a:r>
            </a:p>
          </p:txBody>
        </p:sp>
      </p:grpSp>
      <p:sp>
        <p:nvSpPr>
          <p:cNvPr id="162" name="Line 36">
            <a:extLst>
              <a:ext uri="{FF2B5EF4-FFF2-40B4-BE49-F238E27FC236}">
                <a16:creationId xmlns:a16="http://schemas.microsoft.com/office/drawing/2014/main" id="{AF16B8FF-7450-3B46-865A-EC0F92A90E8F}"/>
              </a:ext>
            </a:extLst>
          </p:cNvPr>
          <p:cNvSpPr>
            <a:spLocks noChangeShapeType="1"/>
          </p:cNvSpPr>
          <p:nvPr/>
        </p:nvSpPr>
        <p:spPr bwMode="auto">
          <a:xfrm>
            <a:off x="6347578" y="4971418"/>
            <a:ext cx="449668" cy="14451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3" name="Line 37">
            <a:extLst>
              <a:ext uri="{FF2B5EF4-FFF2-40B4-BE49-F238E27FC236}">
                <a16:creationId xmlns:a16="http://schemas.microsoft.com/office/drawing/2014/main" id="{B705DAC1-A436-FC47-B3A5-64086AE0207E}"/>
              </a:ext>
            </a:extLst>
          </p:cNvPr>
          <p:cNvSpPr>
            <a:spLocks noChangeShapeType="1"/>
          </p:cNvSpPr>
          <p:nvPr/>
        </p:nvSpPr>
        <p:spPr bwMode="auto">
          <a:xfrm>
            <a:off x="6820605" y="4846819"/>
            <a:ext cx="132856" cy="171058"/>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4" name="Line 38">
            <a:extLst>
              <a:ext uri="{FF2B5EF4-FFF2-40B4-BE49-F238E27FC236}">
                <a16:creationId xmlns:a16="http://schemas.microsoft.com/office/drawing/2014/main" id="{B646BCF5-2213-9142-8477-66C7DFEE38E7}"/>
              </a:ext>
            </a:extLst>
          </p:cNvPr>
          <p:cNvSpPr>
            <a:spLocks noChangeShapeType="1"/>
          </p:cNvSpPr>
          <p:nvPr/>
        </p:nvSpPr>
        <p:spPr bwMode="auto">
          <a:xfrm flipV="1">
            <a:off x="6248301" y="4781935"/>
            <a:ext cx="166435" cy="112073"/>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5" name="Freeform 39">
            <a:extLst>
              <a:ext uri="{FF2B5EF4-FFF2-40B4-BE49-F238E27FC236}">
                <a16:creationId xmlns:a16="http://schemas.microsoft.com/office/drawing/2014/main" id="{1A359E4A-1EBE-234F-9DE9-E4FB43E18A2D}"/>
              </a:ext>
            </a:extLst>
          </p:cNvPr>
          <p:cNvSpPr>
            <a:spLocks/>
          </p:cNvSpPr>
          <p:nvPr/>
        </p:nvSpPr>
        <p:spPr bwMode="auto">
          <a:xfrm>
            <a:off x="4233556" y="5716858"/>
            <a:ext cx="385429" cy="120921"/>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6" name="Freeform 40">
            <a:extLst>
              <a:ext uri="{FF2B5EF4-FFF2-40B4-BE49-F238E27FC236}">
                <a16:creationId xmlns:a16="http://schemas.microsoft.com/office/drawing/2014/main" id="{097126F1-D995-444D-8642-03F5F5E0DBAA}"/>
              </a:ext>
            </a:extLst>
          </p:cNvPr>
          <p:cNvSpPr>
            <a:spLocks/>
          </p:cNvSpPr>
          <p:nvPr/>
        </p:nvSpPr>
        <p:spPr bwMode="auto">
          <a:xfrm>
            <a:off x="3561975" y="5663771"/>
            <a:ext cx="221914" cy="17400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7" name="Freeform 41">
            <a:extLst>
              <a:ext uri="{FF2B5EF4-FFF2-40B4-BE49-F238E27FC236}">
                <a16:creationId xmlns:a16="http://schemas.microsoft.com/office/drawing/2014/main" id="{8FA74CA7-BEE7-3E46-BAFF-EC2177B4B95C}"/>
              </a:ext>
            </a:extLst>
          </p:cNvPr>
          <p:cNvSpPr>
            <a:spLocks/>
          </p:cNvSpPr>
          <p:nvPr/>
        </p:nvSpPr>
        <p:spPr bwMode="auto">
          <a:xfrm>
            <a:off x="3743010" y="5560546"/>
            <a:ext cx="823417" cy="120921"/>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8" name="Freeform 42">
            <a:extLst>
              <a:ext uri="{FF2B5EF4-FFF2-40B4-BE49-F238E27FC236}">
                <a16:creationId xmlns:a16="http://schemas.microsoft.com/office/drawing/2014/main" id="{A5B0DFEC-B8A9-C34F-94A0-A4E2936DD8A8}"/>
              </a:ext>
            </a:extLst>
          </p:cNvPr>
          <p:cNvSpPr>
            <a:spLocks/>
          </p:cNvSpPr>
          <p:nvPr/>
        </p:nvSpPr>
        <p:spPr bwMode="auto">
          <a:xfrm>
            <a:off x="3652492" y="5321654"/>
            <a:ext cx="110957" cy="138616"/>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9" name="Freeform 43">
            <a:extLst>
              <a:ext uri="{FF2B5EF4-FFF2-40B4-BE49-F238E27FC236}">
                <a16:creationId xmlns:a16="http://schemas.microsoft.com/office/drawing/2014/main" id="{698BCEC3-16FB-314C-831F-6D55ED13B108}"/>
              </a:ext>
            </a:extLst>
          </p:cNvPr>
          <p:cNvSpPr>
            <a:spLocks/>
          </p:cNvSpPr>
          <p:nvPr/>
        </p:nvSpPr>
        <p:spPr bwMode="auto">
          <a:xfrm>
            <a:off x="2446565" y="4767189"/>
            <a:ext cx="367910" cy="168109"/>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0" name="Freeform 44">
            <a:extLst>
              <a:ext uri="{FF2B5EF4-FFF2-40B4-BE49-F238E27FC236}">
                <a16:creationId xmlns:a16="http://schemas.microsoft.com/office/drawing/2014/main" id="{8CB7EA9B-46A2-DA43-BD84-E5E548E767A3}"/>
              </a:ext>
            </a:extLst>
          </p:cNvPr>
          <p:cNvSpPr>
            <a:spLocks/>
          </p:cNvSpPr>
          <p:nvPr/>
        </p:nvSpPr>
        <p:spPr bwMode="auto">
          <a:xfrm>
            <a:off x="3083108" y="4855667"/>
            <a:ext cx="648222" cy="3804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1" name="Freeform 45">
            <a:extLst>
              <a:ext uri="{FF2B5EF4-FFF2-40B4-BE49-F238E27FC236}">
                <a16:creationId xmlns:a16="http://schemas.microsoft.com/office/drawing/2014/main" id="{7D4FB268-A169-0F4B-9C84-1ACD0524121A}"/>
              </a:ext>
            </a:extLst>
          </p:cNvPr>
          <p:cNvSpPr>
            <a:spLocks/>
          </p:cNvSpPr>
          <p:nvPr/>
        </p:nvSpPr>
        <p:spPr bwMode="auto">
          <a:xfrm>
            <a:off x="5016095" y="5029675"/>
            <a:ext cx="954814" cy="61935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2" name="Oval 46">
            <a:extLst>
              <a:ext uri="{FF2B5EF4-FFF2-40B4-BE49-F238E27FC236}">
                <a16:creationId xmlns:a16="http://schemas.microsoft.com/office/drawing/2014/main" id="{77EAE8E4-EF1C-944D-B5DF-947BBACAF6BC}"/>
              </a:ext>
            </a:extLst>
          </p:cNvPr>
          <p:cNvSpPr>
            <a:spLocks noChangeArrowheads="1"/>
          </p:cNvSpPr>
          <p:nvPr/>
        </p:nvSpPr>
        <p:spPr bwMode="auto">
          <a:xfrm>
            <a:off x="5890611" y="4936773"/>
            <a:ext cx="456967" cy="12092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3" name="Line 47">
            <a:extLst>
              <a:ext uri="{FF2B5EF4-FFF2-40B4-BE49-F238E27FC236}">
                <a16:creationId xmlns:a16="http://schemas.microsoft.com/office/drawing/2014/main" id="{7605033D-73A1-924E-99FE-EDD6125246F5}"/>
              </a:ext>
            </a:extLst>
          </p:cNvPr>
          <p:cNvSpPr>
            <a:spLocks noChangeShapeType="1"/>
          </p:cNvSpPr>
          <p:nvPr/>
        </p:nvSpPr>
        <p:spPr bwMode="auto">
          <a:xfrm>
            <a:off x="5890611"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4" name="Line 48">
            <a:extLst>
              <a:ext uri="{FF2B5EF4-FFF2-40B4-BE49-F238E27FC236}">
                <a16:creationId xmlns:a16="http://schemas.microsoft.com/office/drawing/2014/main" id="{DBC0B4AB-D0E3-C74F-9785-E25E20C244C4}"/>
              </a:ext>
            </a:extLst>
          </p:cNvPr>
          <p:cNvSpPr>
            <a:spLocks noChangeShapeType="1"/>
          </p:cNvSpPr>
          <p:nvPr/>
        </p:nvSpPr>
        <p:spPr bwMode="auto">
          <a:xfrm>
            <a:off x="6347578" y="4924975"/>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5" name="Rectangle 49">
            <a:extLst>
              <a:ext uri="{FF2B5EF4-FFF2-40B4-BE49-F238E27FC236}">
                <a16:creationId xmlns:a16="http://schemas.microsoft.com/office/drawing/2014/main" id="{592A5C53-BD83-384A-9C2D-08CEEB785BC8}"/>
              </a:ext>
            </a:extLst>
          </p:cNvPr>
          <p:cNvSpPr>
            <a:spLocks noChangeArrowheads="1"/>
          </p:cNvSpPr>
          <p:nvPr/>
        </p:nvSpPr>
        <p:spPr bwMode="auto">
          <a:xfrm>
            <a:off x="5890611" y="4924975"/>
            <a:ext cx="452588" cy="737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6" name="Oval 50">
            <a:extLst>
              <a:ext uri="{FF2B5EF4-FFF2-40B4-BE49-F238E27FC236}">
                <a16:creationId xmlns:a16="http://schemas.microsoft.com/office/drawing/2014/main" id="{5D02A58E-4F5A-EC40-B29A-0D5700D169BA}"/>
              </a:ext>
            </a:extLst>
          </p:cNvPr>
          <p:cNvSpPr>
            <a:spLocks noChangeArrowheads="1"/>
          </p:cNvSpPr>
          <p:nvPr/>
        </p:nvSpPr>
        <p:spPr bwMode="auto">
          <a:xfrm>
            <a:off x="5886231" y="4837972"/>
            <a:ext cx="456967" cy="14009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7" name="Rectangle 51">
            <a:extLst>
              <a:ext uri="{FF2B5EF4-FFF2-40B4-BE49-F238E27FC236}">
                <a16:creationId xmlns:a16="http://schemas.microsoft.com/office/drawing/2014/main" id="{A8B4ED51-5EBD-7A42-A070-7C85A13AFB2E}"/>
              </a:ext>
            </a:extLst>
          </p:cNvPr>
          <p:cNvSpPr>
            <a:spLocks noChangeArrowheads="1"/>
          </p:cNvSpPr>
          <p:nvPr/>
        </p:nvSpPr>
        <p:spPr bwMode="auto">
          <a:xfrm>
            <a:off x="6013247" y="4857142"/>
            <a:ext cx="205854" cy="17990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8" name="Text Box 52">
            <a:extLst>
              <a:ext uri="{FF2B5EF4-FFF2-40B4-BE49-F238E27FC236}">
                <a16:creationId xmlns:a16="http://schemas.microsoft.com/office/drawing/2014/main" id="{6864AE40-C653-554F-B5F5-7FCE890517DF}"/>
              </a:ext>
            </a:extLst>
          </p:cNvPr>
          <p:cNvSpPr txBox="1">
            <a:spLocks noChangeArrowheads="1"/>
          </p:cNvSpPr>
          <p:nvPr/>
        </p:nvSpPr>
        <p:spPr bwMode="auto">
          <a:xfrm>
            <a:off x="5887691" y="4761290"/>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9" name="Text Box 53">
            <a:extLst>
              <a:ext uri="{FF2B5EF4-FFF2-40B4-BE49-F238E27FC236}">
                <a16:creationId xmlns:a16="http://schemas.microsoft.com/office/drawing/2014/main" id="{9674ED05-1E44-A445-B61A-D179B03704BB}"/>
              </a:ext>
            </a:extLst>
          </p:cNvPr>
          <p:cNvSpPr txBox="1">
            <a:spLocks noChangeArrowheads="1"/>
          </p:cNvSpPr>
          <p:nvPr/>
        </p:nvSpPr>
        <p:spPr bwMode="auto">
          <a:xfrm>
            <a:off x="1840470" y="5215261"/>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AS3</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0" name="Text Box 54">
            <a:extLst>
              <a:ext uri="{FF2B5EF4-FFF2-40B4-BE49-F238E27FC236}">
                <a16:creationId xmlns:a16="http://schemas.microsoft.com/office/drawing/2014/main" id="{005A3212-FAC4-D446-8E0A-533A16ECE775}"/>
              </a:ext>
            </a:extLst>
          </p:cNvPr>
          <p:cNvSpPr txBox="1">
            <a:spLocks noChangeArrowheads="1"/>
          </p:cNvSpPr>
          <p:nvPr/>
        </p:nvSpPr>
        <p:spPr bwMode="auto">
          <a:xfrm>
            <a:off x="5345452" y="5839068"/>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AS1</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1" name="Text Box 55">
            <a:extLst>
              <a:ext uri="{FF2B5EF4-FFF2-40B4-BE49-F238E27FC236}">
                <a16:creationId xmlns:a16="http://schemas.microsoft.com/office/drawing/2014/main" id="{7DE50C34-9B18-1849-8D31-CE3E7E2F0717}"/>
              </a:ext>
            </a:extLst>
          </p:cNvPr>
          <p:cNvSpPr txBox="1">
            <a:spLocks noChangeArrowheads="1"/>
          </p:cNvSpPr>
          <p:nvPr/>
        </p:nvSpPr>
        <p:spPr bwMode="auto">
          <a:xfrm>
            <a:off x="7116511" y="5463035"/>
            <a:ext cx="616103" cy="368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AS2</a:t>
            </a:r>
          </a:p>
        </p:txBody>
      </p:sp>
      <p:sp>
        <p:nvSpPr>
          <p:cNvPr id="182" name="Oval 56">
            <a:extLst>
              <a:ext uri="{FF2B5EF4-FFF2-40B4-BE49-F238E27FC236}">
                <a16:creationId xmlns:a16="http://schemas.microsoft.com/office/drawing/2014/main" id="{4CAC6F24-F619-7E4B-9E0A-AF6FB0ECB08F}"/>
              </a:ext>
            </a:extLst>
          </p:cNvPr>
          <p:cNvSpPr>
            <a:spLocks noChangeArrowheads="1"/>
          </p:cNvSpPr>
          <p:nvPr/>
        </p:nvSpPr>
        <p:spPr bwMode="auto">
          <a:xfrm>
            <a:off x="3280202" y="5545800"/>
            <a:ext cx="456967" cy="11944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3" name="Line 57">
            <a:extLst>
              <a:ext uri="{FF2B5EF4-FFF2-40B4-BE49-F238E27FC236}">
                <a16:creationId xmlns:a16="http://schemas.microsoft.com/office/drawing/2014/main" id="{37706C00-5AFA-4E4F-AEE2-E86CBA64F507}"/>
              </a:ext>
            </a:extLst>
          </p:cNvPr>
          <p:cNvSpPr>
            <a:spLocks noChangeShapeType="1"/>
          </p:cNvSpPr>
          <p:nvPr/>
        </p:nvSpPr>
        <p:spPr bwMode="auto">
          <a:xfrm>
            <a:off x="3280202"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4" name="Line 58">
            <a:extLst>
              <a:ext uri="{FF2B5EF4-FFF2-40B4-BE49-F238E27FC236}">
                <a16:creationId xmlns:a16="http://schemas.microsoft.com/office/drawing/2014/main" id="{F53BFE68-5413-9042-B5B8-E870B9DF06EF}"/>
              </a:ext>
            </a:extLst>
          </p:cNvPr>
          <p:cNvSpPr>
            <a:spLocks noChangeShapeType="1"/>
          </p:cNvSpPr>
          <p:nvPr/>
        </p:nvSpPr>
        <p:spPr bwMode="auto">
          <a:xfrm>
            <a:off x="3738630" y="5535477"/>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5" name="Rectangle 59">
            <a:extLst>
              <a:ext uri="{FF2B5EF4-FFF2-40B4-BE49-F238E27FC236}">
                <a16:creationId xmlns:a16="http://schemas.microsoft.com/office/drawing/2014/main" id="{E66B86FC-0EE6-A646-BA10-BADF35B023EA}"/>
              </a:ext>
            </a:extLst>
          </p:cNvPr>
          <p:cNvSpPr>
            <a:spLocks noChangeArrowheads="1"/>
          </p:cNvSpPr>
          <p:nvPr/>
        </p:nvSpPr>
        <p:spPr bwMode="auto">
          <a:xfrm>
            <a:off x="3280202" y="5535477"/>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6" name="Oval 60">
            <a:extLst>
              <a:ext uri="{FF2B5EF4-FFF2-40B4-BE49-F238E27FC236}">
                <a16:creationId xmlns:a16="http://schemas.microsoft.com/office/drawing/2014/main" id="{E2C4F48E-C2B7-F040-A479-AD3AA9552BB4}"/>
              </a:ext>
            </a:extLst>
          </p:cNvPr>
          <p:cNvSpPr>
            <a:spLocks noChangeArrowheads="1"/>
          </p:cNvSpPr>
          <p:nvPr/>
        </p:nvSpPr>
        <p:spPr bwMode="auto">
          <a:xfrm>
            <a:off x="3275822" y="5455847"/>
            <a:ext cx="456967" cy="141566"/>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7" name="Rectangle 61">
            <a:extLst>
              <a:ext uri="{FF2B5EF4-FFF2-40B4-BE49-F238E27FC236}">
                <a16:creationId xmlns:a16="http://schemas.microsoft.com/office/drawing/2014/main" id="{782B4D58-3187-1646-B67F-4472AD6DF18D}"/>
              </a:ext>
            </a:extLst>
          </p:cNvPr>
          <p:cNvSpPr>
            <a:spLocks noChangeArrowheads="1"/>
          </p:cNvSpPr>
          <p:nvPr/>
        </p:nvSpPr>
        <p:spPr bwMode="auto">
          <a:xfrm>
            <a:off x="3399919" y="5494187"/>
            <a:ext cx="207314" cy="14156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8" name="Text Box 62">
            <a:extLst>
              <a:ext uri="{FF2B5EF4-FFF2-40B4-BE49-F238E27FC236}">
                <a16:creationId xmlns:a16="http://schemas.microsoft.com/office/drawing/2014/main" id="{CEC455E8-C4B8-6444-936D-9F9CEE323826}"/>
              </a:ext>
            </a:extLst>
          </p:cNvPr>
          <p:cNvSpPr txBox="1">
            <a:spLocks noChangeArrowheads="1"/>
          </p:cNvSpPr>
          <p:nvPr/>
        </p:nvSpPr>
        <p:spPr bwMode="auto">
          <a:xfrm>
            <a:off x="3280202" y="5367368"/>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9" name="Group 63">
            <a:extLst>
              <a:ext uri="{FF2B5EF4-FFF2-40B4-BE49-F238E27FC236}">
                <a16:creationId xmlns:a16="http://schemas.microsoft.com/office/drawing/2014/main" id="{8B168416-DE6F-9546-A33D-5DC186D755BF}"/>
              </a:ext>
            </a:extLst>
          </p:cNvPr>
          <p:cNvGrpSpPr>
            <a:grpSpLocks/>
          </p:cNvGrpSpPr>
          <p:nvPr/>
        </p:nvGrpSpPr>
        <p:grpSpPr bwMode="auto">
          <a:xfrm>
            <a:off x="6394297" y="4593181"/>
            <a:ext cx="461347" cy="396679"/>
            <a:chOff x="4320" y="1936"/>
            <a:chExt cx="316" cy="269"/>
          </a:xfrm>
        </p:grpSpPr>
        <p:sp>
          <p:nvSpPr>
            <p:cNvPr id="242" name="Oval 64">
              <a:extLst>
                <a:ext uri="{FF2B5EF4-FFF2-40B4-BE49-F238E27FC236}">
                  <a16:creationId xmlns:a16="http://schemas.microsoft.com/office/drawing/2014/main" id="{17477FF4-6D5F-744F-A7C6-65D539FF25C9}"/>
                </a:ext>
              </a:extLst>
            </p:cNvPr>
            <p:cNvSpPr>
              <a:spLocks noChangeArrowheads="1"/>
            </p:cNvSpPr>
            <p:nvPr/>
          </p:nvSpPr>
          <p:spPr bwMode="auto">
            <a:xfrm>
              <a:off x="4323" y="2054"/>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3" name="Line 65">
              <a:extLst>
                <a:ext uri="{FF2B5EF4-FFF2-40B4-BE49-F238E27FC236}">
                  <a16:creationId xmlns:a16="http://schemas.microsoft.com/office/drawing/2014/main" id="{7681775B-D11F-204C-B161-6FEDD638731C}"/>
                </a:ext>
              </a:extLst>
            </p:cNvPr>
            <p:cNvSpPr>
              <a:spLocks noChangeShapeType="1"/>
            </p:cNvSpPr>
            <p:nvPr/>
          </p:nvSpPr>
          <p:spPr bwMode="auto">
            <a:xfrm>
              <a:off x="4323"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4" name="Line 66">
              <a:extLst>
                <a:ext uri="{FF2B5EF4-FFF2-40B4-BE49-F238E27FC236}">
                  <a16:creationId xmlns:a16="http://schemas.microsoft.com/office/drawing/2014/main" id="{C9C1462B-D75D-9043-BD36-C8666A0E3E76}"/>
                </a:ext>
              </a:extLst>
            </p:cNvPr>
            <p:cNvSpPr>
              <a:spLocks noChangeShapeType="1"/>
            </p:cNvSpPr>
            <p:nvPr/>
          </p:nvSpPr>
          <p:spPr bwMode="auto">
            <a:xfrm>
              <a:off x="4636"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5" name="Rectangle 67">
              <a:extLst>
                <a:ext uri="{FF2B5EF4-FFF2-40B4-BE49-F238E27FC236}">
                  <a16:creationId xmlns:a16="http://schemas.microsoft.com/office/drawing/2014/main" id="{D2A31C20-F821-2245-A13A-E48BBF035C90}"/>
                </a:ext>
              </a:extLst>
            </p:cNvPr>
            <p:cNvSpPr>
              <a:spLocks noChangeArrowheads="1"/>
            </p:cNvSpPr>
            <p:nvPr/>
          </p:nvSpPr>
          <p:spPr bwMode="auto">
            <a:xfrm>
              <a:off x="4323" y="2047"/>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6" name="Oval 68">
              <a:extLst>
                <a:ext uri="{FF2B5EF4-FFF2-40B4-BE49-F238E27FC236}">
                  <a16:creationId xmlns:a16="http://schemas.microsoft.com/office/drawing/2014/main" id="{E3B56467-2A6B-814A-A9D2-32B39DA9E2D8}"/>
                </a:ext>
              </a:extLst>
            </p:cNvPr>
            <p:cNvSpPr>
              <a:spLocks noChangeArrowheads="1"/>
            </p:cNvSpPr>
            <p:nvPr/>
          </p:nvSpPr>
          <p:spPr bwMode="auto">
            <a:xfrm>
              <a:off x="4320" y="198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7" name="Rectangle 69">
              <a:extLst>
                <a:ext uri="{FF2B5EF4-FFF2-40B4-BE49-F238E27FC236}">
                  <a16:creationId xmlns:a16="http://schemas.microsoft.com/office/drawing/2014/main" id="{4CCA8E7D-2AA0-DB42-8739-0E698AF3EF16}"/>
                </a:ext>
              </a:extLst>
            </p:cNvPr>
            <p:cNvSpPr>
              <a:spLocks noChangeArrowheads="1"/>
            </p:cNvSpPr>
            <p:nvPr/>
          </p:nvSpPr>
          <p:spPr bwMode="auto">
            <a:xfrm>
              <a:off x="4407" y="2001"/>
              <a:ext cx="141" cy="11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8" name="Text Box 70">
              <a:extLst>
                <a:ext uri="{FF2B5EF4-FFF2-40B4-BE49-F238E27FC236}">
                  <a16:creationId xmlns:a16="http://schemas.microsoft.com/office/drawing/2014/main" id="{B0E12A9A-8AC6-2C4B-B109-A569883BDF8B}"/>
                </a:ext>
              </a:extLst>
            </p:cNvPr>
            <p:cNvSpPr txBox="1">
              <a:spLocks noChangeArrowheads="1"/>
            </p:cNvSpPr>
            <p:nvPr/>
          </p:nvSpPr>
          <p:spPr bwMode="auto">
            <a:xfrm>
              <a:off x="4325" y="1936"/>
              <a:ext cx="310"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0" name="Group 71">
            <a:extLst>
              <a:ext uri="{FF2B5EF4-FFF2-40B4-BE49-F238E27FC236}">
                <a16:creationId xmlns:a16="http://schemas.microsoft.com/office/drawing/2014/main" id="{21E7E3D0-5FA0-9646-84AD-FC33AA41FD3A}"/>
              </a:ext>
            </a:extLst>
          </p:cNvPr>
          <p:cNvGrpSpPr>
            <a:grpSpLocks/>
          </p:cNvGrpSpPr>
          <p:nvPr/>
        </p:nvGrpSpPr>
        <p:grpSpPr bwMode="auto">
          <a:xfrm>
            <a:off x="6797246" y="4920552"/>
            <a:ext cx="468647" cy="396679"/>
            <a:chOff x="4596" y="2158"/>
            <a:chExt cx="321" cy="269"/>
          </a:xfrm>
        </p:grpSpPr>
        <p:sp>
          <p:nvSpPr>
            <p:cNvPr id="235" name="Oval 72">
              <a:extLst>
                <a:ext uri="{FF2B5EF4-FFF2-40B4-BE49-F238E27FC236}">
                  <a16:creationId xmlns:a16="http://schemas.microsoft.com/office/drawing/2014/main" id="{5608D056-551C-0B44-A60B-A3E90AFB7DFB}"/>
                </a:ext>
              </a:extLst>
            </p:cNvPr>
            <p:cNvSpPr>
              <a:spLocks noChangeArrowheads="1"/>
            </p:cNvSpPr>
            <p:nvPr/>
          </p:nvSpPr>
          <p:spPr bwMode="auto">
            <a:xfrm>
              <a:off x="4599" y="2276"/>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6" name="Line 73">
              <a:extLst>
                <a:ext uri="{FF2B5EF4-FFF2-40B4-BE49-F238E27FC236}">
                  <a16:creationId xmlns:a16="http://schemas.microsoft.com/office/drawing/2014/main" id="{FA977711-B8B6-4247-BDAB-A3001746C4D4}"/>
                </a:ext>
              </a:extLst>
            </p:cNvPr>
            <p:cNvSpPr>
              <a:spLocks noChangeShapeType="1"/>
            </p:cNvSpPr>
            <p:nvPr/>
          </p:nvSpPr>
          <p:spPr bwMode="auto">
            <a:xfrm>
              <a:off x="4599"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7" name="Line 74">
              <a:extLst>
                <a:ext uri="{FF2B5EF4-FFF2-40B4-BE49-F238E27FC236}">
                  <a16:creationId xmlns:a16="http://schemas.microsoft.com/office/drawing/2014/main" id="{6CA75CE1-2E8D-0F48-8641-8C18C90BD88D}"/>
                </a:ext>
              </a:extLst>
            </p:cNvPr>
            <p:cNvSpPr>
              <a:spLocks noChangeShapeType="1"/>
            </p:cNvSpPr>
            <p:nvPr/>
          </p:nvSpPr>
          <p:spPr bwMode="auto">
            <a:xfrm>
              <a:off x="4910"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8" name="Rectangle 75">
              <a:extLst>
                <a:ext uri="{FF2B5EF4-FFF2-40B4-BE49-F238E27FC236}">
                  <a16:creationId xmlns:a16="http://schemas.microsoft.com/office/drawing/2014/main" id="{4ED73E8C-48F2-3A4F-B322-2CCB3CBA0862}"/>
                </a:ext>
              </a:extLst>
            </p:cNvPr>
            <p:cNvSpPr>
              <a:spLocks noChangeArrowheads="1"/>
            </p:cNvSpPr>
            <p:nvPr/>
          </p:nvSpPr>
          <p:spPr bwMode="auto">
            <a:xfrm>
              <a:off x="4599" y="2269"/>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9" name="Oval 76">
              <a:extLst>
                <a:ext uri="{FF2B5EF4-FFF2-40B4-BE49-F238E27FC236}">
                  <a16:creationId xmlns:a16="http://schemas.microsoft.com/office/drawing/2014/main" id="{6345CAD2-BEAC-0E49-9C80-9EB68603FE17}"/>
                </a:ext>
              </a:extLst>
            </p:cNvPr>
            <p:cNvSpPr>
              <a:spLocks noChangeArrowheads="1"/>
            </p:cNvSpPr>
            <p:nvPr/>
          </p:nvSpPr>
          <p:spPr bwMode="auto">
            <a:xfrm>
              <a:off x="4596" y="2208"/>
              <a:ext cx="313" cy="97"/>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0" name="Rectangle 77">
              <a:extLst>
                <a:ext uri="{FF2B5EF4-FFF2-40B4-BE49-F238E27FC236}">
                  <a16:creationId xmlns:a16="http://schemas.microsoft.com/office/drawing/2014/main" id="{E1F2376F-3613-4042-A35F-DEE5F89C6C4C}"/>
                </a:ext>
              </a:extLst>
            </p:cNvPr>
            <p:cNvSpPr>
              <a:spLocks noChangeArrowheads="1"/>
            </p:cNvSpPr>
            <p:nvPr/>
          </p:nvSpPr>
          <p:spPr bwMode="auto">
            <a:xfrm>
              <a:off x="4683" y="2221"/>
              <a:ext cx="141" cy="11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1" name="Text Box 78">
              <a:extLst>
                <a:ext uri="{FF2B5EF4-FFF2-40B4-BE49-F238E27FC236}">
                  <a16:creationId xmlns:a16="http://schemas.microsoft.com/office/drawing/2014/main" id="{7C2657A7-4F00-3C45-AD0D-9FB7A649BB45}"/>
                </a:ext>
              </a:extLst>
            </p:cNvPr>
            <p:cNvSpPr txBox="1">
              <a:spLocks noChangeArrowheads="1"/>
            </p:cNvSpPr>
            <p:nvPr/>
          </p:nvSpPr>
          <p:spPr bwMode="auto">
            <a:xfrm>
              <a:off x="4598" y="2158"/>
              <a:ext cx="319"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1" name="Group 79">
            <a:extLst>
              <a:ext uri="{FF2B5EF4-FFF2-40B4-BE49-F238E27FC236}">
                <a16:creationId xmlns:a16="http://schemas.microsoft.com/office/drawing/2014/main" id="{46AC6AA7-B51A-F140-B460-7AA4784A8771}"/>
              </a:ext>
            </a:extLst>
          </p:cNvPr>
          <p:cNvGrpSpPr>
            <a:grpSpLocks/>
          </p:cNvGrpSpPr>
          <p:nvPr/>
        </p:nvGrpSpPr>
        <p:grpSpPr bwMode="auto">
          <a:xfrm>
            <a:off x="4562047" y="5466169"/>
            <a:ext cx="468647" cy="396679"/>
            <a:chOff x="2015" y="1976"/>
            <a:chExt cx="321" cy="269"/>
          </a:xfrm>
        </p:grpSpPr>
        <p:sp>
          <p:nvSpPr>
            <p:cNvPr id="227" name="Oval 80">
              <a:extLst>
                <a:ext uri="{FF2B5EF4-FFF2-40B4-BE49-F238E27FC236}">
                  <a16:creationId xmlns:a16="http://schemas.microsoft.com/office/drawing/2014/main" id="{F0AF513D-168E-BC43-A87F-98530A7A7340}"/>
                </a:ext>
              </a:extLst>
            </p:cNvPr>
            <p:cNvSpPr>
              <a:spLocks noChangeArrowheads="1"/>
            </p:cNvSpPr>
            <p:nvPr/>
          </p:nvSpPr>
          <p:spPr bwMode="auto">
            <a:xfrm>
              <a:off x="2019" y="2102"/>
              <a:ext cx="311"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8" name="Line 81">
              <a:extLst>
                <a:ext uri="{FF2B5EF4-FFF2-40B4-BE49-F238E27FC236}">
                  <a16:creationId xmlns:a16="http://schemas.microsoft.com/office/drawing/2014/main" id="{98E003C3-39B5-AD4E-B694-FF067F96F0C8}"/>
                </a:ext>
              </a:extLst>
            </p:cNvPr>
            <p:cNvSpPr>
              <a:spLocks noChangeShapeType="1"/>
            </p:cNvSpPr>
            <p:nvPr/>
          </p:nvSpPr>
          <p:spPr bwMode="auto">
            <a:xfrm>
              <a:off x="2019"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9" name="Line 82">
              <a:extLst>
                <a:ext uri="{FF2B5EF4-FFF2-40B4-BE49-F238E27FC236}">
                  <a16:creationId xmlns:a16="http://schemas.microsoft.com/office/drawing/2014/main" id="{FD35A7A2-366B-1C41-BFC6-E12754C8019D}"/>
                </a:ext>
              </a:extLst>
            </p:cNvPr>
            <p:cNvSpPr>
              <a:spLocks noChangeShapeType="1"/>
            </p:cNvSpPr>
            <p:nvPr/>
          </p:nvSpPr>
          <p:spPr bwMode="auto">
            <a:xfrm>
              <a:off x="2330"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0" name="Rectangle 83">
              <a:extLst>
                <a:ext uri="{FF2B5EF4-FFF2-40B4-BE49-F238E27FC236}">
                  <a16:creationId xmlns:a16="http://schemas.microsoft.com/office/drawing/2014/main" id="{5442F6D1-04E0-A44F-8910-B76948571B99}"/>
                </a:ext>
              </a:extLst>
            </p:cNvPr>
            <p:cNvSpPr>
              <a:spLocks noChangeArrowheads="1"/>
            </p:cNvSpPr>
            <p:nvPr/>
          </p:nvSpPr>
          <p:spPr bwMode="auto">
            <a:xfrm>
              <a:off x="2019" y="2097"/>
              <a:ext cx="310" cy="4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1" name="Oval 84">
              <a:extLst>
                <a:ext uri="{FF2B5EF4-FFF2-40B4-BE49-F238E27FC236}">
                  <a16:creationId xmlns:a16="http://schemas.microsoft.com/office/drawing/2014/main" id="{7CE682FE-3948-5143-B692-07DEF21A92CD}"/>
                </a:ext>
              </a:extLst>
            </p:cNvPr>
            <p:cNvSpPr>
              <a:spLocks noChangeArrowheads="1"/>
            </p:cNvSpPr>
            <p:nvPr/>
          </p:nvSpPr>
          <p:spPr bwMode="auto">
            <a:xfrm>
              <a:off x="2016" y="2036"/>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2" name="Group 85">
              <a:extLst>
                <a:ext uri="{FF2B5EF4-FFF2-40B4-BE49-F238E27FC236}">
                  <a16:creationId xmlns:a16="http://schemas.microsoft.com/office/drawing/2014/main" id="{ACD8E934-A29C-E940-B27E-262F5DE7DCDF}"/>
                </a:ext>
              </a:extLst>
            </p:cNvPr>
            <p:cNvGrpSpPr>
              <a:grpSpLocks/>
            </p:cNvGrpSpPr>
            <p:nvPr/>
          </p:nvGrpSpPr>
          <p:grpSpPr bwMode="auto">
            <a:xfrm>
              <a:off x="2015" y="1976"/>
              <a:ext cx="321" cy="269"/>
              <a:chOff x="2894" y="2425"/>
              <a:chExt cx="328" cy="269"/>
            </a:xfrm>
          </p:grpSpPr>
          <p:sp>
            <p:nvSpPr>
              <p:cNvPr id="233" name="Rectangle 86">
                <a:extLst>
                  <a:ext uri="{FF2B5EF4-FFF2-40B4-BE49-F238E27FC236}">
                    <a16:creationId xmlns:a16="http://schemas.microsoft.com/office/drawing/2014/main" id="{6556355B-9BE3-D746-A820-E89A58911EF8}"/>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4" name="Text Box 87">
                <a:extLst>
                  <a:ext uri="{FF2B5EF4-FFF2-40B4-BE49-F238E27FC236}">
                    <a16:creationId xmlns:a16="http://schemas.microsoft.com/office/drawing/2014/main" id="{87A983D3-02A0-4A4B-A676-14BB88EA3128}"/>
                  </a:ext>
                </a:extLst>
              </p:cNvPr>
              <p:cNvSpPr txBox="1">
                <a:spLocks noChangeArrowheads="1"/>
              </p:cNvSpPr>
              <p:nvPr/>
            </p:nvSpPr>
            <p:spPr bwMode="auto">
              <a:xfrm>
                <a:off x="2894" y="2425"/>
                <a:ext cx="328"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199" name="Group 99">
            <a:extLst>
              <a:ext uri="{FF2B5EF4-FFF2-40B4-BE49-F238E27FC236}">
                <a16:creationId xmlns:a16="http://schemas.microsoft.com/office/drawing/2014/main" id="{4C6CCD3C-47D1-7847-84AE-9A444B7FD9F9}"/>
              </a:ext>
            </a:extLst>
          </p:cNvPr>
          <p:cNvGrpSpPr>
            <a:grpSpLocks/>
          </p:cNvGrpSpPr>
          <p:nvPr/>
        </p:nvGrpSpPr>
        <p:grpSpPr bwMode="auto">
          <a:xfrm>
            <a:off x="2231951" y="4354289"/>
            <a:ext cx="461347" cy="396679"/>
            <a:chOff x="2016" y="1976"/>
            <a:chExt cx="316" cy="269"/>
          </a:xfrm>
        </p:grpSpPr>
        <p:sp>
          <p:nvSpPr>
            <p:cNvPr id="215" name="Oval 100">
              <a:extLst>
                <a:ext uri="{FF2B5EF4-FFF2-40B4-BE49-F238E27FC236}">
                  <a16:creationId xmlns:a16="http://schemas.microsoft.com/office/drawing/2014/main" id="{9CFFD192-2352-574C-A1F6-73C764467286}"/>
                </a:ext>
              </a:extLst>
            </p:cNvPr>
            <p:cNvSpPr>
              <a:spLocks noChangeArrowheads="1"/>
            </p:cNvSpPr>
            <p:nvPr/>
          </p:nvSpPr>
          <p:spPr bwMode="auto">
            <a:xfrm>
              <a:off x="2019" y="2102"/>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6" name="Line 101">
              <a:extLst>
                <a:ext uri="{FF2B5EF4-FFF2-40B4-BE49-F238E27FC236}">
                  <a16:creationId xmlns:a16="http://schemas.microsoft.com/office/drawing/2014/main" id="{AA179453-C4E3-E244-B9A9-11831D82618D}"/>
                </a:ext>
              </a:extLst>
            </p:cNvPr>
            <p:cNvSpPr>
              <a:spLocks noChangeShapeType="1"/>
            </p:cNvSpPr>
            <p:nvPr/>
          </p:nvSpPr>
          <p:spPr bwMode="auto">
            <a:xfrm>
              <a:off x="2019"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7" name="Line 102">
              <a:extLst>
                <a:ext uri="{FF2B5EF4-FFF2-40B4-BE49-F238E27FC236}">
                  <a16:creationId xmlns:a16="http://schemas.microsoft.com/office/drawing/2014/main" id="{1CE386C9-63A7-F044-A083-5284BFD15472}"/>
                </a:ext>
              </a:extLst>
            </p:cNvPr>
            <p:cNvSpPr>
              <a:spLocks noChangeShapeType="1"/>
            </p:cNvSpPr>
            <p:nvPr/>
          </p:nvSpPr>
          <p:spPr bwMode="auto">
            <a:xfrm>
              <a:off x="2332"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8" name="Rectangle 103">
              <a:extLst>
                <a:ext uri="{FF2B5EF4-FFF2-40B4-BE49-F238E27FC236}">
                  <a16:creationId xmlns:a16="http://schemas.microsoft.com/office/drawing/2014/main" id="{50227DAD-D708-784A-BD13-83429F1C25BE}"/>
                </a:ext>
              </a:extLst>
            </p:cNvPr>
            <p:cNvSpPr>
              <a:spLocks noChangeArrowheads="1"/>
            </p:cNvSpPr>
            <p:nvPr/>
          </p:nvSpPr>
          <p:spPr bwMode="auto">
            <a:xfrm>
              <a:off x="2019" y="2095"/>
              <a:ext cx="310" cy="5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9" name="Oval 104">
              <a:extLst>
                <a:ext uri="{FF2B5EF4-FFF2-40B4-BE49-F238E27FC236}">
                  <a16:creationId xmlns:a16="http://schemas.microsoft.com/office/drawing/2014/main" id="{6DA156B1-5FE9-414A-BB48-46A4A52B9073}"/>
                </a:ext>
              </a:extLst>
            </p:cNvPr>
            <p:cNvSpPr>
              <a:spLocks noChangeArrowheads="1"/>
            </p:cNvSpPr>
            <p:nvPr/>
          </p:nvSpPr>
          <p:spPr bwMode="auto">
            <a:xfrm>
              <a:off x="2016" y="2037"/>
              <a:ext cx="313" cy="94"/>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20" name="Group 105">
              <a:extLst>
                <a:ext uri="{FF2B5EF4-FFF2-40B4-BE49-F238E27FC236}">
                  <a16:creationId xmlns:a16="http://schemas.microsoft.com/office/drawing/2014/main" id="{80512439-7B6B-C54B-82D0-66D0AB25D2A7}"/>
                </a:ext>
              </a:extLst>
            </p:cNvPr>
            <p:cNvGrpSpPr>
              <a:grpSpLocks/>
            </p:cNvGrpSpPr>
            <p:nvPr/>
          </p:nvGrpSpPr>
          <p:grpSpPr bwMode="auto">
            <a:xfrm>
              <a:off x="2020" y="1976"/>
              <a:ext cx="308" cy="269"/>
              <a:chOff x="2899" y="2425"/>
              <a:chExt cx="315" cy="269"/>
            </a:xfrm>
          </p:grpSpPr>
          <p:sp>
            <p:nvSpPr>
              <p:cNvPr id="221" name="Rectangle 106">
                <a:extLst>
                  <a:ext uri="{FF2B5EF4-FFF2-40B4-BE49-F238E27FC236}">
                    <a16:creationId xmlns:a16="http://schemas.microsoft.com/office/drawing/2014/main" id="{91098A50-7FC0-CB4E-9B97-2D7AE96D06C6}"/>
                  </a:ext>
                </a:extLst>
              </p:cNvPr>
              <p:cNvSpPr>
                <a:spLocks noChangeArrowheads="1"/>
              </p:cNvSpPr>
              <p:nvPr/>
            </p:nvSpPr>
            <p:spPr bwMode="auto">
              <a:xfrm>
                <a:off x="2982" y="2490"/>
                <a:ext cx="142" cy="13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2" name="Text Box 107">
                <a:extLst>
                  <a:ext uri="{FF2B5EF4-FFF2-40B4-BE49-F238E27FC236}">
                    <a16:creationId xmlns:a16="http://schemas.microsoft.com/office/drawing/2014/main" id="{FBCF2ABD-1064-2947-85B9-C0D4E2616D8E}"/>
                  </a:ext>
                </a:extLst>
              </p:cNvPr>
              <p:cNvSpPr txBox="1">
                <a:spLocks noChangeArrowheads="1"/>
              </p:cNvSpPr>
              <p:nvPr/>
            </p:nvSpPr>
            <p:spPr bwMode="auto">
              <a:xfrm>
                <a:off x="2899" y="2425"/>
                <a:ext cx="315" cy="2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sp>
        <p:nvSpPr>
          <p:cNvPr id="200" name="Line 108">
            <a:extLst>
              <a:ext uri="{FF2B5EF4-FFF2-40B4-BE49-F238E27FC236}">
                <a16:creationId xmlns:a16="http://schemas.microsoft.com/office/drawing/2014/main" id="{47A25237-349D-A842-8706-F347B2434568}"/>
              </a:ext>
            </a:extLst>
          </p:cNvPr>
          <p:cNvSpPr>
            <a:spLocks noChangeShapeType="1"/>
          </p:cNvSpPr>
          <p:nvPr/>
        </p:nvSpPr>
        <p:spPr bwMode="auto">
          <a:xfrm flipH="1">
            <a:off x="2266990" y="4669862"/>
            <a:ext cx="90518" cy="15926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1" name="Line 109">
            <a:extLst>
              <a:ext uri="{FF2B5EF4-FFF2-40B4-BE49-F238E27FC236}">
                <a16:creationId xmlns:a16="http://schemas.microsoft.com/office/drawing/2014/main" id="{6A3F47BD-80C7-0747-85CB-F22F1B792701}"/>
              </a:ext>
            </a:extLst>
          </p:cNvPr>
          <p:cNvSpPr>
            <a:spLocks noChangeShapeType="1"/>
          </p:cNvSpPr>
          <p:nvPr/>
        </p:nvSpPr>
        <p:spPr bwMode="auto">
          <a:xfrm>
            <a:off x="1818783" y="4737696"/>
            <a:ext cx="211694"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2" name="Line 110">
            <a:extLst>
              <a:ext uri="{FF2B5EF4-FFF2-40B4-BE49-F238E27FC236}">
                <a16:creationId xmlns:a16="http://schemas.microsoft.com/office/drawing/2014/main" id="{6CB9126B-13F6-7D4E-B1DD-C7EB25541B07}"/>
              </a:ext>
            </a:extLst>
          </p:cNvPr>
          <p:cNvSpPr>
            <a:spLocks noChangeShapeType="1"/>
          </p:cNvSpPr>
          <p:nvPr/>
        </p:nvSpPr>
        <p:spPr bwMode="auto">
          <a:xfrm flipH="1">
            <a:off x="2547302" y="4214198"/>
            <a:ext cx="198555" cy="2241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3" name="Line 111">
            <a:extLst>
              <a:ext uri="{FF2B5EF4-FFF2-40B4-BE49-F238E27FC236}">
                <a16:creationId xmlns:a16="http://schemas.microsoft.com/office/drawing/2014/main" id="{22C33C4C-9469-EC40-8CEF-2C586DEC66C3}"/>
              </a:ext>
            </a:extLst>
          </p:cNvPr>
          <p:cNvSpPr>
            <a:spLocks noChangeShapeType="1"/>
          </p:cNvSpPr>
          <p:nvPr/>
        </p:nvSpPr>
        <p:spPr bwMode="auto">
          <a:xfrm>
            <a:off x="2139974" y="4200926"/>
            <a:ext cx="175195" cy="26248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4" name="Line 112">
            <a:extLst>
              <a:ext uri="{FF2B5EF4-FFF2-40B4-BE49-F238E27FC236}">
                <a16:creationId xmlns:a16="http://schemas.microsoft.com/office/drawing/2014/main" id="{4C48EF93-B210-4F4B-9854-165045A32FD0}"/>
              </a:ext>
            </a:extLst>
          </p:cNvPr>
          <p:cNvSpPr>
            <a:spLocks noChangeShapeType="1"/>
          </p:cNvSpPr>
          <p:nvPr/>
        </p:nvSpPr>
        <p:spPr bwMode="auto">
          <a:xfrm flipH="1">
            <a:off x="3103547" y="4338068"/>
            <a:ext cx="102197" cy="30377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7" name="Line 115">
            <a:extLst>
              <a:ext uri="{FF2B5EF4-FFF2-40B4-BE49-F238E27FC236}">
                <a16:creationId xmlns:a16="http://schemas.microsoft.com/office/drawing/2014/main" id="{257DE23D-92D6-6B48-8933-BB087A4B7F3B}"/>
              </a:ext>
            </a:extLst>
          </p:cNvPr>
          <p:cNvSpPr>
            <a:spLocks noChangeShapeType="1"/>
          </p:cNvSpPr>
          <p:nvPr/>
        </p:nvSpPr>
        <p:spPr bwMode="auto">
          <a:xfrm flipH="1" flipV="1">
            <a:off x="6356338" y="4388206"/>
            <a:ext cx="185415" cy="29787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8" name="Line 116">
            <a:extLst>
              <a:ext uri="{FF2B5EF4-FFF2-40B4-BE49-F238E27FC236}">
                <a16:creationId xmlns:a16="http://schemas.microsoft.com/office/drawing/2014/main" id="{3008FEDF-B989-AD47-B8DC-811C63A78E62}"/>
              </a:ext>
            </a:extLst>
          </p:cNvPr>
          <p:cNvSpPr>
            <a:spLocks noChangeShapeType="1"/>
          </p:cNvSpPr>
          <p:nvPr/>
        </p:nvSpPr>
        <p:spPr bwMode="auto">
          <a:xfrm flipH="1" flipV="1">
            <a:off x="5900830" y="4538619"/>
            <a:ext cx="198555" cy="27280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9" name="Line 117">
            <a:extLst>
              <a:ext uri="{FF2B5EF4-FFF2-40B4-BE49-F238E27FC236}">
                <a16:creationId xmlns:a16="http://schemas.microsoft.com/office/drawing/2014/main" id="{7072AB1C-E687-5F42-AD97-F842F241CC4D}"/>
              </a:ext>
            </a:extLst>
          </p:cNvPr>
          <p:cNvSpPr>
            <a:spLocks noChangeShapeType="1"/>
          </p:cNvSpPr>
          <p:nvPr/>
        </p:nvSpPr>
        <p:spPr bwMode="auto">
          <a:xfrm flipH="1">
            <a:off x="3141506" y="5637228"/>
            <a:ext cx="197095" cy="17253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0" name="Line 118">
            <a:extLst>
              <a:ext uri="{FF2B5EF4-FFF2-40B4-BE49-F238E27FC236}">
                <a16:creationId xmlns:a16="http://schemas.microsoft.com/office/drawing/2014/main" id="{368439BD-38EC-0F4F-AB79-71712E1AE097}"/>
              </a:ext>
            </a:extLst>
          </p:cNvPr>
          <p:cNvSpPr>
            <a:spLocks noChangeShapeType="1"/>
          </p:cNvSpPr>
          <p:nvPr/>
        </p:nvSpPr>
        <p:spPr bwMode="auto">
          <a:xfrm flipH="1" flipV="1">
            <a:off x="3091868" y="5488289"/>
            <a:ext cx="185415" cy="1179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1" name="Line 119">
            <a:extLst>
              <a:ext uri="{FF2B5EF4-FFF2-40B4-BE49-F238E27FC236}">
                <a16:creationId xmlns:a16="http://schemas.microsoft.com/office/drawing/2014/main" id="{05F4047A-FA71-B345-8F4D-7557CE9C3159}"/>
              </a:ext>
            </a:extLst>
          </p:cNvPr>
          <p:cNvSpPr>
            <a:spLocks noChangeShapeType="1"/>
          </p:cNvSpPr>
          <p:nvPr/>
        </p:nvSpPr>
        <p:spPr bwMode="auto">
          <a:xfrm flipH="1">
            <a:off x="3487517" y="5887917"/>
            <a:ext cx="309511" cy="22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2" name="Line 120">
            <a:extLst>
              <a:ext uri="{FF2B5EF4-FFF2-40B4-BE49-F238E27FC236}">
                <a16:creationId xmlns:a16="http://schemas.microsoft.com/office/drawing/2014/main" id="{00691E04-3135-5045-8A22-A3445401A5C1}"/>
              </a:ext>
            </a:extLst>
          </p:cNvPr>
          <p:cNvSpPr>
            <a:spLocks noChangeShapeType="1"/>
          </p:cNvSpPr>
          <p:nvPr/>
        </p:nvSpPr>
        <p:spPr bwMode="auto">
          <a:xfrm flipV="1">
            <a:off x="4192677" y="5212531"/>
            <a:ext cx="334331" cy="147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3" name="Line 121">
            <a:extLst>
              <a:ext uri="{FF2B5EF4-FFF2-40B4-BE49-F238E27FC236}">
                <a16:creationId xmlns:a16="http://schemas.microsoft.com/office/drawing/2014/main" id="{C2D8B9BD-B900-B448-8B0A-9B6A048DBB86}"/>
              </a:ext>
            </a:extLst>
          </p:cNvPr>
          <p:cNvSpPr>
            <a:spLocks noChangeShapeType="1"/>
          </p:cNvSpPr>
          <p:nvPr/>
        </p:nvSpPr>
        <p:spPr bwMode="auto">
          <a:xfrm>
            <a:off x="4859879" y="5762572"/>
            <a:ext cx="173735"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4" name="Line 122">
            <a:extLst>
              <a:ext uri="{FF2B5EF4-FFF2-40B4-BE49-F238E27FC236}">
                <a16:creationId xmlns:a16="http://schemas.microsoft.com/office/drawing/2014/main" id="{EA45D5A9-0BF3-874E-B10C-996FD8308B65}"/>
              </a:ext>
            </a:extLst>
          </p:cNvPr>
          <p:cNvSpPr>
            <a:spLocks noChangeShapeType="1"/>
          </p:cNvSpPr>
          <p:nvPr/>
        </p:nvSpPr>
        <p:spPr bwMode="auto">
          <a:xfrm>
            <a:off x="4156178" y="5324603"/>
            <a:ext cx="211694" cy="11059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2" name="Freeform 113">
            <a:extLst>
              <a:ext uri="{FF2B5EF4-FFF2-40B4-BE49-F238E27FC236}">
                <a16:creationId xmlns:a16="http://schemas.microsoft.com/office/drawing/2014/main" id="{DE260962-6C23-A34F-81F9-3BDEB6DE3340}"/>
              </a:ext>
            </a:extLst>
          </p:cNvPr>
          <p:cNvSpPr>
            <a:spLocks/>
          </p:cNvSpPr>
          <p:nvPr/>
        </p:nvSpPr>
        <p:spPr bwMode="auto">
          <a:xfrm flipH="1">
            <a:off x="642829" y="4609186"/>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9CE0FA"/>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
        <p:nvSpPr>
          <p:cNvPr id="193" name="Text Box 114">
            <a:extLst>
              <a:ext uri="{FF2B5EF4-FFF2-40B4-BE49-F238E27FC236}">
                <a16:creationId xmlns:a16="http://schemas.microsoft.com/office/drawing/2014/main" id="{A4A13EDE-492A-BE49-A65F-4D86BD672C46}"/>
              </a:ext>
            </a:extLst>
          </p:cNvPr>
          <p:cNvSpPr txBox="1">
            <a:spLocks noChangeArrowheads="1"/>
          </p:cNvSpPr>
          <p:nvPr/>
        </p:nvSpPr>
        <p:spPr bwMode="auto">
          <a:xfrm>
            <a:off x="699979" y="5393411"/>
            <a:ext cx="893763"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a:t>other</a:t>
            </a:r>
          </a:p>
          <a:p>
            <a:r>
              <a:rPr lang="en-US" sz="1400"/>
              <a:t>networks</a:t>
            </a:r>
          </a:p>
        </p:txBody>
      </p:sp>
      <p:sp>
        <p:nvSpPr>
          <p:cNvPr id="194" name="Line 115">
            <a:extLst>
              <a:ext uri="{FF2B5EF4-FFF2-40B4-BE49-F238E27FC236}">
                <a16:creationId xmlns:a16="http://schemas.microsoft.com/office/drawing/2014/main" id="{C8C2397B-C8B2-224A-BCB5-A3C329D27E90}"/>
              </a:ext>
            </a:extLst>
          </p:cNvPr>
          <p:cNvSpPr>
            <a:spLocks noChangeShapeType="1"/>
          </p:cNvSpPr>
          <p:nvPr/>
        </p:nvSpPr>
        <p:spPr bwMode="auto">
          <a:xfrm flipH="1">
            <a:off x="1500079" y="4955261"/>
            <a:ext cx="468313" cy="268288"/>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95" name="Freeform 5">
            <a:extLst>
              <a:ext uri="{FF2B5EF4-FFF2-40B4-BE49-F238E27FC236}">
                <a16:creationId xmlns:a16="http://schemas.microsoft.com/office/drawing/2014/main" id="{8885E14F-4041-E249-995C-43DC3D2D8B1C}"/>
              </a:ext>
            </a:extLst>
          </p:cNvPr>
          <p:cNvSpPr>
            <a:spLocks/>
          </p:cNvSpPr>
          <p:nvPr/>
        </p:nvSpPr>
        <p:spPr bwMode="auto">
          <a:xfrm>
            <a:off x="8053714" y="3961226"/>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9CE0FA"/>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
        <p:nvSpPr>
          <p:cNvPr id="196" name="Line 92">
            <a:extLst>
              <a:ext uri="{FF2B5EF4-FFF2-40B4-BE49-F238E27FC236}">
                <a16:creationId xmlns:a16="http://schemas.microsoft.com/office/drawing/2014/main" id="{F329414D-E5C4-DA4F-A3DD-7175FB210C97}"/>
              </a:ext>
            </a:extLst>
          </p:cNvPr>
          <p:cNvSpPr>
            <a:spLocks noChangeShapeType="1"/>
          </p:cNvSpPr>
          <p:nvPr/>
        </p:nvSpPr>
        <p:spPr bwMode="auto">
          <a:xfrm>
            <a:off x="6848694" y="4790989"/>
            <a:ext cx="1318276"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r>
              <a:rPr lang="en-US"/>
              <a:t>        </a:t>
            </a:r>
          </a:p>
        </p:txBody>
      </p:sp>
      <p:sp>
        <p:nvSpPr>
          <p:cNvPr id="197" name="Line 93">
            <a:extLst>
              <a:ext uri="{FF2B5EF4-FFF2-40B4-BE49-F238E27FC236}">
                <a16:creationId xmlns:a16="http://schemas.microsoft.com/office/drawing/2014/main" id="{BFA90A4C-DC4C-B649-B9F1-BBC4626B9420}"/>
              </a:ext>
            </a:extLst>
          </p:cNvPr>
          <p:cNvSpPr>
            <a:spLocks noChangeShapeType="1"/>
          </p:cNvSpPr>
          <p:nvPr/>
        </p:nvSpPr>
        <p:spPr bwMode="auto">
          <a:xfrm>
            <a:off x="7290584" y="5105814"/>
            <a:ext cx="1339849"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r>
              <a:rPr lang="en-US"/>
              <a:t>                </a:t>
            </a:r>
          </a:p>
        </p:txBody>
      </p:sp>
      <p:sp>
        <p:nvSpPr>
          <p:cNvPr id="198" name="Text Box 112">
            <a:extLst>
              <a:ext uri="{FF2B5EF4-FFF2-40B4-BE49-F238E27FC236}">
                <a16:creationId xmlns:a16="http://schemas.microsoft.com/office/drawing/2014/main" id="{840A7965-8696-C241-A087-39B4E4084143}"/>
              </a:ext>
            </a:extLst>
          </p:cNvPr>
          <p:cNvSpPr txBox="1">
            <a:spLocks noChangeArrowheads="1"/>
          </p:cNvSpPr>
          <p:nvPr/>
        </p:nvSpPr>
        <p:spPr bwMode="auto">
          <a:xfrm>
            <a:off x="8433127" y="4558126"/>
            <a:ext cx="893762"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a:t>other</a:t>
            </a:r>
          </a:p>
          <a:p>
            <a:r>
              <a:rPr lang="en-US" sz="1400"/>
              <a:t>networks</a:t>
            </a:r>
          </a:p>
        </p:txBody>
      </p:sp>
      <p:sp>
        <p:nvSpPr>
          <p:cNvPr id="223" name="Rectangle 3">
            <a:extLst>
              <a:ext uri="{FF2B5EF4-FFF2-40B4-BE49-F238E27FC236}">
                <a16:creationId xmlns:a16="http://schemas.microsoft.com/office/drawing/2014/main" id="{C4812894-1377-0F41-8D66-2DB2C98C7B52}"/>
              </a:ext>
            </a:extLst>
          </p:cNvPr>
          <p:cNvSpPr txBox="1">
            <a:spLocks noChangeArrowheads="1"/>
          </p:cNvSpPr>
          <p:nvPr/>
        </p:nvSpPr>
        <p:spPr>
          <a:xfrm>
            <a:off x="657073" y="1558642"/>
            <a:ext cx="5004692" cy="72126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400"/>
              <a:t>suppose router in AS</a:t>
            </a:r>
            <a:r>
              <a:rPr lang="en-US" sz="2400">
                <a:latin typeface="Arial"/>
                <a:cs typeface="Arial"/>
              </a:rPr>
              <a:t>1</a:t>
            </a:r>
            <a:r>
              <a:rPr lang="en-US" sz="2400"/>
              <a:t> receives datagram destined outside of AS</a:t>
            </a:r>
            <a:r>
              <a:rPr lang="en-US" sz="2400">
                <a:latin typeface="Arial"/>
                <a:cs typeface="Arial"/>
              </a:rPr>
              <a:t>1</a:t>
            </a:r>
            <a:r>
              <a:rPr lang="en-US" sz="2400"/>
              <a:t>:</a:t>
            </a:r>
          </a:p>
          <a:p>
            <a:pPr lvl="1">
              <a:defRPr/>
            </a:pPr>
            <a:endParaRPr lang="en-US"/>
          </a:p>
        </p:txBody>
      </p:sp>
      <p:sp>
        <p:nvSpPr>
          <p:cNvPr id="2" name="Rectangle 1">
            <a:extLst>
              <a:ext uri="{FF2B5EF4-FFF2-40B4-BE49-F238E27FC236}">
                <a16:creationId xmlns:a16="http://schemas.microsoft.com/office/drawing/2014/main" id="{A7C7CFEE-647F-FD4B-8F1F-D357C9361183}"/>
              </a:ext>
            </a:extLst>
          </p:cNvPr>
          <p:cNvSpPr/>
          <p:nvPr/>
        </p:nvSpPr>
        <p:spPr>
          <a:xfrm>
            <a:off x="6108525" y="1488552"/>
            <a:ext cx="5490576" cy="2000548"/>
          </a:xfrm>
          <a:prstGeom prst="rect">
            <a:avLst/>
          </a:prstGeom>
        </p:spPr>
        <p:txBody>
          <a:bodyPr wrap="square">
            <a:spAutoFit/>
          </a:bodyPr>
          <a:lstStyle/>
          <a:p>
            <a:pPr marL="457200" indent="-457200">
              <a:buFont typeface="Wingdings" charset="0"/>
              <a:buNone/>
              <a:defRPr/>
            </a:pPr>
            <a:r>
              <a:rPr lang="en-US" sz="2800">
                <a:solidFill>
                  <a:srgbClr val="CC0000"/>
                </a:solidFill>
              </a:rPr>
              <a:t>AS</a:t>
            </a:r>
            <a:r>
              <a:rPr lang="en-US" sz="2800">
                <a:solidFill>
                  <a:srgbClr val="CC0000"/>
                </a:solidFill>
                <a:cs typeface="Arial"/>
              </a:rPr>
              <a:t>1</a:t>
            </a:r>
            <a:r>
              <a:rPr lang="en-US" sz="2800">
                <a:solidFill>
                  <a:srgbClr val="CC0000"/>
                </a:solidFill>
              </a:rPr>
              <a:t> inter-domain routing must:</a:t>
            </a:r>
          </a:p>
          <a:p>
            <a:pPr marL="457200" indent="-333375">
              <a:buFont typeface="ZapfDingbats" charset="0"/>
              <a:buAutoNum type="arabicPeriod"/>
              <a:defRPr/>
            </a:pPr>
            <a:r>
              <a:rPr lang="en-US" sz="2400"/>
              <a:t>learn which destinations reachable through AS2, which through AS3</a:t>
            </a:r>
          </a:p>
          <a:p>
            <a:pPr marL="457200" indent="-333375">
              <a:buFont typeface="ZapfDingbats" charset="0"/>
              <a:buAutoNum type="arabicPeriod"/>
              <a:defRPr/>
            </a:pPr>
            <a:r>
              <a:rPr lang="en-US" sz="2400"/>
              <a:t>propagate this reachability info to all routers in AS</a:t>
            </a:r>
            <a:r>
              <a:rPr lang="en-US" sz="2400">
                <a:cs typeface="Arial"/>
              </a:rPr>
              <a:t>1</a:t>
            </a:r>
          </a:p>
        </p:txBody>
      </p:sp>
      <p:grpSp>
        <p:nvGrpSpPr>
          <p:cNvPr id="3" name="Group 2">
            <a:extLst>
              <a:ext uri="{FF2B5EF4-FFF2-40B4-BE49-F238E27FC236}">
                <a16:creationId xmlns:a16="http://schemas.microsoft.com/office/drawing/2014/main" id="{7AF74606-0A42-EC43-8837-07801EF753FD}"/>
              </a:ext>
            </a:extLst>
          </p:cNvPr>
          <p:cNvGrpSpPr/>
          <p:nvPr/>
        </p:nvGrpSpPr>
        <p:grpSpPr>
          <a:xfrm>
            <a:off x="2670048" y="5701792"/>
            <a:ext cx="763742" cy="443198"/>
            <a:chOff x="2670048" y="5701792"/>
            <a:chExt cx="763742" cy="443198"/>
          </a:xfrm>
        </p:grpSpPr>
        <p:sp>
          <p:nvSpPr>
            <p:cNvPr id="124" name="Right Arrow 123">
              <a:extLst>
                <a:ext uri="{FF2B5EF4-FFF2-40B4-BE49-F238E27FC236}">
                  <a16:creationId xmlns:a16="http://schemas.microsoft.com/office/drawing/2014/main" id="{28ACB7EC-F781-384A-AD08-E17B83DAE67A}"/>
                </a:ext>
              </a:extLst>
            </p:cNvPr>
            <p:cNvSpPr/>
            <p:nvPr/>
          </p:nvSpPr>
          <p:spPr>
            <a:xfrm rot="19174881">
              <a:off x="2896614" y="5786744"/>
              <a:ext cx="537176" cy="202520"/>
            </a:xfrm>
            <a:prstGeom prst="rightArrow">
              <a:avLst/>
            </a:prstGeom>
            <a:gradFill>
              <a:gsLst>
                <a:gs pos="0">
                  <a:schemeClr val="accent1">
                    <a:lumMod val="5000"/>
                    <a:lumOff val="95000"/>
                  </a:schemeClr>
                </a:gs>
                <a:gs pos="35000">
                  <a:schemeClr val="accent1">
                    <a:lumMod val="20000"/>
                    <a:lumOff val="80000"/>
                  </a:schemeClr>
                </a:gs>
                <a:gs pos="68000">
                  <a:schemeClr val="accent1">
                    <a:lumMod val="45000"/>
                    <a:lumOff val="55000"/>
                  </a:scheme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201">
              <a:extLst>
                <a:ext uri="{FF2B5EF4-FFF2-40B4-BE49-F238E27FC236}">
                  <a16:creationId xmlns:a16="http://schemas.microsoft.com/office/drawing/2014/main" id="{E20C8ADF-2589-C646-B6EA-D4B0EBC7A0E8}"/>
                </a:ext>
              </a:extLst>
            </p:cNvPr>
            <p:cNvGrpSpPr>
              <a:grpSpLocks/>
            </p:cNvGrpSpPr>
            <p:nvPr/>
          </p:nvGrpSpPr>
          <p:grpSpPr bwMode="auto">
            <a:xfrm>
              <a:off x="2670048" y="5701792"/>
              <a:ext cx="245122" cy="443198"/>
              <a:chOff x="375561" y="297711"/>
              <a:chExt cx="1252683" cy="2138362"/>
            </a:xfrm>
          </p:grpSpPr>
          <p:sp>
            <p:nvSpPr>
              <p:cNvPr id="121" name="Freeform 120">
                <a:extLst>
                  <a:ext uri="{FF2B5EF4-FFF2-40B4-BE49-F238E27FC236}">
                    <a16:creationId xmlns:a16="http://schemas.microsoft.com/office/drawing/2014/main" id="{7DDF526C-1102-2F48-8FE7-A7023586C9F7}"/>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2" name="Freeform 121">
                <a:extLst>
                  <a:ext uri="{FF2B5EF4-FFF2-40B4-BE49-F238E27FC236}">
                    <a16:creationId xmlns:a16="http://schemas.microsoft.com/office/drawing/2014/main" id="{D87569FE-AD98-464C-82C6-8AF331C6E022}"/>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 name="Rectangle 122">
                <a:extLst>
                  <a:ext uri="{FF2B5EF4-FFF2-40B4-BE49-F238E27FC236}">
                    <a16:creationId xmlns:a16="http://schemas.microsoft.com/office/drawing/2014/main" id="{1DD79E3A-D063-E04C-BF26-4BCE30BD1540}"/>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grpSp>
      </p:grpSp>
      <p:sp>
        <p:nvSpPr>
          <p:cNvPr id="126" name="Rectangle 3">
            <a:extLst>
              <a:ext uri="{FF2B5EF4-FFF2-40B4-BE49-F238E27FC236}">
                <a16:creationId xmlns:a16="http://schemas.microsoft.com/office/drawing/2014/main" id="{2805B67C-421E-F747-ADEA-BA4F2FA77522}"/>
              </a:ext>
            </a:extLst>
          </p:cNvPr>
          <p:cNvSpPr txBox="1">
            <a:spLocks noChangeArrowheads="1"/>
          </p:cNvSpPr>
          <p:nvPr/>
        </p:nvSpPr>
        <p:spPr>
          <a:xfrm>
            <a:off x="602209" y="2259682"/>
            <a:ext cx="5004692" cy="1998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defRPr/>
            </a:pPr>
            <a:r>
              <a:rPr lang="en-US"/>
              <a:t>router should forward packet to gateway router in AS1 (e.g., 1c, or 1b), but which one?</a:t>
            </a:r>
          </a:p>
          <a:p>
            <a:pPr lvl="1">
              <a:defRPr/>
            </a:pPr>
            <a:endParaRPr lang="en-US"/>
          </a:p>
        </p:txBody>
      </p:sp>
      <p:grpSp>
        <p:nvGrpSpPr>
          <p:cNvPr id="8" name="Group 7">
            <a:extLst>
              <a:ext uri="{FF2B5EF4-FFF2-40B4-BE49-F238E27FC236}">
                <a16:creationId xmlns:a16="http://schemas.microsoft.com/office/drawing/2014/main" id="{11C63B2F-6BBA-B44E-97F7-4159A78FD0F4}"/>
              </a:ext>
            </a:extLst>
          </p:cNvPr>
          <p:cNvGrpSpPr/>
          <p:nvPr/>
        </p:nvGrpSpPr>
        <p:grpSpPr>
          <a:xfrm>
            <a:off x="528828" y="2261616"/>
            <a:ext cx="3400044" cy="3791712"/>
            <a:chOff x="528828" y="2261616"/>
            <a:chExt cx="3400044" cy="3791712"/>
          </a:xfrm>
        </p:grpSpPr>
        <p:pic>
          <p:nvPicPr>
            <p:cNvPr id="7" name="Picture 6" descr="A close up of a sign&#10;&#10;Description automatically generated">
              <a:extLst>
                <a:ext uri="{FF2B5EF4-FFF2-40B4-BE49-F238E27FC236}">
                  <a16:creationId xmlns:a16="http://schemas.microsoft.com/office/drawing/2014/main" id="{0AD2C625-9B0A-A742-966B-89B7C34CA760}"/>
                </a:ext>
              </a:extLst>
            </p:cNvPr>
            <p:cNvPicPr>
              <a:picLocks noChangeAspect="1"/>
            </p:cNvPicPr>
            <p:nvPr/>
          </p:nvPicPr>
          <p:blipFill>
            <a:blip r:embed="rId2"/>
            <a:stretch>
              <a:fillRect/>
            </a:stretch>
          </p:blipFill>
          <p:spPr>
            <a:xfrm>
              <a:off x="3081528" y="5205984"/>
              <a:ext cx="847344" cy="847344"/>
            </a:xfrm>
            <a:prstGeom prst="rect">
              <a:avLst/>
            </a:prstGeom>
          </p:spPr>
        </p:pic>
        <p:pic>
          <p:nvPicPr>
            <p:cNvPr id="129" name="Picture 128" descr="A close up of a sign&#10;&#10;Description automatically generated">
              <a:extLst>
                <a:ext uri="{FF2B5EF4-FFF2-40B4-BE49-F238E27FC236}">
                  <a16:creationId xmlns:a16="http://schemas.microsoft.com/office/drawing/2014/main" id="{9F88A575-F276-AF48-A7CD-00AEA286AE13}"/>
                </a:ext>
              </a:extLst>
            </p:cNvPr>
            <p:cNvPicPr>
              <a:picLocks noChangeAspect="1"/>
            </p:cNvPicPr>
            <p:nvPr/>
          </p:nvPicPr>
          <p:blipFill>
            <a:blip r:embed="rId2"/>
            <a:stretch>
              <a:fillRect/>
            </a:stretch>
          </p:blipFill>
          <p:spPr>
            <a:xfrm>
              <a:off x="528828" y="2261616"/>
              <a:ext cx="847344" cy="847344"/>
            </a:xfrm>
            <a:prstGeom prst="rect">
              <a:avLst/>
            </a:prstGeom>
          </p:spPr>
        </p:pic>
      </p:grpSp>
    </p:spTree>
    <p:extLst>
      <p:ext uri="{BB962C8B-B14F-4D97-AF65-F5344CB8AC3E}">
        <p14:creationId xmlns:p14="http://schemas.microsoft.com/office/powerpoint/2010/main" val="299360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dissolve">
                                      <p:cBhvr>
                                        <p:cTn id="12" dur="500"/>
                                        <p:tgtEl>
                                          <p:spTgt spid="126"/>
                                        </p:tgtEl>
                                      </p:cBhvr>
                                    </p:animEffect>
                                  </p:childTnLst>
                                </p:cTn>
                              </p:par>
                              <p:par>
                                <p:cTn id="13" presetID="9"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par>
                                <p:cTn id="21" presetID="9" presetClass="exit" presetSubtype="0" fill="hold" nodeType="withEffect">
                                  <p:stCondLst>
                                    <p:cond delay="0"/>
                                  </p:stCondLst>
                                  <p:childTnLst>
                                    <p:animEffect transition="out" filter="dissolv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6"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E13AA2-2CDE-60E4-116C-6BABA8750A3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C4E6B3C-4F99-23DD-640C-2F35B8FF673B}"/>
              </a:ext>
            </a:extLst>
          </p:cNvPr>
          <p:cNvSpPr>
            <a:spLocks noGrp="1"/>
          </p:cNvSpPr>
          <p:nvPr>
            <p:ph type="title"/>
          </p:nvPr>
        </p:nvSpPr>
        <p:spPr/>
        <p:txBody>
          <a:bodyPr>
            <a:normAutofit/>
          </a:bodyPr>
          <a:lstStyle/>
          <a:p>
            <a:r>
              <a:rPr lang="en-HK" sz="4400" kern="0">
                <a:ea typeface="ＭＳ Ｐゴシック" charset="0"/>
              </a:rPr>
              <a:t>Advantages of hierarchical routing</a:t>
            </a:r>
            <a:endParaRPr lang="en-US" sz="4800">
              <a:latin typeface="+mn-lt"/>
            </a:endParaRPr>
          </a:p>
        </p:txBody>
      </p:sp>
      <p:sp>
        <p:nvSpPr>
          <p:cNvPr id="3" name="Content Placeholder 2">
            <a:extLst>
              <a:ext uri="{FF2B5EF4-FFF2-40B4-BE49-F238E27FC236}">
                <a16:creationId xmlns:a16="http://schemas.microsoft.com/office/drawing/2014/main" id="{FBBAFBFC-D8CD-A49A-3907-809FAB65F3F4}"/>
              </a:ext>
            </a:extLst>
          </p:cNvPr>
          <p:cNvSpPr>
            <a:spLocks noGrp="1"/>
          </p:cNvSpPr>
          <p:nvPr>
            <p:ph idx="1"/>
          </p:nvPr>
        </p:nvSpPr>
        <p:spPr>
          <a:xfrm>
            <a:off x="838200" y="1607294"/>
            <a:ext cx="10515600" cy="3451089"/>
          </a:xfrm>
        </p:spPr>
        <p:txBody>
          <a:bodyPr>
            <a:normAutofit/>
          </a:bodyPr>
          <a:lstStyle/>
          <a:p>
            <a:r>
              <a:rPr lang="en-HK" sz="3200"/>
              <a:t>Scaling to large networks</a:t>
            </a:r>
          </a:p>
          <a:p>
            <a:pPr lvl="1"/>
            <a:r>
              <a:rPr lang="en-HK" sz="2800"/>
              <a:t>it works for millions of routers</a:t>
            </a:r>
          </a:p>
          <a:p>
            <a:r>
              <a:rPr lang="en-HK" sz="3200"/>
              <a:t>Incorporating policy decisions</a:t>
            </a:r>
          </a:p>
          <a:p>
            <a:pPr lvl="1"/>
            <a:r>
              <a:rPr lang="en-HK" sz="2800"/>
              <a:t>operators of different domains make their own routing decisions</a:t>
            </a:r>
          </a:p>
          <a:p>
            <a:pPr lvl="1"/>
            <a:r>
              <a:rPr lang="en-HK" sz="2800"/>
              <a:t>Intra-AS routing </a:t>
            </a:r>
            <a:r>
              <a:rPr lang="en-US" altLang="zh-CN" sz="2800"/>
              <a:t>focuses on performance (least cost paths)</a:t>
            </a:r>
          </a:p>
          <a:p>
            <a:pPr lvl="1"/>
            <a:r>
              <a:rPr lang="en-HK" sz="2800"/>
              <a:t>Inter-AS routing </a:t>
            </a:r>
            <a:r>
              <a:rPr lang="en-US" altLang="zh-CN" sz="2800"/>
              <a:t>focuses more on policy</a:t>
            </a:r>
          </a:p>
          <a:p>
            <a:pPr lvl="1"/>
            <a:endParaRPr lang="en-HK" sz="2800"/>
          </a:p>
          <a:p>
            <a:endParaRPr lang="en-HK" sz="3200"/>
          </a:p>
        </p:txBody>
      </p:sp>
    </p:spTree>
    <p:extLst>
      <p:ext uri="{BB962C8B-B14F-4D97-AF65-F5344CB8AC3E}">
        <p14:creationId xmlns:p14="http://schemas.microsoft.com/office/powerpoint/2010/main" val="2092802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D7954-B97D-B3BA-0840-B4C63970750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0F871D-7AE6-0A62-C79D-AC1AC2456E26}"/>
              </a:ext>
            </a:extLst>
          </p:cNvPr>
          <p:cNvSpPr>
            <a:spLocks noGrp="1"/>
          </p:cNvSpPr>
          <p:nvPr>
            <p:ph type="title"/>
          </p:nvPr>
        </p:nvSpPr>
        <p:spPr/>
        <p:txBody>
          <a:bodyPr>
            <a:normAutofit/>
          </a:bodyPr>
          <a:lstStyle/>
          <a:p>
            <a:r>
              <a:rPr lang="en-HK" sz="4400" kern="0">
                <a:ea typeface="ＭＳ Ｐゴシック" charset="0"/>
              </a:rPr>
              <a:t>Internet routing protocols</a:t>
            </a:r>
            <a:endParaRPr lang="en-US" sz="4800">
              <a:latin typeface="+mn-lt"/>
            </a:endParaRPr>
          </a:p>
        </p:txBody>
      </p:sp>
      <p:sp>
        <p:nvSpPr>
          <p:cNvPr id="5" name="Rectangle 4">
            <a:extLst>
              <a:ext uri="{FF2B5EF4-FFF2-40B4-BE49-F238E27FC236}">
                <a16:creationId xmlns:a16="http://schemas.microsoft.com/office/drawing/2014/main" id="{5C70A4D0-BDE9-8335-2F7D-32CD62A05EA4}"/>
              </a:ext>
            </a:extLst>
          </p:cNvPr>
          <p:cNvSpPr/>
          <p:nvPr/>
        </p:nvSpPr>
        <p:spPr>
          <a:xfrm>
            <a:off x="3167975" y="2451370"/>
            <a:ext cx="5486400" cy="2928026"/>
          </a:xfrm>
          <a:prstGeom prst="rect">
            <a:avLst/>
          </a:prstGeom>
          <a:noFill/>
          <a:ln w="349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sz="1600"/>
          </a:p>
        </p:txBody>
      </p:sp>
      <p:cxnSp>
        <p:nvCxnSpPr>
          <p:cNvPr id="8" name="Straight Connector 7">
            <a:extLst>
              <a:ext uri="{FF2B5EF4-FFF2-40B4-BE49-F238E27FC236}">
                <a16:creationId xmlns:a16="http://schemas.microsoft.com/office/drawing/2014/main" id="{02B57903-4CEB-6152-20D8-704DCB667CC4}"/>
              </a:ext>
            </a:extLst>
          </p:cNvPr>
          <p:cNvCxnSpPr>
            <a:stCxn id="5" idx="1"/>
            <a:endCxn id="5" idx="3"/>
          </p:cNvCxnSpPr>
          <p:nvPr/>
        </p:nvCxnSpPr>
        <p:spPr>
          <a:xfrm>
            <a:off x="3167975" y="3915383"/>
            <a:ext cx="5486400" cy="0"/>
          </a:xfrm>
          <a:prstGeom prst="line">
            <a:avLst/>
          </a:prstGeom>
          <a:noFill/>
          <a:ln w="34925">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34A4793D-DF40-451D-E1AB-353695C82E17}"/>
              </a:ext>
            </a:extLst>
          </p:cNvPr>
          <p:cNvCxnSpPr>
            <a:cxnSpLocks/>
            <a:endCxn id="5" idx="2"/>
          </p:cNvCxnSpPr>
          <p:nvPr/>
        </p:nvCxnSpPr>
        <p:spPr>
          <a:xfrm>
            <a:off x="5885235" y="2451370"/>
            <a:ext cx="25940" cy="2928026"/>
          </a:xfrm>
          <a:prstGeom prst="line">
            <a:avLst/>
          </a:prstGeom>
          <a:noFill/>
          <a:ln w="34925">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sp>
        <p:nvSpPr>
          <p:cNvPr id="12" name="Content Placeholder 2">
            <a:extLst>
              <a:ext uri="{FF2B5EF4-FFF2-40B4-BE49-F238E27FC236}">
                <a16:creationId xmlns:a16="http://schemas.microsoft.com/office/drawing/2014/main" id="{917B379C-E7C3-6310-AA49-F6A3B75B1DEC}"/>
              </a:ext>
            </a:extLst>
          </p:cNvPr>
          <p:cNvSpPr>
            <a:spLocks noGrp="1"/>
          </p:cNvSpPr>
          <p:nvPr>
            <p:ph idx="1"/>
          </p:nvPr>
        </p:nvSpPr>
        <p:spPr>
          <a:xfrm>
            <a:off x="6001967" y="1758551"/>
            <a:ext cx="2080098" cy="639795"/>
          </a:xfrm>
        </p:spPr>
        <p:txBody>
          <a:bodyPr>
            <a:normAutofit/>
          </a:bodyPr>
          <a:lstStyle/>
          <a:p>
            <a:pPr marL="463550" lvl="1" indent="0">
              <a:buNone/>
            </a:pPr>
            <a:r>
              <a:rPr lang="en-HK" sz="2800">
                <a:solidFill>
                  <a:srgbClr val="C00000"/>
                </a:solidFill>
              </a:rPr>
              <a:t>Inter-AS</a:t>
            </a:r>
          </a:p>
          <a:p>
            <a:endParaRPr lang="en-HK" sz="3200">
              <a:solidFill>
                <a:srgbClr val="C00000"/>
              </a:solidFill>
            </a:endParaRPr>
          </a:p>
        </p:txBody>
      </p:sp>
      <p:sp>
        <p:nvSpPr>
          <p:cNvPr id="13" name="Content Placeholder 2">
            <a:extLst>
              <a:ext uri="{FF2B5EF4-FFF2-40B4-BE49-F238E27FC236}">
                <a16:creationId xmlns:a16="http://schemas.microsoft.com/office/drawing/2014/main" id="{2A09EAC1-F557-1EBB-47FA-9F7BD8FA40BF}"/>
              </a:ext>
            </a:extLst>
          </p:cNvPr>
          <p:cNvSpPr txBox="1">
            <a:spLocks/>
          </p:cNvSpPr>
          <p:nvPr/>
        </p:nvSpPr>
        <p:spPr>
          <a:xfrm>
            <a:off x="3561946" y="1785062"/>
            <a:ext cx="2080098"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2800">
                <a:solidFill>
                  <a:srgbClr val="0000A8"/>
                </a:solidFill>
              </a:rPr>
              <a:t>Intra-AS</a:t>
            </a:r>
          </a:p>
          <a:p>
            <a:endParaRPr lang="en-HK" sz="3200">
              <a:solidFill>
                <a:srgbClr val="0000A8"/>
              </a:solidFill>
            </a:endParaRPr>
          </a:p>
        </p:txBody>
      </p:sp>
      <p:sp>
        <p:nvSpPr>
          <p:cNvPr id="15" name="Content Placeholder 2">
            <a:extLst>
              <a:ext uri="{FF2B5EF4-FFF2-40B4-BE49-F238E27FC236}">
                <a16:creationId xmlns:a16="http://schemas.microsoft.com/office/drawing/2014/main" id="{A38A238D-A08E-6C06-ED08-8A9FE0224C80}"/>
              </a:ext>
            </a:extLst>
          </p:cNvPr>
          <p:cNvSpPr txBox="1">
            <a:spLocks/>
          </p:cNvSpPr>
          <p:nvPr/>
        </p:nvSpPr>
        <p:spPr>
          <a:xfrm>
            <a:off x="781455" y="2942434"/>
            <a:ext cx="2496767"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2800"/>
              <a:t>Link state</a:t>
            </a:r>
          </a:p>
          <a:p>
            <a:endParaRPr lang="en-HK" sz="3200"/>
          </a:p>
        </p:txBody>
      </p:sp>
      <p:sp>
        <p:nvSpPr>
          <p:cNvPr id="16" name="Content Placeholder 2">
            <a:extLst>
              <a:ext uri="{FF2B5EF4-FFF2-40B4-BE49-F238E27FC236}">
                <a16:creationId xmlns:a16="http://schemas.microsoft.com/office/drawing/2014/main" id="{A767DBF5-A514-E54E-704E-C970998AAD9C}"/>
              </a:ext>
            </a:extLst>
          </p:cNvPr>
          <p:cNvSpPr txBox="1">
            <a:spLocks/>
          </p:cNvSpPr>
          <p:nvPr/>
        </p:nvSpPr>
        <p:spPr>
          <a:xfrm>
            <a:off x="201037" y="4538425"/>
            <a:ext cx="3287950"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2800"/>
              <a:t>Distance vector</a:t>
            </a:r>
          </a:p>
          <a:p>
            <a:endParaRPr lang="en-HK" sz="3200"/>
          </a:p>
        </p:txBody>
      </p:sp>
      <p:sp>
        <p:nvSpPr>
          <p:cNvPr id="17" name="Content Placeholder 2">
            <a:extLst>
              <a:ext uri="{FF2B5EF4-FFF2-40B4-BE49-F238E27FC236}">
                <a16:creationId xmlns:a16="http://schemas.microsoft.com/office/drawing/2014/main" id="{11A03614-13F1-A9E6-AD59-9CE32F92B2A2}"/>
              </a:ext>
            </a:extLst>
          </p:cNvPr>
          <p:cNvSpPr txBox="1">
            <a:spLocks/>
          </p:cNvSpPr>
          <p:nvPr/>
        </p:nvSpPr>
        <p:spPr>
          <a:xfrm>
            <a:off x="3561947" y="2904677"/>
            <a:ext cx="2002278"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3200">
                <a:solidFill>
                  <a:srgbClr val="0000A8"/>
                </a:solidFill>
              </a:rPr>
              <a:t>OSPF</a:t>
            </a:r>
          </a:p>
          <a:p>
            <a:endParaRPr lang="en-HK" sz="3600">
              <a:solidFill>
                <a:srgbClr val="0000A8"/>
              </a:solidFill>
            </a:endParaRPr>
          </a:p>
        </p:txBody>
      </p:sp>
      <p:sp>
        <p:nvSpPr>
          <p:cNvPr id="19" name="Content Placeholder 2">
            <a:extLst>
              <a:ext uri="{FF2B5EF4-FFF2-40B4-BE49-F238E27FC236}">
                <a16:creationId xmlns:a16="http://schemas.microsoft.com/office/drawing/2014/main" id="{649E7E41-9E8C-CD61-5A1B-034B4F146075}"/>
              </a:ext>
            </a:extLst>
          </p:cNvPr>
          <p:cNvSpPr txBox="1">
            <a:spLocks/>
          </p:cNvSpPr>
          <p:nvPr/>
        </p:nvSpPr>
        <p:spPr>
          <a:xfrm>
            <a:off x="3599233" y="4009604"/>
            <a:ext cx="2496767"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3200"/>
              <a:t>RIP</a:t>
            </a:r>
          </a:p>
          <a:p>
            <a:endParaRPr lang="en-HK" sz="3600">
              <a:solidFill>
                <a:srgbClr val="0000A8"/>
              </a:solidFill>
            </a:endParaRPr>
          </a:p>
        </p:txBody>
      </p:sp>
      <p:sp>
        <p:nvSpPr>
          <p:cNvPr id="20" name="Content Placeholder 2">
            <a:extLst>
              <a:ext uri="{FF2B5EF4-FFF2-40B4-BE49-F238E27FC236}">
                <a16:creationId xmlns:a16="http://schemas.microsoft.com/office/drawing/2014/main" id="{CBB20DD8-DFAE-A685-9686-464C994CE429}"/>
              </a:ext>
            </a:extLst>
          </p:cNvPr>
          <p:cNvSpPr txBox="1">
            <a:spLocks/>
          </p:cNvSpPr>
          <p:nvPr/>
        </p:nvSpPr>
        <p:spPr>
          <a:xfrm>
            <a:off x="3599232" y="4608724"/>
            <a:ext cx="2496767"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3200"/>
              <a:t>EIGRP</a:t>
            </a:r>
          </a:p>
          <a:p>
            <a:endParaRPr lang="en-HK" sz="3600"/>
          </a:p>
        </p:txBody>
      </p:sp>
      <p:sp>
        <p:nvSpPr>
          <p:cNvPr id="21" name="Content Placeholder 2">
            <a:extLst>
              <a:ext uri="{FF2B5EF4-FFF2-40B4-BE49-F238E27FC236}">
                <a16:creationId xmlns:a16="http://schemas.microsoft.com/office/drawing/2014/main" id="{5C927E73-63C0-929E-1CCD-F799311DA4AC}"/>
              </a:ext>
            </a:extLst>
          </p:cNvPr>
          <p:cNvSpPr txBox="1">
            <a:spLocks/>
          </p:cNvSpPr>
          <p:nvPr/>
        </p:nvSpPr>
        <p:spPr>
          <a:xfrm>
            <a:off x="6316492" y="4403095"/>
            <a:ext cx="2496767" cy="63979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lvl="1" indent="0">
              <a:buFont typeface="Arial" panose="020B0604020202020204" pitchFamily="34" charset="0"/>
              <a:buNone/>
            </a:pPr>
            <a:r>
              <a:rPr lang="en-HK" sz="3200">
                <a:solidFill>
                  <a:srgbClr val="C00000"/>
                </a:solidFill>
              </a:rPr>
              <a:t>BGP</a:t>
            </a:r>
          </a:p>
          <a:p>
            <a:endParaRPr lang="en-HK" sz="3600">
              <a:solidFill>
                <a:srgbClr val="C00000"/>
              </a:solidFill>
            </a:endParaRPr>
          </a:p>
        </p:txBody>
      </p:sp>
    </p:spTree>
    <p:extLst>
      <p:ext uri="{BB962C8B-B14F-4D97-AF65-F5344CB8AC3E}">
        <p14:creationId xmlns:p14="http://schemas.microsoft.com/office/powerpoint/2010/main" val="232376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E97B4-954A-979E-E427-1F94D3605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97710-A6B9-67CD-045D-3DF8F10F1305}"/>
              </a:ext>
            </a:extLst>
          </p:cNvPr>
          <p:cNvSpPr>
            <a:spLocks noGrp="1"/>
          </p:cNvSpPr>
          <p:nvPr>
            <p:ph type="title"/>
          </p:nvPr>
        </p:nvSpPr>
        <p:spPr/>
        <p:txBody>
          <a:bodyPr/>
          <a:lstStyle/>
          <a:p>
            <a:r>
              <a:rPr lang="en-US">
                <a:cs typeface="Calibri" panose="020F0502020204030204" pitchFamily="34" charset="0"/>
              </a:rPr>
              <a:t>Network Layer in the Internet</a:t>
            </a:r>
            <a:endParaRPr lang="en-US"/>
          </a:p>
        </p:txBody>
      </p:sp>
      <p:sp>
        <p:nvSpPr>
          <p:cNvPr id="3" name="Content Placeholder 2">
            <a:extLst>
              <a:ext uri="{FF2B5EF4-FFF2-40B4-BE49-F238E27FC236}">
                <a16:creationId xmlns:a16="http://schemas.microsoft.com/office/drawing/2014/main" id="{20FFA996-087D-2C62-FA63-0B68A635A36C}"/>
              </a:ext>
            </a:extLst>
          </p:cNvPr>
          <p:cNvSpPr>
            <a:spLocks noGrp="1"/>
          </p:cNvSpPr>
          <p:nvPr>
            <p:ph sz="half" idx="1"/>
          </p:nvPr>
        </p:nvSpPr>
        <p:spPr>
          <a:xfrm>
            <a:off x="838200" y="1572572"/>
            <a:ext cx="8724089" cy="4482787"/>
          </a:xfrm>
        </p:spPr>
        <p:txBody>
          <a:bodyPr>
            <a:normAutofit/>
          </a:bodyPr>
          <a:lstStyle/>
          <a:p>
            <a:pPr marL="342900" indent="-212725">
              <a:buFont typeface="Wingdings" charset="2"/>
              <a:buChar char="§"/>
              <a:defRPr/>
            </a:pPr>
            <a:r>
              <a:rPr lang="en-US" sz="3200">
                <a:solidFill>
                  <a:schemeClr val="bg1">
                    <a:lumMod val="50000"/>
                  </a:schemeClr>
                </a:solidFill>
              </a:rPr>
              <a:t>The Internet Protocol (IP)</a:t>
            </a:r>
          </a:p>
          <a:p>
            <a:pPr>
              <a:defRPr/>
            </a:pPr>
            <a:r>
              <a:rPr lang="en-US" sz="3200"/>
              <a:t>Internet Routing</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Hierarchical routing </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Intra-ISP routing: </a:t>
            </a:r>
            <a:r>
              <a:rPr lang="en-US" sz="2800" u="sng"/>
              <a:t>OSPF</a:t>
            </a:r>
          </a:p>
          <a:p>
            <a:pPr lvl="1">
              <a:defRPr/>
            </a:pPr>
            <a:r>
              <a:rPr lang="en-US" altLang="en-US" sz="2800">
                <a:solidFill>
                  <a:schemeClr val="tx1">
                    <a:lumMod val="85000"/>
                    <a:lumOff val="15000"/>
                  </a:schemeClr>
                </a:solidFill>
                <a:ea typeface="ＭＳ Ｐゴシック" panose="020B0600070205080204" pitchFamily="34" charset="-128"/>
                <a:cs typeface="Arial" panose="020B0604020202020204" pitchFamily="34" charset="0"/>
              </a:rPr>
              <a:t>Inter-ISP routing: </a:t>
            </a:r>
            <a:r>
              <a:rPr lang="en-US" sz="2800"/>
              <a:t>BGP</a:t>
            </a:r>
          </a:p>
          <a:p>
            <a:pPr>
              <a:defRPr/>
            </a:pPr>
            <a:r>
              <a:rPr lang="en-US" sz="3200">
                <a:solidFill>
                  <a:schemeClr val="bg1">
                    <a:lumMod val="50000"/>
                  </a:schemeClr>
                </a:solidFill>
              </a:rPr>
              <a:t>Internet Forwarding</a:t>
            </a:r>
          </a:p>
          <a:p>
            <a:pPr marL="130175" indent="0">
              <a:buNone/>
            </a:pPr>
            <a:endParaRPr lang="en-US"/>
          </a:p>
        </p:txBody>
      </p:sp>
    </p:spTree>
    <p:extLst>
      <p:ext uri="{BB962C8B-B14F-4D97-AF65-F5344CB8AC3E}">
        <p14:creationId xmlns:p14="http://schemas.microsoft.com/office/powerpoint/2010/main" val="21643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a:xfrm>
            <a:off x="838200" y="451821"/>
            <a:ext cx="10873636" cy="894622"/>
          </a:xfrm>
        </p:spPr>
        <p:txBody>
          <a:bodyPr>
            <a:noAutofit/>
          </a:bodyPr>
          <a:lstStyle/>
          <a:p>
            <a:r>
              <a:rPr lang="en-US" sz="4000"/>
              <a:t>OSPF (Open Shortest Path First) routing</a:t>
            </a:r>
            <a:endParaRPr lang="en-US" sz="4000">
              <a:latin typeface="+mn-lt"/>
            </a:endParaRPr>
          </a:p>
        </p:txBody>
      </p:sp>
      <p:sp>
        <p:nvSpPr>
          <p:cNvPr id="223" name="Rectangle 3">
            <a:extLst>
              <a:ext uri="{FF2B5EF4-FFF2-40B4-BE49-F238E27FC236}">
                <a16:creationId xmlns:a16="http://schemas.microsoft.com/office/drawing/2014/main" id="{C4812894-1377-0F41-8D66-2DB2C98C7B52}"/>
              </a:ext>
            </a:extLst>
          </p:cNvPr>
          <p:cNvSpPr txBox="1">
            <a:spLocks noChangeArrowheads="1"/>
          </p:cNvSpPr>
          <p:nvPr/>
        </p:nvSpPr>
        <p:spPr>
          <a:xfrm>
            <a:off x="857489" y="1558641"/>
            <a:ext cx="10504417" cy="521180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altLang="ja-JP" sz="3600"/>
              <a:t>“</a:t>
            </a:r>
            <a:r>
              <a:rPr lang="en-US" altLang="ja-JP" sz="3600">
                <a:solidFill>
                  <a:srgbClr val="0000A8"/>
                </a:solidFill>
              </a:rPr>
              <a:t>open</a:t>
            </a:r>
            <a:r>
              <a:rPr lang="en-US" altLang="ja-JP" sz="3600"/>
              <a:t>”: publicly available</a:t>
            </a:r>
          </a:p>
          <a:p>
            <a:pPr marL="285750" indent="-274638"/>
            <a:r>
              <a:rPr lang="en-US" altLang="ja-JP" sz="3600"/>
              <a:t>classic link-state </a:t>
            </a:r>
          </a:p>
          <a:p>
            <a:pPr lvl="1"/>
            <a:r>
              <a:rPr lang="en-US" altLang="ja-JP" sz="3200"/>
              <a:t>each router floods OSPF link-state advertisements to all other routers in entire AS</a:t>
            </a:r>
          </a:p>
          <a:p>
            <a:pPr lvl="2"/>
            <a:r>
              <a:rPr lang="en-US" altLang="ja-JP" sz="2800">
                <a:solidFill>
                  <a:srgbClr val="0000A8"/>
                </a:solidFill>
              </a:rPr>
              <a:t>directly over IP</a:t>
            </a:r>
            <a:r>
              <a:rPr lang="en-US" altLang="ja-JP" sz="2800"/>
              <a:t> rather than using TCP/UDP (upper-layer protocol of 89)</a:t>
            </a:r>
          </a:p>
          <a:p>
            <a:pPr lvl="2"/>
            <a:r>
              <a:rPr lang="en-US" altLang="ja-JP" sz="2800"/>
              <a:t>Responsible for reliable message transfer</a:t>
            </a:r>
          </a:p>
          <a:p>
            <a:pPr lvl="1"/>
            <a:r>
              <a:rPr lang="en-US" altLang="ja-JP" sz="3200"/>
              <a:t>each router has full topology, uses </a:t>
            </a:r>
            <a:r>
              <a:rPr lang="en-US" altLang="ja-JP" sz="3200">
                <a:solidFill>
                  <a:srgbClr val="0000A8"/>
                </a:solidFill>
              </a:rPr>
              <a:t>Dijkstra’s algorithm</a:t>
            </a:r>
            <a:r>
              <a:rPr lang="en-US" altLang="ja-JP" sz="3200"/>
              <a:t> to compute forwarding table</a:t>
            </a:r>
          </a:p>
        </p:txBody>
      </p:sp>
    </p:spTree>
    <p:extLst>
      <p:ext uri="{BB962C8B-B14F-4D97-AF65-F5344CB8AC3E}">
        <p14:creationId xmlns:p14="http://schemas.microsoft.com/office/powerpoint/2010/main" val="333597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animEffect transition="in" filter="dissolve">
                                      <p:cBhvr>
                                        <p:cTn id="7" dur="500"/>
                                        <p:tgtEl>
                                          <p:spTgt spid="2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3">
                                            <p:txEl>
                                              <p:pRg st="1" end="1"/>
                                            </p:txEl>
                                          </p:spTgt>
                                        </p:tgtEl>
                                        <p:attrNameLst>
                                          <p:attrName>style.visibility</p:attrName>
                                        </p:attrNameLst>
                                      </p:cBhvr>
                                      <p:to>
                                        <p:strVal val="visible"/>
                                      </p:to>
                                    </p:set>
                                    <p:animEffect transition="in" filter="dissolve">
                                      <p:cBhvr>
                                        <p:cTn id="12" dur="500"/>
                                        <p:tgtEl>
                                          <p:spTgt spid="223">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23">
                                            <p:txEl>
                                              <p:pRg st="2" end="2"/>
                                            </p:txEl>
                                          </p:spTgt>
                                        </p:tgtEl>
                                        <p:attrNameLst>
                                          <p:attrName>style.visibility</p:attrName>
                                        </p:attrNameLst>
                                      </p:cBhvr>
                                      <p:to>
                                        <p:strVal val="visible"/>
                                      </p:to>
                                    </p:set>
                                    <p:animEffect transition="in" filter="dissolve">
                                      <p:cBhvr>
                                        <p:cTn id="15" dur="500"/>
                                        <p:tgtEl>
                                          <p:spTgt spid="223">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3">
                                            <p:txEl>
                                              <p:pRg st="3" end="3"/>
                                            </p:txEl>
                                          </p:spTgt>
                                        </p:tgtEl>
                                        <p:attrNameLst>
                                          <p:attrName>style.visibility</p:attrName>
                                        </p:attrNameLst>
                                      </p:cBhvr>
                                      <p:to>
                                        <p:strVal val="visible"/>
                                      </p:to>
                                    </p:set>
                                    <p:animEffect transition="in" filter="dissolve">
                                      <p:cBhvr>
                                        <p:cTn id="18" dur="500"/>
                                        <p:tgtEl>
                                          <p:spTgt spid="223">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23">
                                            <p:txEl>
                                              <p:pRg st="4" end="4"/>
                                            </p:txEl>
                                          </p:spTgt>
                                        </p:tgtEl>
                                        <p:attrNameLst>
                                          <p:attrName>style.visibility</p:attrName>
                                        </p:attrNameLst>
                                      </p:cBhvr>
                                      <p:to>
                                        <p:strVal val="visible"/>
                                      </p:to>
                                    </p:set>
                                    <p:animEffect transition="in" filter="dissolve">
                                      <p:cBhvr>
                                        <p:cTn id="21" dur="500"/>
                                        <p:tgtEl>
                                          <p:spTgt spid="223">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23">
                                            <p:txEl>
                                              <p:pRg st="5" end="5"/>
                                            </p:txEl>
                                          </p:spTgt>
                                        </p:tgtEl>
                                        <p:attrNameLst>
                                          <p:attrName>style.visibility</p:attrName>
                                        </p:attrNameLst>
                                      </p:cBhvr>
                                      <p:to>
                                        <p:strVal val="visible"/>
                                      </p:to>
                                    </p:set>
                                    <p:animEffect transition="in" filter="dissolve">
                                      <p:cBhvr>
                                        <p:cTn id="24" dur="500"/>
                                        <p:tgtEl>
                                          <p:spTgt spid="2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DCE7-1E29-58CE-FA6C-93FA243F732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5560F1A-C2A9-E153-BC71-5E81C8CE5C7A}"/>
              </a:ext>
            </a:extLst>
          </p:cNvPr>
          <p:cNvSpPr>
            <a:spLocks noGrp="1"/>
          </p:cNvSpPr>
          <p:nvPr>
            <p:ph type="title"/>
          </p:nvPr>
        </p:nvSpPr>
        <p:spPr>
          <a:xfrm>
            <a:off x="838200" y="451821"/>
            <a:ext cx="10873636" cy="894622"/>
          </a:xfrm>
        </p:spPr>
        <p:txBody>
          <a:bodyPr>
            <a:noAutofit/>
          </a:bodyPr>
          <a:lstStyle/>
          <a:p>
            <a:r>
              <a:rPr lang="en-US" sz="4000"/>
              <a:t>OSPF (Open Shortest Path First) routing</a:t>
            </a:r>
            <a:endParaRPr lang="en-US" sz="4000">
              <a:latin typeface="+mn-lt"/>
            </a:endParaRPr>
          </a:p>
        </p:txBody>
      </p:sp>
      <p:sp>
        <p:nvSpPr>
          <p:cNvPr id="223" name="Rectangle 3">
            <a:extLst>
              <a:ext uri="{FF2B5EF4-FFF2-40B4-BE49-F238E27FC236}">
                <a16:creationId xmlns:a16="http://schemas.microsoft.com/office/drawing/2014/main" id="{3A7690AE-1BD9-D9E0-C7C5-31097D217B37}"/>
              </a:ext>
            </a:extLst>
          </p:cNvPr>
          <p:cNvSpPr txBox="1">
            <a:spLocks noChangeArrowheads="1"/>
          </p:cNvSpPr>
          <p:nvPr/>
        </p:nvSpPr>
        <p:spPr>
          <a:xfrm>
            <a:off x="857488" y="1558642"/>
            <a:ext cx="10942029" cy="476700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3200">
                <a:solidFill>
                  <a:srgbClr val="0000A8"/>
                </a:solidFill>
              </a:rPr>
              <a:t>security</a:t>
            </a:r>
            <a:r>
              <a:rPr lang="en-US" altLang="ja-JP" sz="3200" i="1">
                <a:solidFill>
                  <a:srgbClr val="0000A8"/>
                </a:solidFill>
              </a:rPr>
              <a:t>: </a:t>
            </a:r>
            <a:r>
              <a:rPr lang="en-US" altLang="ja-JP" sz="3200"/>
              <a:t>all OSPF messages authenticated (to prevent malicious intrusion) </a:t>
            </a:r>
          </a:p>
          <a:p>
            <a:r>
              <a:rPr lang="en-US" altLang="zh-CN" sz="3200">
                <a:solidFill>
                  <a:srgbClr val="0000A8"/>
                </a:solidFill>
              </a:rPr>
              <a:t>l</a:t>
            </a:r>
            <a:r>
              <a:rPr lang="en-US" altLang="ja-JP" sz="3200">
                <a:solidFill>
                  <a:srgbClr val="0000A8"/>
                </a:solidFill>
              </a:rPr>
              <a:t>ink costs </a:t>
            </a:r>
            <a:r>
              <a:rPr lang="en-US" altLang="ja-JP" sz="3200"/>
              <a:t>are configured by network admin</a:t>
            </a:r>
          </a:p>
          <a:p>
            <a:pPr lvl="1"/>
            <a:r>
              <a:rPr lang="en-US" altLang="ja-JP" sz="2800"/>
              <a:t>multiple link costs metrics possible: bandwidth, delay</a:t>
            </a:r>
          </a:p>
          <a:p>
            <a:r>
              <a:rPr lang="en-US" altLang="ja-JP" sz="3200"/>
              <a:t>support for </a:t>
            </a:r>
            <a:r>
              <a:rPr lang="en-US" altLang="ja-JP" sz="3200">
                <a:solidFill>
                  <a:srgbClr val="0000A8"/>
                </a:solidFill>
              </a:rPr>
              <a:t>hierarchy within a single AS</a:t>
            </a:r>
          </a:p>
          <a:p>
            <a:pPr lvl="1"/>
            <a:r>
              <a:rPr lang="en-US" altLang="ja-JP" sz="2800"/>
              <a:t>Two levels: backbone, local area</a:t>
            </a:r>
          </a:p>
          <a:p>
            <a:endParaRPr lang="en-US" altLang="ja-JP" sz="3200"/>
          </a:p>
          <a:p>
            <a:endParaRPr lang="en-US" altLang="ja-JP" sz="3600"/>
          </a:p>
        </p:txBody>
      </p:sp>
      <p:pic>
        <p:nvPicPr>
          <p:cNvPr id="282" name="Picture 281">
            <a:extLst>
              <a:ext uri="{FF2B5EF4-FFF2-40B4-BE49-F238E27FC236}">
                <a16:creationId xmlns:a16="http://schemas.microsoft.com/office/drawing/2014/main" id="{C3C5DC83-7172-9285-49A9-21A271A7CA1A}"/>
              </a:ext>
            </a:extLst>
          </p:cNvPr>
          <p:cNvPicPr>
            <a:picLocks noChangeAspect="1"/>
          </p:cNvPicPr>
          <p:nvPr/>
        </p:nvPicPr>
        <p:blipFill>
          <a:blip r:embed="rId2"/>
          <a:stretch>
            <a:fillRect/>
          </a:stretch>
        </p:blipFill>
        <p:spPr>
          <a:xfrm>
            <a:off x="6151844" y="4157130"/>
            <a:ext cx="5182668" cy="2577148"/>
          </a:xfrm>
          <a:prstGeom prst="rect">
            <a:avLst/>
          </a:prstGeom>
        </p:spPr>
      </p:pic>
    </p:spTree>
    <p:extLst>
      <p:ext uri="{BB962C8B-B14F-4D97-AF65-F5344CB8AC3E}">
        <p14:creationId xmlns:p14="http://schemas.microsoft.com/office/powerpoint/2010/main" val="426568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3">
                                            <p:txEl>
                                              <p:pRg st="1" end="1"/>
                                            </p:txEl>
                                          </p:spTgt>
                                        </p:tgtEl>
                                        <p:attrNameLst>
                                          <p:attrName>style.visibility</p:attrName>
                                        </p:attrNameLst>
                                      </p:cBhvr>
                                      <p:to>
                                        <p:strVal val="visible"/>
                                      </p:to>
                                    </p:set>
                                    <p:animEffect transition="in" filter="dissolve">
                                      <p:cBhvr>
                                        <p:cTn id="7" dur="500"/>
                                        <p:tgtEl>
                                          <p:spTgt spid="223">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3">
                                            <p:txEl>
                                              <p:pRg st="2" end="2"/>
                                            </p:txEl>
                                          </p:spTgt>
                                        </p:tgtEl>
                                        <p:attrNameLst>
                                          <p:attrName>style.visibility</p:attrName>
                                        </p:attrNameLst>
                                      </p:cBhvr>
                                      <p:to>
                                        <p:strVal val="visible"/>
                                      </p:to>
                                    </p:set>
                                    <p:animEffect transition="in" filter="dissolve">
                                      <p:cBhvr>
                                        <p:cTn id="10" dur="500"/>
                                        <p:tgtEl>
                                          <p:spTgt spid="22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23">
                                            <p:txEl>
                                              <p:pRg st="3" end="3"/>
                                            </p:txEl>
                                          </p:spTgt>
                                        </p:tgtEl>
                                        <p:attrNameLst>
                                          <p:attrName>style.visibility</p:attrName>
                                        </p:attrNameLst>
                                      </p:cBhvr>
                                      <p:to>
                                        <p:strVal val="visible"/>
                                      </p:to>
                                    </p:set>
                                    <p:animEffect transition="in" filter="dissolve">
                                      <p:cBhvr>
                                        <p:cTn id="15" dur="500"/>
                                        <p:tgtEl>
                                          <p:spTgt spid="223">
                                            <p:txEl>
                                              <p:pRg st="3" end="3"/>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3">
                                            <p:txEl>
                                              <p:pRg st="4" end="4"/>
                                            </p:txEl>
                                          </p:spTgt>
                                        </p:tgtEl>
                                        <p:attrNameLst>
                                          <p:attrName>style.visibility</p:attrName>
                                        </p:attrNameLst>
                                      </p:cBhvr>
                                      <p:to>
                                        <p:strVal val="visible"/>
                                      </p:to>
                                    </p:set>
                                    <p:animEffect transition="in" filter="dissolve">
                                      <p:cBhvr>
                                        <p:cTn id="18" dur="500"/>
                                        <p:tgtEl>
                                          <p:spTgt spid="223">
                                            <p:txEl>
                                              <p:pRg st="4" end="4"/>
                                            </p:txEl>
                                          </p:spTgt>
                                        </p:tgtEl>
                                      </p:cBhvr>
                                    </p:animEffect>
                                  </p:childTnLst>
                                </p:cTn>
                              </p:par>
                              <p:par>
                                <p:cTn id="19" presetID="1" presetClass="entr" presetSubtype="0" fill="hold" nodeType="withEffect">
                                  <p:stCondLst>
                                    <p:cond delay="0"/>
                                  </p:stCondLst>
                                  <p:childTnLst>
                                    <p:set>
                                      <p:cBhvr>
                                        <p:cTn id="20"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a:xfrm>
            <a:off x="838200" y="451821"/>
            <a:ext cx="10873636" cy="894622"/>
          </a:xfrm>
        </p:spPr>
        <p:txBody>
          <a:bodyPr>
            <a:noAutofit/>
          </a:bodyPr>
          <a:lstStyle/>
          <a:p>
            <a:r>
              <a:rPr lang="en-US" sz="4000"/>
              <a:t>Other common intra-AS routing protocols</a:t>
            </a:r>
            <a:endParaRPr lang="en-US" sz="4000">
              <a:latin typeface="+mn-lt"/>
            </a:endParaRPr>
          </a:p>
        </p:txBody>
      </p:sp>
      <p:sp>
        <p:nvSpPr>
          <p:cNvPr id="223" name="Rectangle 3">
            <a:extLst>
              <a:ext uri="{FF2B5EF4-FFF2-40B4-BE49-F238E27FC236}">
                <a16:creationId xmlns:a16="http://schemas.microsoft.com/office/drawing/2014/main" id="{C4812894-1377-0F41-8D66-2DB2C98C7B52}"/>
              </a:ext>
            </a:extLst>
          </p:cNvPr>
          <p:cNvSpPr txBox="1">
            <a:spLocks noChangeArrowheads="1"/>
          </p:cNvSpPr>
          <p:nvPr/>
        </p:nvSpPr>
        <p:spPr>
          <a:xfrm>
            <a:off x="838200" y="1581852"/>
            <a:ext cx="10338881" cy="3904547"/>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3200">
                <a:solidFill>
                  <a:srgbClr val="C00000"/>
                </a:solidFill>
              </a:rPr>
              <a:t>RIP: Routing Information Protocol</a:t>
            </a:r>
            <a:r>
              <a:rPr lang="en-US" sz="3200"/>
              <a:t> </a:t>
            </a:r>
            <a:r>
              <a:rPr lang="en-US"/>
              <a:t>[RFC 1723]</a:t>
            </a:r>
          </a:p>
          <a:p>
            <a:pPr lvl="1">
              <a:defRPr/>
            </a:pPr>
            <a:r>
              <a:rPr lang="en-US" sz="2800"/>
              <a:t>classic DV: DVs exchanged every 30 secs</a:t>
            </a:r>
          </a:p>
          <a:p>
            <a:pPr lvl="1">
              <a:defRPr/>
            </a:pPr>
            <a:r>
              <a:rPr lang="en-US" sz="2800"/>
              <a:t>no longer widely used</a:t>
            </a:r>
          </a:p>
          <a:p>
            <a:pPr>
              <a:defRPr/>
            </a:pPr>
            <a:r>
              <a:rPr lang="en-US" sz="3200">
                <a:solidFill>
                  <a:srgbClr val="C00000"/>
                </a:solidFill>
              </a:rPr>
              <a:t>EIGRP: Enhanced Interior Gateway Routing Protocol</a:t>
            </a:r>
          </a:p>
          <a:p>
            <a:pPr lvl="1">
              <a:defRPr/>
            </a:pPr>
            <a:r>
              <a:rPr lang="en-US" sz="2800"/>
              <a:t>DV based</a:t>
            </a:r>
          </a:p>
          <a:p>
            <a:pPr lvl="1">
              <a:defRPr/>
            </a:pPr>
            <a:r>
              <a:rPr lang="en-US" sz="2800"/>
              <a:t>formerly Cisco-proprietary for decades (became open in 2013 [RFC 7868])</a:t>
            </a:r>
          </a:p>
        </p:txBody>
      </p:sp>
    </p:spTree>
    <p:extLst>
      <p:ext uri="{BB962C8B-B14F-4D97-AF65-F5344CB8AC3E}">
        <p14:creationId xmlns:p14="http://schemas.microsoft.com/office/powerpoint/2010/main" val="3556107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animEffect transition="in" filter="dissolve">
                                      <p:cBhvr>
                                        <p:cTn id="7" dur="500"/>
                                        <p:tgtEl>
                                          <p:spTgt spid="22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3">
                                            <p:txEl>
                                              <p:pRg st="1" end="1"/>
                                            </p:txEl>
                                          </p:spTgt>
                                        </p:tgtEl>
                                        <p:attrNameLst>
                                          <p:attrName>style.visibility</p:attrName>
                                        </p:attrNameLst>
                                      </p:cBhvr>
                                      <p:to>
                                        <p:strVal val="visible"/>
                                      </p:to>
                                    </p:set>
                                    <p:animEffect transition="in" filter="dissolve">
                                      <p:cBhvr>
                                        <p:cTn id="10" dur="500"/>
                                        <p:tgtEl>
                                          <p:spTgt spid="22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23">
                                            <p:txEl>
                                              <p:pRg st="2" end="2"/>
                                            </p:txEl>
                                          </p:spTgt>
                                        </p:tgtEl>
                                        <p:attrNameLst>
                                          <p:attrName>style.visibility</p:attrName>
                                        </p:attrNameLst>
                                      </p:cBhvr>
                                      <p:to>
                                        <p:strVal val="visible"/>
                                      </p:to>
                                    </p:set>
                                    <p:animEffect transition="in" filter="dissolve">
                                      <p:cBhvr>
                                        <p:cTn id="13" dur="500"/>
                                        <p:tgtEl>
                                          <p:spTgt spid="2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23">
                                            <p:txEl>
                                              <p:pRg st="3" end="3"/>
                                            </p:txEl>
                                          </p:spTgt>
                                        </p:tgtEl>
                                        <p:attrNameLst>
                                          <p:attrName>style.visibility</p:attrName>
                                        </p:attrNameLst>
                                      </p:cBhvr>
                                      <p:to>
                                        <p:strVal val="visible"/>
                                      </p:to>
                                    </p:set>
                                    <p:animEffect transition="in" filter="dissolve">
                                      <p:cBhvr>
                                        <p:cTn id="18" dur="500"/>
                                        <p:tgtEl>
                                          <p:spTgt spid="223">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23">
                                            <p:txEl>
                                              <p:pRg st="4" end="4"/>
                                            </p:txEl>
                                          </p:spTgt>
                                        </p:tgtEl>
                                        <p:attrNameLst>
                                          <p:attrName>style.visibility</p:attrName>
                                        </p:attrNameLst>
                                      </p:cBhvr>
                                      <p:to>
                                        <p:strVal val="visible"/>
                                      </p:to>
                                    </p:set>
                                    <p:animEffect transition="in" filter="dissolve">
                                      <p:cBhvr>
                                        <p:cTn id="21" dur="500"/>
                                        <p:tgtEl>
                                          <p:spTgt spid="223">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23">
                                            <p:txEl>
                                              <p:pRg st="5" end="5"/>
                                            </p:txEl>
                                          </p:spTgt>
                                        </p:tgtEl>
                                        <p:attrNameLst>
                                          <p:attrName>style.visibility</p:attrName>
                                        </p:attrNameLst>
                                      </p:cBhvr>
                                      <p:to>
                                        <p:strVal val="visible"/>
                                      </p:to>
                                    </p:set>
                                    <p:animEffect transition="in" filter="dissolve">
                                      <p:cBhvr>
                                        <p:cTn id="24" dur="500"/>
                                        <p:tgtEl>
                                          <p:spTgt spid="2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AA58F7-5848-6464-95D8-8E5D41EE4139}"/>
              </a:ext>
            </a:extLst>
          </p:cNvPr>
          <p:cNvSpPr>
            <a:spLocks noGrp="1"/>
          </p:cNvSpPr>
          <p:nvPr>
            <p:ph idx="1"/>
          </p:nvPr>
        </p:nvSpPr>
        <p:spPr/>
        <p:txBody>
          <a:bodyPr>
            <a:normAutofit/>
          </a:bodyPr>
          <a:lstStyle/>
          <a:p>
            <a:r>
              <a:rPr lang="en-US" dirty="0"/>
              <a:t>What an Autonomous System (AS) is</a:t>
            </a:r>
          </a:p>
          <a:p>
            <a:r>
              <a:rPr lang="en-US" dirty="0"/>
              <a:t>What Intra-AS routing means</a:t>
            </a:r>
          </a:p>
          <a:p>
            <a:r>
              <a:rPr lang="en-US" dirty="0"/>
              <a:t>What Inter-AS routing means</a:t>
            </a:r>
          </a:p>
          <a:p>
            <a:r>
              <a:rPr lang="en-US" dirty="0"/>
              <a:t>How the two work together to find paths from any source to any destination</a:t>
            </a:r>
          </a:p>
          <a:p>
            <a:pPr lvl="1"/>
            <a:r>
              <a:rPr lang="en-US" dirty="0"/>
              <a:t>E.g., suppose you have a network with many AS. Suppose you are given a packet whose source is in one AS and its destination in another AS. How would the network of networks know how to forward this packet? What if the destination is in the same AS?</a:t>
            </a:r>
          </a:p>
          <a:p>
            <a:r>
              <a:rPr lang="en-US" dirty="0"/>
              <a:t>What are the features of OSPF?</a:t>
            </a:r>
          </a:p>
        </p:txBody>
      </p:sp>
      <p:sp>
        <p:nvSpPr>
          <p:cNvPr id="3" name="Title 2">
            <a:extLst>
              <a:ext uri="{FF2B5EF4-FFF2-40B4-BE49-F238E27FC236}">
                <a16:creationId xmlns:a16="http://schemas.microsoft.com/office/drawing/2014/main" id="{1F8C94C1-EFCC-8452-47C6-936489F769D1}"/>
              </a:ext>
            </a:extLst>
          </p:cNvPr>
          <p:cNvSpPr>
            <a:spLocks noGrp="1"/>
          </p:cNvSpPr>
          <p:nvPr>
            <p:ph type="title"/>
          </p:nvPr>
        </p:nvSpPr>
        <p:spPr>
          <a:xfrm>
            <a:off x="838200" y="451821"/>
            <a:ext cx="11012424" cy="894622"/>
          </a:xfrm>
        </p:spPr>
        <p:txBody>
          <a:bodyPr>
            <a:normAutofit/>
          </a:bodyPr>
          <a:lstStyle/>
          <a:p>
            <a:r>
              <a:rPr lang="en-US"/>
              <a:t>Make sure you know</a:t>
            </a:r>
          </a:p>
        </p:txBody>
      </p:sp>
    </p:spTree>
    <p:extLst>
      <p:ext uri="{BB962C8B-B14F-4D97-AF65-F5344CB8AC3E}">
        <p14:creationId xmlns:p14="http://schemas.microsoft.com/office/powerpoint/2010/main" val="1995147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AD722-F458-1B58-4DEA-6F9A4E8C3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56F6E-53AD-EC56-A9DC-0638913A8F67}"/>
              </a:ext>
            </a:extLst>
          </p:cNvPr>
          <p:cNvSpPr>
            <a:spLocks noGrp="1"/>
          </p:cNvSpPr>
          <p:nvPr>
            <p:ph type="title"/>
          </p:nvPr>
        </p:nvSpPr>
        <p:spPr/>
        <p:txBody>
          <a:bodyPr/>
          <a:lstStyle/>
          <a:p>
            <a:r>
              <a:rPr lang="en-US">
                <a:cs typeface="Calibri" panose="020F0502020204030204" pitchFamily="34" charset="0"/>
              </a:rPr>
              <a:t>Network Layer in the Internet</a:t>
            </a:r>
            <a:endParaRPr lang="en-US"/>
          </a:p>
        </p:txBody>
      </p:sp>
      <p:sp>
        <p:nvSpPr>
          <p:cNvPr id="3" name="Content Placeholder 2">
            <a:extLst>
              <a:ext uri="{FF2B5EF4-FFF2-40B4-BE49-F238E27FC236}">
                <a16:creationId xmlns:a16="http://schemas.microsoft.com/office/drawing/2014/main" id="{52AEAF86-5F53-CE89-B1A5-163D26A938CD}"/>
              </a:ext>
            </a:extLst>
          </p:cNvPr>
          <p:cNvSpPr>
            <a:spLocks noGrp="1"/>
          </p:cNvSpPr>
          <p:nvPr>
            <p:ph sz="half" idx="1"/>
          </p:nvPr>
        </p:nvSpPr>
        <p:spPr>
          <a:xfrm>
            <a:off x="838200" y="1572572"/>
            <a:ext cx="8724089" cy="4482787"/>
          </a:xfrm>
        </p:spPr>
        <p:txBody>
          <a:bodyPr>
            <a:normAutofit/>
          </a:bodyPr>
          <a:lstStyle/>
          <a:p>
            <a:pPr marL="342900" indent="-212725">
              <a:buFont typeface="Wingdings" charset="2"/>
              <a:buChar char="§"/>
              <a:defRPr/>
            </a:pPr>
            <a:r>
              <a:rPr lang="en-US" sz="3200">
                <a:solidFill>
                  <a:schemeClr val="bg1">
                    <a:lumMod val="50000"/>
                  </a:schemeClr>
                </a:solidFill>
              </a:rPr>
              <a:t>The Internet Protocol (IP)</a:t>
            </a:r>
          </a:p>
          <a:p>
            <a:pPr>
              <a:defRPr/>
            </a:pPr>
            <a:r>
              <a:rPr lang="en-US" sz="3200"/>
              <a:t>Internet Routing</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Hierarchical routing </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Intra-ISP routing: </a:t>
            </a:r>
            <a:r>
              <a:rPr lang="en-US" sz="2800" u="sng"/>
              <a:t>OSPF</a:t>
            </a:r>
          </a:p>
          <a:p>
            <a:pPr lvl="1">
              <a:defRPr/>
            </a:pPr>
            <a:r>
              <a:rPr lang="en-US" altLang="en-US" sz="2800" u="sng">
                <a:solidFill>
                  <a:schemeClr val="tx1">
                    <a:lumMod val="85000"/>
                    <a:lumOff val="15000"/>
                  </a:schemeClr>
                </a:solidFill>
                <a:ea typeface="ＭＳ Ｐゴシック" panose="020B0600070205080204" pitchFamily="34" charset="-128"/>
                <a:cs typeface="Arial" panose="020B0604020202020204" pitchFamily="34" charset="0"/>
              </a:rPr>
              <a:t>Inter-ISP routing: </a:t>
            </a:r>
            <a:r>
              <a:rPr lang="en-US" sz="2800" u="sng"/>
              <a:t>BGP</a:t>
            </a:r>
          </a:p>
          <a:p>
            <a:pPr>
              <a:defRPr/>
            </a:pPr>
            <a:r>
              <a:rPr lang="en-US" sz="3200">
                <a:solidFill>
                  <a:schemeClr val="bg1">
                    <a:lumMod val="50000"/>
                  </a:schemeClr>
                </a:solidFill>
              </a:rPr>
              <a:t>Internet Forwarding</a:t>
            </a:r>
          </a:p>
          <a:p>
            <a:pPr marL="130175" indent="0">
              <a:buNone/>
            </a:pPr>
            <a:endParaRPr lang="en-US"/>
          </a:p>
        </p:txBody>
      </p:sp>
    </p:spTree>
    <p:extLst>
      <p:ext uri="{BB962C8B-B14F-4D97-AF65-F5344CB8AC3E}">
        <p14:creationId xmlns:p14="http://schemas.microsoft.com/office/powerpoint/2010/main" val="3667448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A1129F-3DCF-3A44-9CC7-AFE5C958C642}"/>
              </a:ext>
            </a:extLst>
          </p:cNvPr>
          <p:cNvSpPr>
            <a:spLocks noGrp="1"/>
          </p:cNvSpPr>
          <p:nvPr>
            <p:ph type="title"/>
          </p:nvPr>
        </p:nvSpPr>
        <p:spPr/>
        <p:txBody>
          <a:bodyPr>
            <a:normAutofit/>
          </a:bodyPr>
          <a:lstStyle/>
          <a:p>
            <a:r>
              <a:rPr lang="en-US" b="0" kern="0">
                <a:solidFill>
                  <a:srgbClr val="000099"/>
                </a:solidFill>
                <a:latin typeface="+mn-lt"/>
                <a:ea typeface="ＭＳ Ｐゴシック" charset="0"/>
              </a:rPr>
              <a:t>Interconnected ASes</a:t>
            </a:r>
            <a:endParaRPr lang="en-US" sz="4800">
              <a:latin typeface="+mn-lt"/>
            </a:endParaRPr>
          </a:p>
        </p:txBody>
      </p:sp>
      <p:sp>
        <p:nvSpPr>
          <p:cNvPr id="133" name="Freeform 3">
            <a:extLst>
              <a:ext uri="{FF2B5EF4-FFF2-40B4-BE49-F238E27FC236}">
                <a16:creationId xmlns:a16="http://schemas.microsoft.com/office/drawing/2014/main" id="{E9C365D2-5973-C342-80CF-5D128AC2921C}"/>
              </a:ext>
            </a:extLst>
          </p:cNvPr>
          <p:cNvSpPr>
            <a:spLocks/>
          </p:cNvSpPr>
          <p:nvPr/>
        </p:nvSpPr>
        <p:spPr bwMode="auto">
          <a:xfrm>
            <a:off x="6841821" y="1845983"/>
            <a:ext cx="2351995" cy="1511508"/>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4" name="Freeform 4">
            <a:extLst>
              <a:ext uri="{FF2B5EF4-FFF2-40B4-BE49-F238E27FC236}">
                <a16:creationId xmlns:a16="http://schemas.microsoft.com/office/drawing/2014/main" id="{4090092D-F797-484C-B1D2-AD83E59BF3EE}"/>
              </a:ext>
            </a:extLst>
          </p:cNvPr>
          <p:cNvSpPr>
            <a:spLocks/>
          </p:cNvSpPr>
          <p:nvPr/>
        </p:nvSpPr>
        <p:spPr bwMode="auto">
          <a:xfrm>
            <a:off x="3015266" y="1592345"/>
            <a:ext cx="1832250" cy="1498236"/>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5" name="Freeform 5">
            <a:extLst>
              <a:ext uri="{FF2B5EF4-FFF2-40B4-BE49-F238E27FC236}">
                <a16:creationId xmlns:a16="http://schemas.microsoft.com/office/drawing/2014/main" id="{D3A2AF50-CEA9-924C-8C29-0549AF5748DF}"/>
              </a:ext>
            </a:extLst>
          </p:cNvPr>
          <p:cNvSpPr>
            <a:spLocks/>
          </p:cNvSpPr>
          <p:nvPr/>
        </p:nvSpPr>
        <p:spPr bwMode="auto">
          <a:xfrm>
            <a:off x="4197833" y="2673258"/>
            <a:ext cx="2930139" cy="1167917"/>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6" name="Oval 6">
            <a:extLst>
              <a:ext uri="{FF2B5EF4-FFF2-40B4-BE49-F238E27FC236}">
                <a16:creationId xmlns:a16="http://schemas.microsoft.com/office/drawing/2014/main" id="{D886B232-293A-5347-8A9F-D005603A3D64}"/>
              </a:ext>
            </a:extLst>
          </p:cNvPr>
          <p:cNvSpPr>
            <a:spLocks noChangeArrowheads="1"/>
          </p:cNvSpPr>
          <p:nvPr/>
        </p:nvSpPr>
        <p:spPr bwMode="auto">
          <a:xfrm>
            <a:off x="3396316" y="2671783"/>
            <a:ext cx="456967" cy="119446"/>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7" name="Line 7">
            <a:extLst>
              <a:ext uri="{FF2B5EF4-FFF2-40B4-BE49-F238E27FC236}">
                <a16:creationId xmlns:a16="http://schemas.microsoft.com/office/drawing/2014/main" id="{48D605CF-ABE3-1B4F-A232-D527090F964F}"/>
              </a:ext>
            </a:extLst>
          </p:cNvPr>
          <p:cNvSpPr>
            <a:spLocks noChangeShapeType="1"/>
          </p:cNvSpPr>
          <p:nvPr/>
        </p:nvSpPr>
        <p:spPr bwMode="auto">
          <a:xfrm>
            <a:off x="3396316" y="26614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8" name="Line 8">
            <a:extLst>
              <a:ext uri="{FF2B5EF4-FFF2-40B4-BE49-F238E27FC236}">
                <a16:creationId xmlns:a16="http://schemas.microsoft.com/office/drawing/2014/main" id="{6E612E8D-CA6C-F94A-8F5F-7BEED5AE7E82}"/>
              </a:ext>
            </a:extLst>
          </p:cNvPr>
          <p:cNvSpPr>
            <a:spLocks noChangeShapeType="1"/>
          </p:cNvSpPr>
          <p:nvPr/>
        </p:nvSpPr>
        <p:spPr bwMode="auto">
          <a:xfrm>
            <a:off x="3853283" y="2661461"/>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9" name="Rectangle 9">
            <a:extLst>
              <a:ext uri="{FF2B5EF4-FFF2-40B4-BE49-F238E27FC236}">
                <a16:creationId xmlns:a16="http://schemas.microsoft.com/office/drawing/2014/main" id="{0E2B504C-B9E0-FC47-9368-53C623397F64}"/>
              </a:ext>
            </a:extLst>
          </p:cNvPr>
          <p:cNvSpPr>
            <a:spLocks noChangeArrowheads="1"/>
          </p:cNvSpPr>
          <p:nvPr/>
        </p:nvSpPr>
        <p:spPr bwMode="auto">
          <a:xfrm>
            <a:off x="3396316" y="2661461"/>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0" name="Oval 10">
            <a:extLst>
              <a:ext uri="{FF2B5EF4-FFF2-40B4-BE49-F238E27FC236}">
                <a16:creationId xmlns:a16="http://schemas.microsoft.com/office/drawing/2014/main" id="{9EFBE396-B625-0344-8E23-5BBAD57A09A7}"/>
              </a:ext>
            </a:extLst>
          </p:cNvPr>
          <p:cNvSpPr>
            <a:spLocks noChangeArrowheads="1"/>
          </p:cNvSpPr>
          <p:nvPr/>
        </p:nvSpPr>
        <p:spPr bwMode="auto">
          <a:xfrm>
            <a:off x="3391936" y="2574457"/>
            <a:ext cx="456967" cy="14009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1" name="Rectangle 11">
            <a:extLst>
              <a:ext uri="{FF2B5EF4-FFF2-40B4-BE49-F238E27FC236}">
                <a16:creationId xmlns:a16="http://schemas.microsoft.com/office/drawing/2014/main" id="{F0DBD69C-A5DB-DC4A-AE43-093463BEFD9F}"/>
              </a:ext>
            </a:extLst>
          </p:cNvPr>
          <p:cNvSpPr>
            <a:spLocks noChangeArrowheads="1"/>
          </p:cNvSpPr>
          <p:nvPr/>
        </p:nvSpPr>
        <p:spPr bwMode="auto">
          <a:xfrm>
            <a:off x="3518952" y="2593627"/>
            <a:ext cx="205854" cy="18285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2" name="Text Box 12">
            <a:extLst>
              <a:ext uri="{FF2B5EF4-FFF2-40B4-BE49-F238E27FC236}">
                <a16:creationId xmlns:a16="http://schemas.microsoft.com/office/drawing/2014/main" id="{9C707F26-D218-B941-ACA7-2537E8CEE743}"/>
              </a:ext>
            </a:extLst>
          </p:cNvPr>
          <p:cNvSpPr txBox="1">
            <a:spLocks noChangeArrowheads="1"/>
          </p:cNvSpPr>
          <p:nvPr/>
        </p:nvSpPr>
        <p:spPr bwMode="auto">
          <a:xfrm>
            <a:off x="3393396" y="2497775"/>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3" name="Oval 13">
            <a:extLst>
              <a:ext uri="{FF2B5EF4-FFF2-40B4-BE49-F238E27FC236}">
                <a16:creationId xmlns:a16="http://schemas.microsoft.com/office/drawing/2014/main" id="{F5CAF371-FE17-244E-B591-ECED8083E85E}"/>
              </a:ext>
            </a:extLst>
          </p:cNvPr>
          <p:cNvSpPr>
            <a:spLocks noChangeArrowheads="1"/>
          </p:cNvSpPr>
          <p:nvPr/>
        </p:nvSpPr>
        <p:spPr bwMode="auto">
          <a:xfrm>
            <a:off x="5174547" y="3565416"/>
            <a:ext cx="456967" cy="119446"/>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4" name="Line 14">
            <a:extLst>
              <a:ext uri="{FF2B5EF4-FFF2-40B4-BE49-F238E27FC236}">
                <a16:creationId xmlns:a16="http://schemas.microsoft.com/office/drawing/2014/main" id="{21854A4C-DB2D-E340-B5A9-97C52C8C104F}"/>
              </a:ext>
            </a:extLst>
          </p:cNvPr>
          <p:cNvSpPr>
            <a:spLocks noChangeShapeType="1"/>
          </p:cNvSpPr>
          <p:nvPr/>
        </p:nvSpPr>
        <p:spPr bwMode="auto">
          <a:xfrm>
            <a:off x="5174547" y="3555094"/>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5" name="Line 15">
            <a:extLst>
              <a:ext uri="{FF2B5EF4-FFF2-40B4-BE49-F238E27FC236}">
                <a16:creationId xmlns:a16="http://schemas.microsoft.com/office/drawing/2014/main" id="{E1CB0695-60DD-C243-A589-4B84D9A97D8C}"/>
              </a:ext>
            </a:extLst>
          </p:cNvPr>
          <p:cNvSpPr>
            <a:spLocks noChangeShapeType="1"/>
          </p:cNvSpPr>
          <p:nvPr/>
        </p:nvSpPr>
        <p:spPr bwMode="auto">
          <a:xfrm>
            <a:off x="5631514" y="3555094"/>
            <a:ext cx="0" cy="7668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6" name="Rectangle 16">
            <a:extLst>
              <a:ext uri="{FF2B5EF4-FFF2-40B4-BE49-F238E27FC236}">
                <a16:creationId xmlns:a16="http://schemas.microsoft.com/office/drawing/2014/main" id="{5BD440AE-D73F-7F45-9AA6-838A5A161111}"/>
              </a:ext>
            </a:extLst>
          </p:cNvPr>
          <p:cNvSpPr>
            <a:spLocks noChangeArrowheads="1"/>
          </p:cNvSpPr>
          <p:nvPr/>
        </p:nvSpPr>
        <p:spPr bwMode="auto">
          <a:xfrm>
            <a:off x="5174547" y="3555094"/>
            <a:ext cx="452588" cy="7520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7" name="Oval 17">
            <a:extLst>
              <a:ext uri="{FF2B5EF4-FFF2-40B4-BE49-F238E27FC236}">
                <a16:creationId xmlns:a16="http://schemas.microsoft.com/office/drawing/2014/main" id="{E5795699-8636-AB42-9278-8D9E1A42842D}"/>
              </a:ext>
            </a:extLst>
          </p:cNvPr>
          <p:cNvSpPr>
            <a:spLocks noChangeArrowheads="1"/>
          </p:cNvSpPr>
          <p:nvPr/>
        </p:nvSpPr>
        <p:spPr bwMode="auto">
          <a:xfrm>
            <a:off x="5170167" y="3468090"/>
            <a:ext cx="456967" cy="14009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148" name="Group 18">
            <a:extLst>
              <a:ext uri="{FF2B5EF4-FFF2-40B4-BE49-F238E27FC236}">
                <a16:creationId xmlns:a16="http://schemas.microsoft.com/office/drawing/2014/main" id="{6B8409BD-7477-6747-91EB-78CFC8F8BA47}"/>
              </a:ext>
            </a:extLst>
          </p:cNvPr>
          <p:cNvGrpSpPr>
            <a:grpSpLocks/>
          </p:cNvGrpSpPr>
          <p:nvPr/>
        </p:nvGrpSpPr>
        <p:grpSpPr bwMode="auto">
          <a:xfrm>
            <a:off x="5173087" y="3382561"/>
            <a:ext cx="468647" cy="396679"/>
            <a:chOff x="2897" y="2425"/>
            <a:chExt cx="323" cy="269"/>
          </a:xfrm>
        </p:grpSpPr>
        <p:sp>
          <p:nvSpPr>
            <p:cNvPr id="251" name="Rectangle 19">
              <a:extLst>
                <a:ext uri="{FF2B5EF4-FFF2-40B4-BE49-F238E27FC236}">
                  <a16:creationId xmlns:a16="http://schemas.microsoft.com/office/drawing/2014/main" id="{7D7609E8-756E-1B41-AE93-5463D8AF72AE}"/>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2" name="Text Box 20">
              <a:extLst>
                <a:ext uri="{FF2B5EF4-FFF2-40B4-BE49-F238E27FC236}">
                  <a16:creationId xmlns:a16="http://schemas.microsoft.com/office/drawing/2014/main" id="{7B4233D3-81BD-B448-80FE-0C01096615A5}"/>
                </a:ext>
              </a:extLst>
            </p:cNvPr>
            <p:cNvSpPr txBox="1">
              <a:spLocks noChangeArrowheads="1"/>
            </p:cNvSpPr>
            <p:nvPr/>
          </p:nvSpPr>
          <p:spPr bwMode="auto">
            <a:xfrm>
              <a:off x="2897" y="2425"/>
              <a:ext cx="323"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1d</a:t>
              </a:r>
            </a:p>
          </p:txBody>
        </p:sp>
      </p:grpSp>
      <p:sp>
        <p:nvSpPr>
          <p:cNvPr id="149" name="Oval 21">
            <a:extLst>
              <a:ext uri="{FF2B5EF4-FFF2-40B4-BE49-F238E27FC236}">
                <a16:creationId xmlns:a16="http://schemas.microsoft.com/office/drawing/2014/main" id="{7AA5B5C8-99AF-D744-91DD-4758CEDCAEAA}"/>
              </a:ext>
            </a:extLst>
          </p:cNvPr>
          <p:cNvSpPr>
            <a:spLocks noChangeArrowheads="1"/>
          </p:cNvSpPr>
          <p:nvPr/>
        </p:nvSpPr>
        <p:spPr bwMode="auto">
          <a:xfrm>
            <a:off x="4215353" y="2477130"/>
            <a:ext cx="456967" cy="1223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0" name="Line 22">
            <a:extLst>
              <a:ext uri="{FF2B5EF4-FFF2-40B4-BE49-F238E27FC236}">
                <a16:creationId xmlns:a16="http://schemas.microsoft.com/office/drawing/2014/main" id="{3F1A6000-25C3-6A47-897A-6B2052E82150}"/>
              </a:ext>
            </a:extLst>
          </p:cNvPr>
          <p:cNvSpPr>
            <a:spLocks noChangeShapeType="1"/>
          </p:cNvSpPr>
          <p:nvPr/>
        </p:nvSpPr>
        <p:spPr bwMode="auto">
          <a:xfrm>
            <a:off x="4215353" y="2466808"/>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1" name="Line 23">
            <a:extLst>
              <a:ext uri="{FF2B5EF4-FFF2-40B4-BE49-F238E27FC236}">
                <a16:creationId xmlns:a16="http://schemas.microsoft.com/office/drawing/2014/main" id="{2C6C2593-75EB-9041-B98E-049BD334D460}"/>
              </a:ext>
            </a:extLst>
          </p:cNvPr>
          <p:cNvSpPr>
            <a:spLocks noChangeShapeType="1"/>
          </p:cNvSpPr>
          <p:nvPr/>
        </p:nvSpPr>
        <p:spPr bwMode="auto">
          <a:xfrm>
            <a:off x="4672320" y="2466808"/>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2" name="Rectangle 24">
            <a:extLst>
              <a:ext uri="{FF2B5EF4-FFF2-40B4-BE49-F238E27FC236}">
                <a16:creationId xmlns:a16="http://schemas.microsoft.com/office/drawing/2014/main" id="{503F2144-C006-BA4A-A54C-154D6C9ABA2E}"/>
              </a:ext>
            </a:extLst>
          </p:cNvPr>
          <p:cNvSpPr>
            <a:spLocks noChangeArrowheads="1"/>
          </p:cNvSpPr>
          <p:nvPr/>
        </p:nvSpPr>
        <p:spPr bwMode="auto">
          <a:xfrm>
            <a:off x="4215353" y="2466808"/>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3" name="Oval 25">
            <a:extLst>
              <a:ext uri="{FF2B5EF4-FFF2-40B4-BE49-F238E27FC236}">
                <a16:creationId xmlns:a16="http://schemas.microsoft.com/office/drawing/2014/main" id="{D492E009-7760-4343-874C-AD3B41835873}"/>
              </a:ext>
            </a:extLst>
          </p:cNvPr>
          <p:cNvSpPr>
            <a:spLocks noChangeArrowheads="1"/>
          </p:cNvSpPr>
          <p:nvPr/>
        </p:nvSpPr>
        <p:spPr bwMode="auto">
          <a:xfrm>
            <a:off x="4210973" y="2379804"/>
            <a:ext cx="456967" cy="14009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4" name="Rectangle 26">
            <a:extLst>
              <a:ext uri="{FF2B5EF4-FFF2-40B4-BE49-F238E27FC236}">
                <a16:creationId xmlns:a16="http://schemas.microsoft.com/office/drawing/2014/main" id="{F8BDB031-7C07-264D-B086-6DC72DC78BDE}"/>
              </a:ext>
            </a:extLst>
          </p:cNvPr>
          <p:cNvSpPr>
            <a:spLocks noChangeArrowheads="1"/>
          </p:cNvSpPr>
          <p:nvPr/>
        </p:nvSpPr>
        <p:spPr bwMode="auto">
          <a:xfrm>
            <a:off x="4337990" y="2398974"/>
            <a:ext cx="207314" cy="16221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5" name="Text Box 27">
            <a:extLst>
              <a:ext uri="{FF2B5EF4-FFF2-40B4-BE49-F238E27FC236}">
                <a16:creationId xmlns:a16="http://schemas.microsoft.com/office/drawing/2014/main" id="{B087AFAB-7C65-874C-8F8F-3012C906099F}"/>
              </a:ext>
            </a:extLst>
          </p:cNvPr>
          <p:cNvSpPr txBox="1">
            <a:spLocks noChangeArrowheads="1"/>
          </p:cNvSpPr>
          <p:nvPr/>
        </p:nvSpPr>
        <p:spPr bwMode="auto">
          <a:xfrm>
            <a:off x="4213893" y="2301648"/>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56" name="Oval 28">
            <a:extLst>
              <a:ext uri="{FF2B5EF4-FFF2-40B4-BE49-F238E27FC236}">
                <a16:creationId xmlns:a16="http://schemas.microsoft.com/office/drawing/2014/main" id="{87CEC350-ADF1-E24F-A235-1A9B645EFA00}"/>
              </a:ext>
            </a:extLst>
          </p:cNvPr>
          <p:cNvSpPr>
            <a:spLocks noChangeArrowheads="1"/>
          </p:cNvSpPr>
          <p:nvPr/>
        </p:nvSpPr>
        <p:spPr bwMode="auto">
          <a:xfrm>
            <a:off x="5121988" y="2981458"/>
            <a:ext cx="456967" cy="119446"/>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7" name="Line 29">
            <a:extLst>
              <a:ext uri="{FF2B5EF4-FFF2-40B4-BE49-F238E27FC236}">
                <a16:creationId xmlns:a16="http://schemas.microsoft.com/office/drawing/2014/main" id="{5782FBF4-093E-9947-AAA6-533CA371CD3F}"/>
              </a:ext>
            </a:extLst>
          </p:cNvPr>
          <p:cNvSpPr>
            <a:spLocks noChangeShapeType="1"/>
          </p:cNvSpPr>
          <p:nvPr/>
        </p:nvSpPr>
        <p:spPr bwMode="auto">
          <a:xfrm>
            <a:off x="5121988" y="2972610"/>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8" name="Line 30">
            <a:extLst>
              <a:ext uri="{FF2B5EF4-FFF2-40B4-BE49-F238E27FC236}">
                <a16:creationId xmlns:a16="http://schemas.microsoft.com/office/drawing/2014/main" id="{FA0971A2-9137-1943-A6F3-BD3716BCCBB6}"/>
              </a:ext>
            </a:extLst>
          </p:cNvPr>
          <p:cNvSpPr>
            <a:spLocks noChangeShapeType="1"/>
          </p:cNvSpPr>
          <p:nvPr/>
        </p:nvSpPr>
        <p:spPr bwMode="auto">
          <a:xfrm>
            <a:off x="5578955" y="2972610"/>
            <a:ext cx="0" cy="75207"/>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9" name="Rectangle 31">
            <a:extLst>
              <a:ext uri="{FF2B5EF4-FFF2-40B4-BE49-F238E27FC236}">
                <a16:creationId xmlns:a16="http://schemas.microsoft.com/office/drawing/2014/main" id="{FBE8FDDA-4B2E-BE4C-95BF-585222778ECA}"/>
              </a:ext>
            </a:extLst>
          </p:cNvPr>
          <p:cNvSpPr>
            <a:spLocks noChangeArrowheads="1"/>
          </p:cNvSpPr>
          <p:nvPr/>
        </p:nvSpPr>
        <p:spPr bwMode="auto">
          <a:xfrm>
            <a:off x="5121988" y="2972610"/>
            <a:ext cx="452588" cy="70783"/>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0" name="Oval 32">
            <a:extLst>
              <a:ext uri="{FF2B5EF4-FFF2-40B4-BE49-F238E27FC236}">
                <a16:creationId xmlns:a16="http://schemas.microsoft.com/office/drawing/2014/main" id="{6DE39B5B-BD23-3044-9274-CFE1A3DFE64E}"/>
              </a:ext>
            </a:extLst>
          </p:cNvPr>
          <p:cNvSpPr>
            <a:spLocks noChangeArrowheads="1"/>
          </p:cNvSpPr>
          <p:nvPr/>
        </p:nvSpPr>
        <p:spPr bwMode="auto">
          <a:xfrm>
            <a:off x="5117608" y="2884132"/>
            <a:ext cx="456967" cy="14009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161" name="Group 33">
            <a:extLst>
              <a:ext uri="{FF2B5EF4-FFF2-40B4-BE49-F238E27FC236}">
                <a16:creationId xmlns:a16="http://schemas.microsoft.com/office/drawing/2014/main" id="{D6CD68FD-658B-EA4A-AFA2-F4EE9AE43DCA}"/>
              </a:ext>
            </a:extLst>
          </p:cNvPr>
          <p:cNvGrpSpPr>
            <a:grpSpLocks/>
          </p:cNvGrpSpPr>
          <p:nvPr/>
        </p:nvGrpSpPr>
        <p:grpSpPr bwMode="auto">
          <a:xfrm>
            <a:off x="5124908" y="2798602"/>
            <a:ext cx="452588" cy="398153"/>
            <a:chOff x="2899" y="2425"/>
            <a:chExt cx="319" cy="270"/>
          </a:xfrm>
        </p:grpSpPr>
        <p:sp>
          <p:nvSpPr>
            <p:cNvPr id="249" name="Rectangle 34">
              <a:extLst>
                <a:ext uri="{FF2B5EF4-FFF2-40B4-BE49-F238E27FC236}">
                  <a16:creationId xmlns:a16="http://schemas.microsoft.com/office/drawing/2014/main" id="{C85F8938-221C-6441-94A5-77506E21CEF5}"/>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0" name="Text Box 35">
              <a:extLst>
                <a:ext uri="{FF2B5EF4-FFF2-40B4-BE49-F238E27FC236}">
                  <a16:creationId xmlns:a16="http://schemas.microsoft.com/office/drawing/2014/main" id="{430475AC-A5D0-EF4C-9180-A3E96828AD84}"/>
                </a:ext>
              </a:extLst>
            </p:cNvPr>
            <p:cNvSpPr txBox="1">
              <a:spLocks noChangeArrowheads="1"/>
            </p:cNvSpPr>
            <p:nvPr/>
          </p:nvSpPr>
          <p:spPr bwMode="auto">
            <a:xfrm>
              <a:off x="2899" y="2425"/>
              <a:ext cx="319" cy="2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1c</a:t>
              </a:r>
            </a:p>
          </p:txBody>
        </p:sp>
      </p:grpSp>
      <p:sp>
        <p:nvSpPr>
          <p:cNvPr id="162" name="Line 36">
            <a:extLst>
              <a:ext uri="{FF2B5EF4-FFF2-40B4-BE49-F238E27FC236}">
                <a16:creationId xmlns:a16="http://schemas.microsoft.com/office/drawing/2014/main" id="{AF16B8FF-7450-3B46-865A-EC0F92A90E8F}"/>
              </a:ext>
            </a:extLst>
          </p:cNvPr>
          <p:cNvSpPr>
            <a:spLocks noChangeShapeType="1"/>
          </p:cNvSpPr>
          <p:nvPr/>
        </p:nvSpPr>
        <p:spPr bwMode="auto">
          <a:xfrm>
            <a:off x="7742616" y="2716751"/>
            <a:ext cx="449668" cy="14451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3" name="Line 37">
            <a:extLst>
              <a:ext uri="{FF2B5EF4-FFF2-40B4-BE49-F238E27FC236}">
                <a16:creationId xmlns:a16="http://schemas.microsoft.com/office/drawing/2014/main" id="{B705DAC1-A436-FC47-B3A5-64086AE0207E}"/>
              </a:ext>
            </a:extLst>
          </p:cNvPr>
          <p:cNvSpPr>
            <a:spLocks noChangeShapeType="1"/>
          </p:cNvSpPr>
          <p:nvPr/>
        </p:nvSpPr>
        <p:spPr bwMode="auto">
          <a:xfrm>
            <a:off x="8215643" y="2592152"/>
            <a:ext cx="132856" cy="171058"/>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4" name="Line 38">
            <a:extLst>
              <a:ext uri="{FF2B5EF4-FFF2-40B4-BE49-F238E27FC236}">
                <a16:creationId xmlns:a16="http://schemas.microsoft.com/office/drawing/2014/main" id="{B646BCF5-2213-9142-8477-66C7DFEE38E7}"/>
              </a:ext>
            </a:extLst>
          </p:cNvPr>
          <p:cNvSpPr>
            <a:spLocks noChangeShapeType="1"/>
          </p:cNvSpPr>
          <p:nvPr/>
        </p:nvSpPr>
        <p:spPr bwMode="auto">
          <a:xfrm flipV="1">
            <a:off x="7643339" y="2527268"/>
            <a:ext cx="166435" cy="112073"/>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5" name="Freeform 39">
            <a:extLst>
              <a:ext uri="{FF2B5EF4-FFF2-40B4-BE49-F238E27FC236}">
                <a16:creationId xmlns:a16="http://schemas.microsoft.com/office/drawing/2014/main" id="{1A359E4A-1EBE-234F-9DE9-E4FB43E18A2D}"/>
              </a:ext>
            </a:extLst>
          </p:cNvPr>
          <p:cNvSpPr>
            <a:spLocks/>
          </p:cNvSpPr>
          <p:nvPr/>
        </p:nvSpPr>
        <p:spPr bwMode="auto">
          <a:xfrm>
            <a:off x="5628594" y="3462191"/>
            <a:ext cx="385429" cy="120921"/>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6" name="Freeform 40">
            <a:extLst>
              <a:ext uri="{FF2B5EF4-FFF2-40B4-BE49-F238E27FC236}">
                <a16:creationId xmlns:a16="http://schemas.microsoft.com/office/drawing/2014/main" id="{097126F1-D995-444D-8642-03F5F5E0DBAA}"/>
              </a:ext>
            </a:extLst>
          </p:cNvPr>
          <p:cNvSpPr>
            <a:spLocks/>
          </p:cNvSpPr>
          <p:nvPr/>
        </p:nvSpPr>
        <p:spPr bwMode="auto">
          <a:xfrm>
            <a:off x="4957013" y="3409104"/>
            <a:ext cx="221914" cy="17400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7" name="Freeform 41">
            <a:extLst>
              <a:ext uri="{FF2B5EF4-FFF2-40B4-BE49-F238E27FC236}">
                <a16:creationId xmlns:a16="http://schemas.microsoft.com/office/drawing/2014/main" id="{8FA74CA7-BEE7-3E46-BAFF-EC2177B4B95C}"/>
              </a:ext>
            </a:extLst>
          </p:cNvPr>
          <p:cNvSpPr>
            <a:spLocks/>
          </p:cNvSpPr>
          <p:nvPr/>
        </p:nvSpPr>
        <p:spPr bwMode="auto">
          <a:xfrm>
            <a:off x="5138048" y="3305879"/>
            <a:ext cx="823417" cy="120921"/>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8" name="Freeform 42">
            <a:extLst>
              <a:ext uri="{FF2B5EF4-FFF2-40B4-BE49-F238E27FC236}">
                <a16:creationId xmlns:a16="http://schemas.microsoft.com/office/drawing/2014/main" id="{A5B0DFEC-B8A9-C34F-94A0-A4E2936DD8A8}"/>
              </a:ext>
            </a:extLst>
          </p:cNvPr>
          <p:cNvSpPr>
            <a:spLocks/>
          </p:cNvSpPr>
          <p:nvPr/>
        </p:nvSpPr>
        <p:spPr bwMode="auto">
          <a:xfrm>
            <a:off x="5047530" y="3066987"/>
            <a:ext cx="110957" cy="138616"/>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69" name="Freeform 43">
            <a:extLst>
              <a:ext uri="{FF2B5EF4-FFF2-40B4-BE49-F238E27FC236}">
                <a16:creationId xmlns:a16="http://schemas.microsoft.com/office/drawing/2014/main" id="{698BCEC3-16FB-314C-831F-6D55ED13B108}"/>
              </a:ext>
            </a:extLst>
          </p:cNvPr>
          <p:cNvSpPr>
            <a:spLocks/>
          </p:cNvSpPr>
          <p:nvPr/>
        </p:nvSpPr>
        <p:spPr bwMode="auto">
          <a:xfrm>
            <a:off x="3841603" y="2512522"/>
            <a:ext cx="367910" cy="168109"/>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0" name="Freeform 44">
            <a:extLst>
              <a:ext uri="{FF2B5EF4-FFF2-40B4-BE49-F238E27FC236}">
                <a16:creationId xmlns:a16="http://schemas.microsoft.com/office/drawing/2014/main" id="{8CB7EA9B-46A2-DA43-BD84-E5E548E767A3}"/>
              </a:ext>
            </a:extLst>
          </p:cNvPr>
          <p:cNvSpPr>
            <a:spLocks/>
          </p:cNvSpPr>
          <p:nvPr/>
        </p:nvSpPr>
        <p:spPr bwMode="auto">
          <a:xfrm>
            <a:off x="4478146" y="2601000"/>
            <a:ext cx="648222" cy="3804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1" name="Freeform 45">
            <a:extLst>
              <a:ext uri="{FF2B5EF4-FFF2-40B4-BE49-F238E27FC236}">
                <a16:creationId xmlns:a16="http://schemas.microsoft.com/office/drawing/2014/main" id="{7D4FB268-A169-0F4B-9C84-1ACD0524121A}"/>
              </a:ext>
            </a:extLst>
          </p:cNvPr>
          <p:cNvSpPr>
            <a:spLocks/>
          </p:cNvSpPr>
          <p:nvPr/>
        </p:nvSpPr>
        <p:spPr bwMode="auto">
          <a:xfrm>
            <a:off x="6411133" y="2775008"/>
            <a:ext cx="954814" cy="61935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2" name="Oval 46">
            <a:extLst>
              <a:ext uri="{FF2B5EF4-FFF2-40B4-BE49-F238E27FC236}">
                <a16:creationId xmlns:a16="http://schemas.microsoft.com/office/drawing/2014/main" id="{77EAE8E4-EF1C-944D-B5DF-947BBACAF6BC}"/>
              </a:ext>
            </a:extLst>
          </p:cNvPr>
          <p:cNvSpPr>
            <a:spLocks noChangeArrowheads="1"/>
          </p:cNvSpPr>
          <p:nvPr/>
        </p:nvSpPr>
        <p:spPr bwMode="auto">
          <a:xfrm>
            <a:off x="7285649" y="2682106"/>
            <a:ext cx="456967" cy="12092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3" name="Line 47">
            <a:extLst>
              <a:ext uri="{FF2B5EF4-FFF2-40B4-BE49-F238E27FC236}">
                <a16:creationId xmlns:a16="http://schemas.microsoft.com/office/drawing/2014/main" id="{7605033D-73A1-924E-99FE-EDD6125246F5}"/>
              </a:ext>
            </a:extLst>
          </p:cNvPr>
          <p:cNvSpPr>
            <a:spLocks noChangeShapeType="1"/>
          </p:cNvSpPr>
          <p:nvPr/>
        </p:nvSpPr>
        <p:spPr bwMode="auto">
          <a:xfrm>
            <a:off x="7285649" y="2670308"/>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4" name="Line 48">
            <a:extLst>
              <a:ext uri="{FF2B5EF4-FFF2-40B4-BE49-F238E27FC236}">
                <a16:creationId xmlns:a16="http://schemas.microsoft.com/office/drawing/2014/main" id="{DBC0B4AB-D0E3-C74F-9785-E25E20C244C4}"/>
              </a:ext>
            </a:extLst>
          </p:cNvPr>
          <p:cNvSpPr>
            <a:spLocks noChangeShapeType="1"/>
          </p:cNvSpPr>
          <p:nvPr/>
        </p:nvSpPr>
        <p:spPr bwMode="auto">
          <a:xfrm>
            <a:off x="7742616" y="2670308"/>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5" name="Rectangle 49">
            <a:extLst>
              <a:ext uri="{FF2B5EF4-FFF2-40B4-BE49-F238E27FC236}">
                <a16:creationId xmlns:a16="http://schemas.microsoft.com/office/drawing/2014/main" id="{592A5C53-BD83-384A-9C2D-08CEEB785BC8}"/>
              </a:ext>
            </a:extLst>
          </p:cNvPr>
          <p:cNvSpPr>
            <a:spLocks noChangeArrowheads="1"/>
          </p:cNvSpPr>
          <p:nvPr/>
        </p:nvSpPr>
        <p:spPr bwMode="auto">
          <a:xfrm>
            <a:off x="7285649" y="2670308"/>
            <a:ext cx="452588" cy="737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6" name="Oval 50">
            <a:extLst>
              <a:ext uri="{FF2B5EF4-FFF2-40B4-BE49-F238E27FC236}">
                <a16:creationId xmlns:a16="http://schemas.microsoft.com/office/drawing/2014/main" id="{5D02A58E-4F5A-EC40-B29A-0D5700D169BA}"/>
              </a:ext>
            </a:extLst>
          </p:cNvPr>
          <p:cNvSpPr>
            <a:spLocks noChangeArrowheads="1"/>
          </p:cNvSpPr>
          <p:nvPr/>
        </p:nvSpPr>
        <p:spPr bwMode="auto">
          <a:xfrm>
            <a:off x="7281269" y="2583305"/>
            <a:ext cx="456967" cy="14009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7" name="Rectangle 51">
            <a:extLst>
              <a:ext uri="{FF2B5EF4-FFF2-40B4-BE49-F238E27FC236}">
                <a16:creationId xmlns:a16="http://schemas.microsoft.com/office/drawing/2014/main" id="{A8B4ED51-5EBD-7A42-A070-7C85A13AFB2E}"/>
              </a:ext>
            </a:extLst>
          </p:cNvPr>
          <p:cNvSpPr>
            <a:spLocks noChangeArrowheads="1"/>
          </p:cNvSpPr>
          <p:nvPr/>
        </p:nvSpPr>
        <p:spPr bwMode="auto">
          <a:xfrm>
            <a:off x="7408285" y="2602475"/>
            <a:ext cx="205854" cy="17990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8" name="Text Box 52">
            <a:extLst>
              <a:ext uri="{FF2B5EF4-FFF2-40B4-BE49-F238E27FC236}">
                <a16:creationId xmlns:a16="http://schemas.microsoft.com/office/drawing/2014/main" id="{6864AE40-C653-554F-B5F5-7FCE890517DF}"/>
              </a:ext>
            </a:extLst>
          </p:cNvPr>
          <p:cNvSpPr txBox="1">
            <a:spLocks noChangeArrowheads="1"/>
          </p:cNvSpPr>
          <p:nvPr/>
        </p:nvSpPr>
        <p:spPr bwMode="auto">
          <a:xfrm>
            <a:off x="7282729" y="2506623"/>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9" name="Text Box 53">
            <a:extLst>
              <a:ext uri="{FF2B5EF4-FFF2-40B4-BE49-F238E27FC236}">
                <a16:creationId xmlns:a16="http://schemas.microsoft.com/office/drawing/2014/main" id="{9674ED05-1E44-A445-B61A-D179B03704BB}"/>
              </a:ext>
            </a:extLst>
          </p:cNvPr>
          <p:cNvSpPr txBox="1">
            <a:spLocks noChangeArrowheads="1"/>
          </p:cNvSpPr>
          <p:nvPr/>
        </p:nvSpPr>
        <p:spPr bwMode="auto">
          <a:xfrm>
            <a:off x="3235508" y="2960594"/>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AS3</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0" name="Text Box 54">
            <a:extLst>
              <a:ext uri="{FF2B5EF4-FFF2-40B4-BE49-F238E27FC236}">
                <a16:creationId xmlns:a16="http://schemas.microsoft.com/office/drawing/2014/main" id="{005A3212-FAC4-D446-8E0A-533A16ECE775}"/>
              </a:ext>
            </a:extLst>
          </p:cNvPr>
          <p:cNvSpPr txBox="1">
            <a:spLocks noChangeArrowheads="1"/>
          </p:cNvSpPr>
          <p:nvPr/>
        </p:nvSpPr>
        <p:spPr bwMode="auto">
          <a:xfrm>
            <a:off x="6740490" y="3584401"/>
            <a:ext cx="665742"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AS1</a:t>
            </a: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1" name="Text Box 55">
            <a:extLst>
              <a:ext uri="{FF2B5EF4-FFF2-40B4-BE49-F238E27FC236}">
                <a16:creationId xmlns:a16="http://schemas.microsoft.com/office/drawing/2014/main" id="{7DE50C34-9B18-1849-8D31-CE3E7E2F0717}"/>
              </a:ext>
            </a:extLst>
          </p:cNvPr>
          <p:cNvSpPr txBox="1">
            <a:spLocks noChangeArrowheads="1"/>
          </p:cNvSpPr>
          <p:nvPr/>
        </p:nvSpPr>
        <p:spPr bwMode="auto">
          <a:xfrm>
            <a:off x="8511549" y="3208368"/>
            <a:ext cx="616103" cy="368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AS2</a:t>
            </a:r>
          </a:p>
        </p:txBody>
      </p:sp>
      <p:sp>
        <p:nvSpPr>
          <p:cNvPr id="182" name="Oval 56">
            <a:extLst>
              <a:ext uri="{FF2B5EF4-FFF2-40B4-BE49-F238E27FC236}">
                <a16:creationId xmlns:a16="http://schemas.microsoft.com/office/drawing/2014/main" id="{4CAC6F24-F619-7E4B-9E0A-AF6FB0ECB08F}"/>
              </a:ext>
            </a:extLst>
          </p:cNvPr>
          <p:cNvSpPr>
            <a:spLocks noChangeArrowheads="1"/>
          </p:cNvSpPr>
          <p:nvPr/>
        </p:nvSpPr>
        <p:spPr bwMode="auto">
          <a:xfrm>
            <a:off x="4675240" y="3291133"/>
            <a:ext cx="456967" cy="119446"/>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3" name="Line 57">
            <a:extLst>
              <a:ext uri="{FF2B5EF4-FFF2-40B4-BE49-F238E27FC236}">
                <a16:creationId xmlns:a16="http://schemas.microsoft.com/office/drawing/2014/main" id="{37706C00-5AFA-4E4F-AEE2-E86CBA64F507}"/>
              </a:ext>
            </a:extLst>
          </p:cNvPr>
          <p:cNvSpPr>
            <a:spLocks noChangeShapeType="1"/>
          </p:cNvSpPr>
          <p:nvPr/>
        </p:nvSpPr>
        <p:spPr bwMode="auto">
          <a:xfrm>
            <a:off x="4675240" y="3280810"/>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4" name="Line 58">
            <a:extLst>
              <a:ext uri="{FF2B5EF4-FFF2-40B4-BE49-F238E27FC236}">
                <a16:creationId xmlns:a16="http://schemas.microsoft.com/office/drawing/2014/main" id="{F53BFE68-5413-9042-B5B8-E870B9DF06EF}"/>
              </a:ext>
            </a:extLst>
          </p:cNvPr>
          <p:cNvSpPr>
            <a:spLocks noChangeShapeType="1"/>
          </p:cNvSpPr>
          <p:nvPr/>
        </p:nvSpPr>
        <p:spPr bwMode="auto">
          <a:xfrm>
            <a:off x="5133668" y="3280810"/>
            <a:ext cx="0" cy="7373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5" name="Rectangle 59">
            <a:extLst>
              <a:ext uri="{FF2B5EF4-FFF2-40B4-BE49-F238E27FC236}">
                <a16:creationId xmlns:a16="http://schemas.microsoft.com/office/drawing/2014/main" id="{E66B86FC-0EE6-A646-BA10-BADF35B023EA}"/>
              </a:ext>
            </a:extLst>
          </p:cNvPr>
          <p:cNvSpPr>
            <a:spLocks noChangeArrowheads="1"/>
          </p:cNvSpPr>
          <p:nvPr/>
        </p:nvSpPr>
        <p:spPr bwMode="auto">
          <a:xfrm>
            <a:off x="4675240" y="3280810"/>
            <a:ext cx="452588" cy="6930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6" name="Oval 60">
            <a:extLst>
              <a:ext uri="{FF2B5EF4-FFF2-40B4-BE49-F238E27FC236}">
                <a16:creationId xmlns:a16="http://schemas.microsoft.com/office/drawing/2014/main" id="{E2C4F48E-C2B7-F040-A479-AD3AA9552BB4}"/>
              </a:ext>
            </a:extLst>
          </p:cNvPr>
          <p:cNvSpPr>
            <a:spLocks noChangeArrowheads="1"/>
          </p:cNvSpPr>
          <p:nvPr/>
        </p:nvSpPr>
        <p:spPr bwMode="auto">
          <a:xfrm>
            <a:off x="4670860" y="3201180"/>
            <a:ext cx="456967" cy="141566"/>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7" name="Rectangle 61">
            <a:extLst>
              <a:ext uri="{FF2B5EF4-FFF2-40B4-BE49-F238E27FC236}">
                <a16:creationId xmlns:a16="http://schemas.microsoft.com/office/drawing/2014/main" id="{782B4D58-3187-1646-B67F-4472AD6DF18D}"/>
              </a:ext>
            </a:extLst>
          </p:cNvPr>
          <p:cNvSpPr>
            <a:spLocks noChangeArrowheads="1"/>
          </p:cNvSpPr>
          <p:nvPr/>
        </p:nvSpPr>
        <p:spPr bwMode="auto">
          <a:xfrm>
            <a:off x="4794957" y="3239520"/>
            <a:ext cx="207314" cy="141566"/>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8" name="Text Box 62">
            <a:extLst>
              <a:ext uri="{FF2B5EF4-FFF2-40B4-BE49-F238E27FC236}">
                <a16:creationId xmlns:a16="http://schemas.microsoft.com/office/drawing/2014/main" id="{CEC455E8-C4B8-6444-936D-9F9CEE323826}"/>
              </a:ext>
            </a:extLst>
          </p:cNvPr>
          <p:cNvSpPr txBox="1">
            <a:spLocks noChangeArrowheads="1"/>
          </p:cNvSpPr>
          <p:nvPr/>
        </p:nvSpPr>
        <p:spPr bwMode="auto">
          <a:xfrm>
            <a:off x="4675240" y="3112701"/>
            <a:ext cx="467187" cy="396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1a</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9" name="Group 63">
            <a:extLst>
              <a:ext uri="{FF2B5EF4-FFF2-40B4-BE49-F238E27FC236}">
                <a16:creationId xmlns:a16="http://schemas.microsoft.com/office/drawing/2014/main" id="{8B168416-DE6F-9546-A33D-5DC186D755BF}"/>
              </a:ext>
            </a:extLst>
          </p:cNvPr>
          <p:cNvGrpSpPr>
            <a:grpSpLocks/>
          </p:cNvGrpSpPr>
          <p:nvPr/>
        </p:nvGrpSpPr>
        <p:grpSpPr bwMode="auto">
          <a:xfrm>
            <a:off x="7789335" y="2338514"/>
            <a:ext cx="461347" cy="396679"/>
            <a:chOff x="4320" y="1936"/>
            <a:chExt cx="316" cy="269"/>
          </a:xfrm>
        </p:grpSpPr>
        <p:sp>
          <p:nvSpPr>
            <p:cNvPr id="242" name="Oval 64">
              <a:extLst>
                <a:ext uri="{FF2B5EF4-FFF2-40B4-BE49-F238E27FC236}">
                  <a16:creationId xmlns:a16="http://schemas.microsoft.com/office/drawing/2014/main" id="{17477FF4-6D5F-744F-A7C6-65D539FF25C9}"/>
                </a:ext>
              </a:extLst>
            </p:cNvPr>
            <p:cNvSpPr>
              <a:spLocks noChangeArrowheads="1"/>
            </p:cNvSpPr>
            <p:nvPr/>
          </p:nvSpPr>
          <p:spPr bwMode="auto">
            <a:xfrm>
              <a:off x="4323" y="2054"/>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3" name="Line 65">
              <a:extLst>
                <a:ext uri="{FF2B5EF4-FFF2-40B4-BE49-F238E27FC236}">
                  <a16:creationId xmlns:a16="http://schemas.microsoft.com/office/drawing/2014/main" id="{7681775B-D11F-204C-B161-6FEDD638731C}"/>
                </a:ext>
              </a:extLst>
            </p:cNvPr>
            <p:cNvSpPr>
              <a:spLocks noChangeShapeType="1"/>
            </p:cNvSpPr>
            <p:nvPr/>
          </p:nvSpPr>
          <p:spPr bwMode="auto">
            <a:xfrm>
              <a:off x="4323"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4" name="Line 66">
              <a:extLst>
                <a:ext uri="{FF2B5EF4-FFF2-40B4-BE49-F238E27FC236}">
                  <a16:creationId xmlns:a16="http://schemas.microsoft.com/office/drawing/2014/main" id="{C9C1462B-D75D-9043-BD36-C8666A0E3E76}"/>
                </a:ext>
              </a:extLst>
            </p:cNvPr>
            <p:cNvSpPr>
              <a:spLocks noChangeShapeType="1"/>
            </p:cNvSpPr>
            <p:nvPr/>
          </p:nvSpPr>
          <p:spPr bwMode="auto">
            <a:xfrm>
              <a:off x="4636" y="2047"/>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5" name="Rectangle 67">
              <a:extLst>
                <a:ext uri="{FF2B5EF4-FFF2-40B4-BE49-F238E27FC236}">
                  <a16:creationId xmlns:a16="http://schemas.microsoft.com/office/drawing/2014/main" id="{D2A31C20-F821-2245-A13A-E48BBF035C90}"/>
                </a:ext>
              </a:extLst>
            </p:cNvPr>
            <p:cNvSpPr>
              <a:spLocks noChangeArrowheads="1"/>
            </p:cNvSpPr>
            <p:nvPr/>
          </p:nvSpPr>
          <p:spPr bwMode="auto">
            <a:xfrm>
              <a:off x="4323" y="2047"/>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6" name="Oval 68">
              <a:extLst>
                <a:ext uri="{FF2B5EF4-FFF2-40B4-BE49-F238E27FC236}">
                  <a16:creationId xmlns:a16="http://schemas.microsoft.com/office/drawing/2014/main" id="{E3B56467-2A6B-814A-A9D2-32B39DA9E2D8}"/>
                </a:ext>
              </a:extLst>
            </p:cNvPr>
            <p:cNvSpPr>
              <a:spLocks noChangeArrowheads="1"/>
            </p:cNvSpPr>
            <p:nvPr/>
          </p:nvSpPr>
          <p:spPr bwMode="auto">
            <a:xfrm>
              <a:off x="4320" y="1988"/>
              <a:ext cx="313" cy="97"/>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7" name="Rectangle 69">
              <a:extLst>
                <a:ext uri="{FF2B5EF4-FFF2-40B4-BE49-F238E27FC236}">
                  <a16:creationId xmlns:a16="http://schemas.microsoft.com/office/drawing/2014/main" id="{4CCA8E7D-2AA0-DB42-8739-0E698AF3EF16}"/>
                </a:ext>
              </a:extLst>
            </p:cNvPr>
            <p:cNvSpPr>
              <a:spLocks noChangeArrowheads="1"/>
            </p:cNvSpPr>
            <p:nvPr/>
          </p:nvSpPr>
          <p:spPr bwMode="auto">
            <a:xfrm>
              <a:off x="4407" y="2001"/>
              <a:ext cx="141" cy="118"/>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8" name="Text Box 70">
              <a:extLst>
                <a:ext uri="{FF2B5EF4-FFF2-40B4-BE49-F238E27FC236}">
                  <a16:creationId xmlns:a16="http://schemas.microsoft.com/office/drawing/2014/main" id="{B0E12A9A-8AC6-2C4B-B109-A569883BDF8B}"/>
                </a:ext>
              </a:extLst>
            </p:cNvPr>
            <p:cNvSpPr txBox="1">
              <a:spLocks noChangeArrowheads="1"/>
            </p:cNvSpPr>
            <p:nvPr/>
          </p:nvSpPr>
          <p:spPr bwMode="auto">
            <a:xfrm>
              <a:off x="4325" y="1936"/>
              <a:ext cx="310"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0" name="Group 71">
            <a:extLst>
              <a:ext uri="{FF2B5EF4-FFF2-40B4-BE49-F238E27FC236}">
                <a16:creationId xmlns:a16="http://schemas.microsoft.com/office/drawing/2014/main" id="{21E7E3D0-5FA0-9646-84AD-FC33AA41FD3A}"/>
              </a:ext>
            </a:extLst>
          </p:cNvPr>
          <p:cNvGrpSpPr>
            <a:grpSpLocks/>
          </p:cNvGrpSpPr>
          <p:nvPr/>
        </p:nvGrpSpPr>
        <p:grpSpPr bwMode="auto">
          <a:xfrm>
            <a:off x="8192284" y="2665885"/>
            <a:ext cx="468647" cy="396679"/>
            <a:chOff x="4596" y="2158"/>
            <a:chExt cx="321" cy="269"/>
          </a:xfrm>
        </p:grpSpPr>
        <p:sp>
          <p:nvSpPr>
            <p:cNvPr id="235" name="Oval 72">
              <a:extLst>
                <a:ext uri="{FF2B5EF4-FFF2-40B4-BE49-F238E27FC236}">
                  <a16:creationId xmlns:a16="http://schemas.microsoft.com/office/drawing/2014/main" id="{5608D056-551C-0B44-A60B-A3E90AFB7DFB}"/>
                </a:ext>
              </a:extLst>
            </p:cNvPr>
            <p:cNvSpPr>
              <a:spLocks noChangeArrowheads="1"/>
            </p:cNvSpPr>
            <p:nvPr/>
          </p:nvSpPr>
          <p:spPr bwMode="auto">
            <a:xfrm>
              <a:off x="4599" y="2276"/>
              <a:ext cx="311"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6" name="Line 73">
              <a:extLst>
                <a:ext uri="{FF2B5EF4-FFF2-40B4-BE49-F238E27FC236}">
                  <a16:creationId xmlns:a16="http://schemas.microsoft.com/office/drawing/2014/main" id="{FA977711-B8B6-4247-BDAB-A3001746C4D4}"/>
                </a:ext>
              </a:extLst>
            </p:cNvPr>
            <p:cNvSpPr>
              <a:spLocks noChangeShapeType="1"/>
            </p:cNvSpPr>
            <p:nvPr/>
          </p:nvSpPr>
          <p:spPr bwMode="auto">
            <a:xfrm>
              <a:off x="4599"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7" name="Line 74">
              <a:extLst>
                <a:ext uri="{FF2B5EF4-FFF2-40B4-BE49-F238E27FC236}">
                  <a16:creationId xmlns:a16="http://schemas.microsoft.com/office/drawing/2014/main" id="{6CA75CE1-2E8D-0F48-8641-8C18C90BD88D}"/>
                </a:ext>
              </a:extLst>
            </p:cNvPr>
            <p:cNvSpPr>
              <a:spLocks noChangeShapeType="1"/>
            </p:cNvSpPr>
            <p:nvPr/>
          </p:nvSpPr>
          <p:spPr bwMode="auto">
            <a:xfrm>
              <a:off x="4910" y="2269"/>
              <a:ext cx="0" cy="5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8" name="Rectangle 75">
              <a:extLst>
                <a:ext uri="{FF2B5EF4-FFF2-40B4-BE49-F238E27FC236}">
                  <a16:creationId xmlns:a16="http://schemas.microsoft.com/office/drawing/2014/main" id="{4ED73E8C-48F2-3A4F-B322-2CCB3CBA0862}"/>
                </a:ext>
              </a:extLst>
            </p:cNvPr>
            <p:cNvSpPr>
              <a:spLocks noChangeArrowheads="1"/>
            </p:cNvSpPr>
            <p:nvPr/>
          </p:nvSpPr>
          <p:spPr bwMode="auto">
            <a:xfrm>
              <a:off x="4599" y="2269"/>
              <a:ext cx="310" cy="51"/>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9" name="Oval 76">
              <a:extLst>
                <a:ext uri="{FF2B5EF4-FFF2-40B4-BE49-F238E27FC236}">
                  <a16:creationId xmlns:a16="http://schemas.microsoft.com/office/drawing/2014/main" id="{6345CAD2-BEAC-0E49-9C80-9EB68603FE17}"/>
                </a:ext>
              </a:extLst>
            </p:cNvPr>
            <p:cNvSpPr>
              <a:spLocks noChangeArrowheads="1"/>
            </p:cNvSpPr>
            <p:nvPr/>
          </p:nvSpPr>
          <p:spPr bwMode="auto">
            <a:xfrm>
              <a:off x="4596" y="2208"/>
              <a:ext cx="313" cy="97"/>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0" name="Rectangle 77">
              <a:extLst>
                <a:ext uri="{FF2B5EF4-FFF2-40B4-BE49-F238E27FC236}">
                  <a16:creationId xmlns:a16="http://schemas.microsoft.com/office/drawing/2014/main" id="{E1F2376F-3613-4042-A35F-DEE5F89C6C4C}"/>
                </a:ext>
              </a:extLst>
            </p:cNvPr>
            <p:cNvSpPr>
              <a:spLocks noChangeArrowheads="1"/>
            </p:cNvSpPr>
            <p:nvPr/>
          </p:nvSpPr>
          <p:spPr bwMode="auto">
            <a:xfrm>
              <a:off x="4683" y="2221"/>
              <a:ext cx="141" cy="11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1" name="Text Box 78">
              <a:extLst>
                <a:ext uri="{FF2B5EF4-FFF2-40B4-BE49-F238E27FC236}">
                  <a16:creationId xmlns:a16="http://schemas.microsoft.com/office/drawing/2014/main" id="{7C2657A7-4F00-3C45-AD0D-9FB7A649BB45}"/>
                </a:ext>
              </a:extLst>
            </p:cNvPr>
            <p:cNvSpPr txBox="1">
              <a:spLocks noChangeArrowheads="1"/>
            </p:cNvSpPr>
            <p:nvPr/>
          </p:nvSpPr>
          <p:spPr bwMode="auto">
            <a:xfrm>
              <a:off x="4598" y="2158"/>
              <a:ext cx="319"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191" name="Group 79">
            <a:extLst>
              <a:ext uri="{FF2B5EF4-FFF2-40B4-BE49-F238E27FC236}">
                <a16:creationId xmlns:a16="http://schemas.microsoft.com/office/drawing/2014/main" id="{46AC6AA7-B51A-F140-B460-7AA4784A8771}"/>
              </a:ext>
            </a:extLst>
          </p:cNvPr>
          <p:cNvGrpSpPr>
            <a:grpSpLocks/>
          </p:cNvGrpSpPr>
          <p:nvPr/>
        </p:nvGrpSpPr>
        <p:grpSpPr bwMode="auto">
          <a:xfrm>
            <a:off x="5957085" y="3211502"/>
            <a:ext cx="468647" cy="396679"/>
            <a:chOff x="2015" y="1976"/>
            <a:chExt cx="321" cy="269"/>
          </a:xfrm>
        </p:grpSpPr>
        <p:sp>
          <p:nvSpPr>
            <p:cNvPr id="227" name="Oval 80">
              <a:extLst>
                <a:ext uri="{FF2B5EF4-FFF2-40B4-BE49-F238E27FC236}">
                  <a16:creationId xmlns:a16="http://schemas.microsoft.com/office/drawing/2014/main" id="{F0AF513D-168E-BC43-A87F-98530A7A7340}"/>
                </a:ext>
              </a:extLst>
            </p:cNvPr>
            <p:cNvSpPr>
              <a:spLocks noChangeArrowheads="1"/>
            </p:cNvSpPr>
            <p:nvPr/>
          </p:nvSpPr>
          <p:spPr bwMode="auto">
            <a:xfrm>
              <a:off x="2019" y="2102"/>
              <a:ext cx="311"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8" name="Line 81">
              <a:extLst>
                <a:ext uri="{FF2B5EF4-FFF2-40B4-BE49-F238E27FC236}">
                  <a16:creationId xmlns:a16="http://schemas.microsoft.com/office/drawing/2014/main" id="{98E003C3-39B5-AD4E-B694-FF067F96F0C8}"/>
                </a:ext>
              </a:extLst>
            </p:cNvPr>
            <p:cNvSpPr>
              <a:spLocks noChangeShapeType="1"/>
            </p:cNvSpPr>
            <p:nvPr/>
          </p:nvSpPr>
          <p:spPr bwMode="auto">
            <a:xfrm>
              <a:off x="2019"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9" name="Line 82">
              <a:extLst>
                <a:ext uri="{FF2B5EF4-FFF2-40B4-BE49-F238E27FC236}">
                  <a16:creationId xmlns:a16="http://schemas.microsoft.com/office/drawing/2014/main" id="{FD35A7A2-366B-1C41-BFC6-E12754C8019D}"/>
                </a:ext>
              </a:extLst>
            </p:cNvPr>
            <p:cNvSpPr>
              <a:spLocks noChangeShapeType="1"/>
            </p:cNvSpPr>
            <p:nvPr/>
          </p:nvSpPr>
          <p:spPr bwMode="auto">
            <a:xfrm>
              <a:off x="2330" y="2097"/>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0" name="Rectangle 83">
              <a:extLst>
                <a:ext uri="{FF2B5EF4-FFF2-40B4-BE49-F238E27FC236}">
                  <a16:creationId xmlns:a16="http://schemas.microsoft.com/office/drawing/2014/main" id="{5442F6D1-04E0-A44F-8910-B76948571B99}"/>
                </a:ext>
              </a:extLst>
            </p:cNvPr>
            <p:cNvSpPr>
              <a:spLocks noChangeArrowheads="1"/>
            </p:cNvSpPr>
            <p:nvPr/>
          </p:nvSpPr>
          <p:spPr bwMode="auto">
            <a:xfrm>
              <a:off x="2019" y="2097"/>
              <a:ext cx="310" cy="47"/>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1" name="Oval 84">
              <a:extLst>
                <a:ext uri="{FF2B5EF4-FFF2-40B4-BE49-F238E27FC236}">
                  <a16:creationId xmlns:a16="http://schemas.microsoft.com/office/drawing/2014/main" id="{7CE682FE-3948-5143-B692-07DEF21A92CD}"/>
                </a:ext>
              </a:extLst>
            </p:cNvPr>
            <p:cNvSpPr>
              <a:spLocks noChangeArrowheads="1"/>
            </p:cNvSpPr>
            <p:nvPr/>
          </p:nvSpPr>
          <p:spPr bwMode="auto">
            <a:xfrm>
              <a:off x="2016" y="2036"/>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32" name="Group 85">
              <a:extLst>
                <a:ext uri="{FF2B5EF4-FFF2-40B4-BE49-F238E27FC236}">
                  <a16:creationId xmlns:a16="http://schemas.microsoft.com/office/drawing/2014/main" id="{ACD8E934-A29C-E940-B27E-262F5DE7DCDF}"/>
                </a:ext>
              </a:extLst>
            </p:cNvPr>
            <p:cNvGrpSpPr>
              <a:grpSpLocks/>
            </p:cNvGrpSpPr>
            <p:nvPr/>
          </p:nvGrpSpPr>
          <p:grpSpPr bwMode="auto">
            <a:xfrm>
              <a:off x="2015" y="1976"/>
              <a:ext cx="321" cy="269"/>
              <a:chOff x="2894" y="2425"/>
              <a:chExt cx="328" cy="269"/>
            </a:xfrm>
          </p:grpSpPr>
          <p:sp>
            <p:nvSpPr>
              <p:cNvPr id="233" name="Rectangle 86">
                <a:extLst>
                  <a:ext uri="{FF2B5EF4-FFF2-40B4-BE49-F238E27FC236}">
                    <a16:creationId xmlns:a16="http://schemas.microsoft.com/office/drawing/2014/main" id="{6556355B-9BE3-D746-A820-E89A58911EF8}"/>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4" name="Text Box 87">
                <a:extLst>
                  <a:ext uri="{FF2B5EF4-FFF2-40B4-BE49-F238E27FC236}">
                    <a16:creationId xmlns:a16="http://schemas.microsoft.com/office/drawing/2014/main" id="{87A983D3-02A0-4A4B-A676-14BB88EA3128}"/>
                  </a:ext>
                </a:extLst>
              </p:cNvPr>
              <p:cNvSpPr txBox="1">
                <a:spLocks noChangeArrowheads="1"/>
              </p:cNvSpPr>
              <p:nvPr/>
            </p:nvSpPr>
            <p:spPr bwMode="auto">
              <a:xfrm>
                <a:off x="2894" y="2425"/>
                <a:ext cx="328"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1b</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199" name="Group 99">
            <a:extLst>
              <a:ext uri="{FF2B5EF4-FFF2-40B4-BE49-F238E27FC236}">
                <a16:creationId xmlns:a16="http://schemas.microsoft.com/office/drawing/2014/main" id="{4C6CCD3C-47D1-7847-84AE-9A444B7FD9F9}"/>
              </a:ext>
            </a:extLst>
          </p:cNvPr>
          <p:cNvGrpSpPr>
            <a:grpSpLocks/>
          </p:cNvGrpSpPr>
          <p:nvPr/>
        </p:nvGrpSpPr>
        <p:grpSpPr bwMode="auto">
          <a:xfrm>
            <a:off x="3626989" y="2099622"/>
            <a:ext cx="461347" cy="396679"/>
            <a:chOff x="2016" y="1976"/>
            <a:chExt cx="316" cy="269"/>
          </a:xfrm>
        </p:grpSpPr>
        <p:sp>
          <p:nvSpPr>
            <p:cNvPr id="215" name="Oval 100">
              <a:extLst>
                <a:ext uri="{FF2B5EF4-FFF2-40B4-BE49-F238E27FC236}">
                  <a16:creationId xmlns:a16="http://schemas.microsoft.com/office/drawing/2014/main" id="{9CFFD192-2352-574C-A1F6-73C764467286}"/>
                </a:ext>
              </a:extLst>
            </p:cNvPr>
            <p:cNvSpPr>
              <a:spLocks noChangeArrowheads="1"/>
            </p:cNvSpPr>
            <p:nvPr/>
          </p:nvSpPr>
          <p:spPr bwMode="auto">
            <a:xfrm>
              <a:off x="2019" y="2102"/>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6" name="Line 101">
              <a:extLst>
                <a:ext uri="{FF2B5EF4-FFF2-40B4-BE49-F238E27FC236}">
                  <a16:creationId xmlns:a16="http://schemas.microsoft.com/office/drawing/2014/main" id="{AA179453-C4E3-E244-B9A9-11831D82618D}"/>
                </a:ext>
              </a:extLst>
            </p:cNvPr>
            <p:cNvSpPr>
              <a:spLocks noChangeShapeType="1"/>
            </p:cNvSpPr>
            <p:nvPr/>
          </p:nvSpPr>
          <p:spPr bwMode="auto">
            <a:xfrm>
              <a:off x="2019"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7" name="Line 102">
              <a:extLst>
                <a:ext uri="{FF2B5EF4-FFF2-40B4-BE49-F238E27FC236}">
                  <a16:creationId xmlns:a16="http://schemas.microsoft.com/office/drawing/2014/main" id="{1CE386C9-63A7-F044-A083-5284BFD15472}"/>
                </a:ext>
              </a:extLst>
            </p:cNvPr>
            <p:cNvSpPr>
              <a:spLocks noChangeShapeType="1"/>
            </p:cNvSpPr>
            <p:nvPr/>
          </p:nvSpPr>
          <p:spPr bwMode="auto">
            <a:xfrm>
              <a:off x="2332" y="2095"/>
              <a:ext cx="0" cy="5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8" name="Rectangle 103">
              <a:extLst>
                <a:ext uri="{FF2B5EF4-FFF2-40B4-BE49-F238E27FC236}">
                  <a16:creationId xmlns:a16="http://schemas.microsoft.com/office/drawing/2014/main" id="{50227DAD-D708-784A-BD13-83429F1C25BE}"/>
                </a:ext>
              </a:extLst>
            </p:cNvPr>
            <p:cNvSpPr>
              <a:spLocks noChangeArrowheads="1"/>
            </p:cNvSpPr>
            <p:nvPr/>
          </p:nvSpPr>
          <p:spPr bwMode="auto">
            <a:xfrm>
              <a:off x="2019" y="2095"/>
              <a:ext cx="310" cy="5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9" name="Oval 104">
              <a:extLst>
                <a:ext uri="{FF2B5EF4-FFF2-40B4-BE49-F238E27FC236}">
                  <a16:creationId xmlns:a16="http://schemas.microsoft.com/office/drawing/2014/main" id="{6DA156B1-5FE9-414A-BB48-46A4A52B9073}"/>
                </a:ext>
              </a:extLst>
            </p:cNvPr>
            <p:cNvSpPr>
              <a:spLocks noChangeArrowheads="1"/>
            </p:cNvSpPr>
            <p:nvPr/>
          </p:nvSpPr>
          <p:spPr bwMode="auto">
            <a:xfrm>
              <a:off x="2016" y="2037"/>
              <a:ext cx="313" cy="94"/>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20" name="Group 105">
              <a:extLst>
                <a:ext uri="{FF2B5EF4-FFF2-40B4-BE49-F238E27FC236}">
                  <a16:creationId xmlns:a16="http://schemas.microsoft.com/office/drawing/2014/main" id="{80512439-7B6B-C54B-82D0-66D0AB25D2A7}"/>
                </a:ext>
              </a:extLst>
            </p:cNvPr>
            <p:cNvGrpSpPr>
              <a:grpSpLocks/>
            </p:cNvGrpSpPr>
            <p:nvPr/>
          </p:nvGrpSpPr>
          <p:grpSpPr bwMode="auto">
            <a:xfrm>
              <a:off x="2020" y="1976"/>
              <a:ext cx="308" cy="269"/>
              <a:chOff x="2899" y="2425"/>
              <a:chExt cx="315" cy="269"/>
            </a:xfrm>
          </p:grpSpPr>
          <p:sp>
            <p:nvSpPr>
              <p:cNvPr id="221" name="Rectangle 106">
                <a:extLst>
                  <a:ext uri="{FF2B5EF4-FFF2-40B4-BE49-F238E27FC236}">
                    <a16:creationId xmlns:a16="http://schemas.microsoft.com/office/drawing/2014/main" id="{91098A50-7FC0-CB4E-9B97-2D7AE96D06C6}"/>
                  </a:ext>
                </a:extLst>
              </p:cNvPr>
              <p:cNvSpPr>
                <a:spLocks noChangeArrowheads="1"/>
              </p:cNvSpPr>
              <p:nvPr/>
            </p:nvSpPr>
            <p:spPr bwMode="auto">
              <a:xfrm>
                <a:off x="2982" y="2490"/>
                <a:ext cx="142" cy="130"/>
              </a:xfrm>
              <a:prstGeom prst="rect">
                <a:avLst/>
              </a:prstGeom>
              <a:solidFill>
                <a:srgbClr val="CC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2" name="Text Box 107">
                <a:extLst>
                  <a:ext uri="{FF2B5EF4-FFF2-40B4-BE49-F238E27FC236}">
                    <a16:creationId xmlns:a16="http://schemas.microsoft.com/office/drawing/2014/main" id="{FBCF2ABD-1064-2947-85B9-C0D4E2616D8E}"/>
                  </a:ext>
                </a:extLst>
              </p:cNvPr>
              <p:cNvSpPr txBox="1">
                <a:spLocks noChangeArrowheads="1"/>
              </p:cNvSpPr>
              <p:nvPr/>
            </p:nvSpPr>
            <p:spPr bwMode="auto">
              <a:xfrm>
                <a:off x="2899" y="2425"/>
                <a:ext cx="315" cy="2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3c</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sp>
        <p:nvSpPr>
          <p:cNvPr id="200" name="Line 108">
            <a:extLst>
              <a:ext uri="{FF2B5EF4-FFF2-40B4-BE49-F238E27FC236}">
                <a16:creationId xmlns:a16="http://schemas.microsoft.com/office/drawing/2014/main" id="{47A25237-349D-A842-8706-F347B2434568}"/>
              </a:ext>
            </a:extLst>
          </p:cNvPr>
          <p:cNvSpPr>
            <a:spLocks noChangeShapeType="1"/>
          </p:cNvSpPr>
          <p:nvPr/>
        </p:nvSpPr>
        <p:spPr bwMode="auto">
          <a:xfrm flipH="1">
            <a:off x="3662028" y="2415195"/>
            <a:ext cx="90518" cy="15926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1" name="Line 109">
            <a:extLst>
              <a:ext uri="{FF2B5EF4-FFF2-40B4-BE49-F238E27FC236}">
                <a16:creationId xmlns:a16="http://schemas.microsoft.com/office/drawing/2014/main" id="{6A3F47BD-80C7-0747-85CB-F22F1B792701}"/>
              </a:ext>
            </a:extLst>
          </p:cNvPr>
          <p:cNvSpPr>
            <a:spLocks noChangeShapeType="1"/>
          </p:cNvSpPr>
          <p:nvPr/>
        </p:nvSpPr>
        <p:spPr bwMode="auto">
          <a:xfrm>
            <a:off x="3213821" y="2483029"/>
            <a:ext cx="211694"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2" name="Line 110">
            <a:extLst>
              <a:ext uri="{FF2B5EF4-FFF2-40B4-BE49-F238E27FC236}">
                <a16:creationId xmlns:a16="http://schemas.microsoft.com/office/drawing/2014/main" id="{6CB9126B-13F6-7D4E-B1DD-C7EB25541B07}"/>
              </a:ext>
            </a:extLst>
          </p:cNvPr>
          <p:cNvSpPr>
            <a:spLocks noChangeShapeType="1"/>
          </p:cNvSpPr>
          <p:nvPr/>
        </p:nvSpPr>
        <p:spPr bwMode="auto">
          <a:xfrm flipH="1">
            <a:off x="3942340" y="1959531"/>
            <a:ext cx="198555" cy="2241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3" name="Line 111">
            <a:extLst>
              <a:ext uri="{FF2B5EF4-FFF2-40B4-BE49-F238E27FC236}">
                <a16:creationId xmlns:a16="http://schemas.microsoft.com/office/drawing/2014/main" id="{22C33C4C-9469-EC40-8CEF-2C586DEC66C3}"/>
              </a:ext>
            </a:extLst>
          </p:cNvPr>
          <p:cNvSpPr>
            <a:spLocks noChangeShapeType="1"/>
          </p:cNvSpPr>
          <p:nvPr/>
        </p:nvSpPr>
        <p:spPr bwMode="auto">
          <a:xfrm>
            <a:off x="3535012" y="1946259"/>
            <a:ext cx="175195" cy="26248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4" name="Line 112">
            <a:extLst>
              <a:ext uri="{FF2B5EF4-FFF2-40B4-BE49-F238E27FC236}">
                <a16:creationId xmlns:a16="http://schemas.microsoft.com/office/drawing/2014/main" id="{4C48EF93-B210-4F4B-9854-165045A32FD0}"/>
              </a:ext>
            </a:extLst>
          </p:cNvPr>
          <p:cNvSpPr>
            <a:spLocks noChangeShapeType="1"/>
          </p:cNvSpPr>
          <p:nvPr/>
        </p:nvSpPr>
        <p:spPr bwMode="auto">
          <a:xfrm flipH="1">
            <a:off x="4498585" y="2083401"/>
            <a:ext cx="102197" cy="30377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5" name="Line 113">
            <a:extLst>
              <a:ext uri="{FF2B5EF4-FFF2-40B4-BE49-F238E27FC236}">
                <a16:creationId xmlns:a16="http://schemas.microsoft.com/office/drawing/2014/main" id="{EBEA8126-4CF3-3A41-ABAC-D142E166341E}"/>
              </a:ext>
            </a:extLst>
          </p:cNvPr>
          <p:cNvSpPr>
            <a:spLocks noChangeShapeType="1"/>
          </p:cNvSpPr>
          <p:nvPr/>
        </p:nvSpPr>
        <p:spPr bwMode="auto">
          <a:xfrm>
            <a:off x="8641951" y="2845791"/>
            <a:ext cx="324111"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6" name="Line 114">
            <a:extLst>
              <a:ext uri="{FF2B5EF4-FFF2-40B4-BE49-F238E27FC236}">
                <a16:creationId xmlns:a16="http://schemas.microsoft.com/office/drawing/2014/main" id="{9F42B725-C1EB-5648-AA83-55F576D99A64}"/>
              </a:ext>
            </a:extLst>
          </p:cNvPr>
          <p:cNvSpPr>
            <a:spLocks noChangeShapeType="1"/>
          </p:cNvSpPr>
          <p:nvPr/>
        </p:nvSpPr>
        <p:spPr bwMode="auto">
          <a:xfrm flipV="1">
            <a:off x="8555814" y="2384228"/>
            <a:ext cx="382509" cy="37455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7" name="Line 115">
            <a:extLst>
              <a:ext uri="{FF2B5EF4-FFF2-40B4-BE49-F238E27FC236}">
                <a16:creationId xmlns:a16="http://schemas.microsoft.com/office/drawing/2014/main" id="{257DE23D-92D6-6B48-8933-BB087A4B7F3B}"/>
              </a:ext>
            </a:extLst>
          </p:cNvPr>
          <p:cNvSpPr>
            <a:spLocks noChangeShapeType="1"/>
          </p:cNvSpPr>
          <p:nvPr/>
        </p:nvSpPr>
        <p:spPr bwMode="auto">
          <a:xfrm flipH="1" flipV="1">
            <a:off x="7751376" y="2133539"/>
            <a:ext cx="185415" cy="29787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8" name="Line 116">
            <a:extLst>
              <a:ext uri="{FF2B5EF4-FFF2-40B4-BE49-F238E27FC236}">
                <a16:creationId xmlns:a16="http://schemas.microsoft.com/office/drawing/2014/main" id="{3008FEDF-B989-AD47-B8DC-811C63A78E62}"/>
              </a:ext>
            </a:extLst>
          </p:cNvPr>
          <p:cNvSpPr>
            <a:spLocks noChangeShapeType="1"/>
          </p:cNvSpPr>
          <p:nvPr/>
        </p:nvSpPr>
        <p:spPr bwMode="auto">
          <a:xfrm flipH="1" flipV="1">
            <a:off x="7295868" y="2283952"/>
            <a:ext cx="198555" cy="27280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9" name="Line 117">
            <a:extLst>
              <a:ext uri="{FF2B5EF4-FFF2-40B4-BE49-F238E27FC236}">
                <a16:creationId xmlns:a16="http://schemas.microsoft.com/office/drawing/2014/main" id="{7072AB1C-E687-5F42-AD97-F842F241CC4D}"/>
              </a:ext>
            </a:extLst>
          </p:cNvPr>
          <p:cNvSpPr>
            <a:spLocks noChangeShapeType="1"/>
          </p:cNvSpPr>
          <p:nvPr/>
        </p:nvSpPr>
        <p:spPr bwMode="auto">
          <a:xfrm flipH="1">
            <a:off x="4536544" y="3382561"/>
            <a:ext cx="197095" cy="17253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0" name="Line 118">
            <a:extLst>
              <a:ext uri="{FF2B5EF4-FFF2-40B4-BE49-F238E27FC236}">
                <a16:creationId xmlns:a16="http://schemas.microsoft.com/office/drawing/2014/main" id="{368439BD-38EC-0F4F-AB79-71712E1AE097}"/>
              </a:ext>
            </a:extLst>
          </p:cNvPr>
          <p:cNvSpPr>
            <a:spLocks noChangeShapeType="1"/>
          </p:cNvSpPr>
          <p:nvPr/>
        </p:nvSpPr>
        <p:spPr bwMode="auto">
          <a:xfrm flipH="1" flipV="1">
            <a:off x="4486906" y="3233622"/>
            <a:ext cx="185415" cy="1179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1" name="Line 119">
            <a:extLst>
              <a:ext uri="{FF2B5EF4-FFF2-40B4-BE49-F238E27FC236}">
                <a16:creationId xmlns:a16="http://schemas.microsoft.com/office/drawing/2014/main" id="{05F4047A-FA71-B345-8F4D-7557CE9C3159}"/>
              </a:ext>
            </a:extLst>
          </p:cNvPr>
          <p:cNvSpPr>
            <a:spLocks noChangeShapeType="1"/>
          </p:cNvSpPr>
          <p:nvPr/>
        </p:nvSpPr>
        <p:spPr bwMode="auto">
          <a:xfrm flipH="1">
            <a:off x="4882555" y="3633250"/>
            <a:ext cx="309511" cy="22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2" name="Line 120">
            <a:extLst>
              <a:ext uri="{FF2B5EF4-FFF2-40B4-BE49-F238E27FC236}">
                <a16:creationId xmlns:a16="http://schemas.microsoft.com/office/drawing/2014/main" id="{00691E04-3135-5045-8A22-A3445401A5C1}"/>
              </a:ext>
            </a:extLst>
          </p:cNvPr>
          <p:cNvSpPr>
            <a:spLocks noChangeShapeType="1"/>
          </p:cNvSpPr>
          <p:nvPr/>
        </p:nvSpPr>
        <p:spPr bwMode="auto">
          <a:xfrm flipV="1">
            <a:off x="5587715" y="2957864"/>
            <a:ext cx="334331" cy="1474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3" name="Line 121">
            <a:extLst>
              <a:ext uri="{FF2B5EF4-FFF2-40B4-BE49-F238E27FC236}">
                <a16:creationId xmlns:a16="http://schemas.microsoft.com/office/drawing/2014/main" id="{C2D8B9BD-B900-B448-8B0A-9B6A048DBB86}"/>
              </a:ext>
            </a:extLst>
          </p:cNvPr>
          <p:cNvSpPr>
            <a:spLocks noChangeShapeType="1"/>
          </p:cNvSpPr>
          <p:nvPr/>
        </p:nvSpPr>
        <p:spPr bwMode="auto">
          <a:xfrm>
            <a:off x="6254917" y="3507905"/>
            <a:ext cx="173735" cy="16221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4" name="Line 122">
            <a:extLst>
              <a:ext uri="{FF2B5EF4-FFF2-40B4-BE49-F238E27FC236}">
                <a16:creationId xmlns:a16="http://schemas.microsoft.com/office/drawing/2014/main" id="{EA45D5A9-0BF3-874E-B10C-996FD8308B65}"/>
              </a:ext>
            </a:extLst>
          </p:cNvPr>
          <p:cNvSpPr>
            <a:spLocks noChangeShapeType="1"/>
          </p:cNvSpPr>
          <p:nvPr/>
        </p:nvSpPr>
        <p:spPr bwMode="auto">
          <a:xfrm>
            <a:off x="5551216" y="3069936"/>
            <a:ext cx="211694" cy="11059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82" name="Group 281">
            <a:extLst>
              <a:ext uri="{FF2B5EF4-FFF2-40B4-BE49-F238E27FC236}">
                <a16:creationId xmlns:a16="http://schemas.microsoft.com/office/drawing/2014/main" id="{AA6A0761-EFD0-B448-950E-18DB9794940F}"/>
              </a:ext>
            </a:extLst>
          </p:cNvPr>
          <p:cNvGrpSpPr/>
          <p:nvPr/>
        </p:nvGrpSpPr>
        <p:grpSpPr>
          <a:xfrm>
            <a:off x="3173734" y="1669589"/>
            <a:ext cx="5968456" cy="2124592"/>
            <a:chOff x="3175544" y="3748892"/>
            <a:chExt cx="5968456" cy="2124592"/>
          </a:xfrm>
        </p:grpSpPr>
        <p:grpSp>
          <p:nvGrpSpPr>
            <p:cNvPr id="264" name="Group 263">
              <a:extLst>
                <a:ext uri="{FF2B5EF4-FFF2-40B4-BE49-F238E27FC236}">
                  <a16:creationId xmlns:a16="http://schemas.microsoft.com/office/drawing/2014/main" id="{759DD332-1646-744E-B0B3-D290BCF0ED64}"/>
                </a:ext>
              </a:extLst>
            </p:cNvPr>
            <p:cNvGrpSpPr/>
            <p:nvPr/>
          </p:nvGrpSpPr>
          <p:grpSpPr>
            <a:xfrm>
              <a:off x="3175544" y="3748892"/>
              <a:ext cx="1609399" cy="1316010"/>
              <a:chOff x="3188070" y="3748892"/>
              <a:chExt cx="1609399" cy="1316010"/>
            </a:xfrm>
          </p:grpSpPr>
          <p:sp>
            <p:nvSpPr>
              <p:cNvPr id="253" name="Freeform 4">
                <a:extLst>
                  <a:ext uri="{FF2B5EF4-FFF2-40B4-BE49-F238E27FC236}">
                    <a16:creationId xmlns:a16="http://schemas.microsoft.com/office/drawing/2014/main" id="{B1786030-A05C-3C4B-90A8-A5DA8E673523}"/>
                  </a:ext>
                </a:extLst>
              </p:cNvPr>
              <p:cNvSpPr>
                <a:spLocks/>
              </p:cNvSpPr>
              <p:nvPr/>
            </p:nvSpPr>
            <p:spPr bwMode="auto">
              <a:xfrm>
                <a:off x="3188070" y="3748892"/>
                <a:ext cx="1609399" cy="1316010"/>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63" name="Group 262">
                <a:extLst>
                  <a:ext uri="{FF2B5EF4-FFF2-40B4-BE49-F238E27FC236}">
                    <a16:creationId xmlns:a16="http://schemas.microsoft.com/office/drawing/2014/main" id="{2A2171EC-FE7C-D541-B23A-F748C585D569}"/>
                  </a:ext>
                </a:extLst>
              </p:cNvPr>
              <p:cNvGrpSpPr/>
              <p:nvPr/>
            </p:nvGrpSpPr>
            <p:grpSpPr>
              <a:xfrm>
                <a:off x="3323010" y="3984960"/>
                <a:ext cx="1290181" cy="895439"/>
                <a:chOff x="2145563" y="2093530"/>
                <a:chExt cx="1290181" cy="895439"/>
              </a:xfrm>
            </p:grpSpPr>
            <p:sp>
              <p:nvSpPr>
                <p:cNvPr id="4" name="TextBox 3">
                  <a:extLst>
                    <a:ext uri="{FF2B5EF4-FFF2-40B4-BE49-F238E27FC236}">
                      <a16:creationId xmlns:a16="http://schemas.microsoft.com/office/drawing/2014/main" id="{6723594D-379C-E642-A5A9-5C895D3CFBCB}"/>
                    </a:ext>
                  </a:extLst>
                </p:cNvPr>
                <p:cNvSpPr txBox="1"/>
                <p:nvPr/>
              </p:nvSpPr>
              <p:spPr>
                <a:xfrm>
                  <a:off x="2307787" y="2257804"/>
                  <a:ext cx="1017010" cy="617861"/>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intra-AS</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routing</a:t>
                  </a:r>
                </a:p>
              </p:txBody>
            </p:sp>
            <p:sp>
              <p:nvSpPr>
                <p:cNvPr id="8" name="Oval 7">
                  <a:extLst>
                    <a:ext uri="{FF2B5EF4-FFF2-40B4-BE49-F238E27FC236}">
                      <a16:creationId xmlns:a16="http://schemas.microsoft.com/office/drawing/2014/main" id="{2472BBF8-088B-A449-9470-EBB3D14828B2}"/>
                    </a:ext>
                  </a:extLst>
                </p:cNvPr>
                <p:cNvSpPr/>
                <p:nvPr/>
              </p:nvSpPr>
              <p:spPr>
                <a:xfrm>
                  <a:off x="2145563"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6" name="Rectangle 255">
                  <a:extLst>
                    <a:ext uri="{FF2B5EF4-FFF2-40B4-BE49-F238E27FC236}">
                      <a16:creationId xmlns:a16="http://schemas.microsoft.com/office/drawing/2014/main" id="{0100B31F-13F0-1E46-B425-81FB4EF4CED2}"/>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8" name="Straight Arrow Connector 257">
                  <a:extLst>
                    <a:ext uri="{FF2B5EF4-FFF2-40B4-BE49-F238E27FC236}">
                      <a16:creationId xmlns:a16="http://schemas.microsoft.com/office/drawing/2014/main" id="{E47A0939-C51B-A042-A7CC-F4275B61338E}"/>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73" name="Group 272">
              <a:extLst>
                <a:ext uri="{FF2B5EF4-FFF2-40B4-BE49-F238E27FC236}">
                  <a16:creationId xmlns:a16="http://schemas.microsoft.com/office/drawing/2014/main" id="{F59F95CB-2AFB-954F-A034-BBA60D5D4EF0}"/>
                </a:ext>
              </a:extLst>
            </p:cNvPr>
            <p:cNvGrpSpPr/>
            <p:nvPr/>
          </p:nvGrpSpPr>
          <p:grpSpPr>
            <a:xfrm>
              <a:off x="4345585" y="4779701"/>
              <a:ext cx="2744147" cy="1093783"/>
              <a:chOff x="4345585" y="4779701"/>
              <a:chExt cx="2744147" cy="1093783"/>
            </a:xfrm>
          </p:grpSpPr>
          <p:sp>
            <p:nvSpPr>
              <p:cNvPr id="254" name="Freeform 5">
                <a:extLst>
                  <a:ext uri="{FF2B5EF4-FFF2-40B4-BE49-F238E27FC236}">
                    <a16:creationId xmlns:a16="http://schemas.microsoft.com/office/drawing/2014/main" id="{0F89B688-4E67-2344-8F6E-D25D73FDDC05}"/>
                  </a:ext>
                </a:extLst>
              </p:cNvPr>
              <p:cNvSpPr>
                <a:spLocks/>
              </p:cNvSpPr>
              <p:nvPr/>
            </p:nvSpPr>
            <p:spPr bwMode="auto">
              <a:xfrm>
                <a:off x="4345585" y="4779701"/>
                <a:ext cx="2744147" cy="1093783"/>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flip="none" rotWithShape="1">
                <a:gsLst>
                  <a:gs pos="20000">
                    <a:schemeClr val="bg1"/>
                  </a:gs>
                  <a:gs pos="99000">
                    <a:schemeClr val="bg1">
                      <a:alpha val="73000"/>
                    </a:schemeClr>
                  </a:gs>
                </a:gsLst>
                <a:path path="circle">
                  <a:fillToRect l="50000" t="50000" r="50000" b="50000"/>
                </a:path>
                <a:tileRect/>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67" name="Group 266">
                <a:extLst>
                  <a:ext uri="{FF2B5EF4-FFF2-40B4-BE49-F238E27FC236}">
                    <a16:creationId xmlns:a16="http://schemas.microsoft.com/office/drawing/2014/main" id="{48016CA7-C957-1C4D-A120-A23AF9524D91}"/>
                  </a:ext>
                </a:extLst>
              </p:cNvPr>
              <p:cNvGrpSpPr/>
              <p:nvPr/>
            </p:nvGrpSpPr>
            <p:grpSpPr>
              <a:xfrm>
                <a:off x="4915903" y="4888922"/>
                <a:ext cx="1290181" cy="895439"/>
                <a:chOff x="2158089" y="2093530"/>
                <a:chExt cx="1290181" cy="895439"/>
              </a:xfrm>
            </p:grpSpPr>
            <p:sp>
              <p:nvSpPr>
                <p:cNvPr id="268" name="TextBox 267">
                  <a:extLst>
                    <a:ext uri="{FF2B5EF4-FFF2-40B4-BE49-F238E27FC236}">
                      <a16:creationId xmlns:a16="http://schemas.microsoft.com/office/drawing/2014/main" id="{3AB46CFF-D2D9-204B-8D26-6EBD60AC189A}"/>
                    </a:ext>
                  </a:extLst>
                </p:cNvPr>
                <p:cNvSpPr txBox="1"/>
                <p:nvPr/>
              </p:nvSpPr>
              <p:spPr>
                <a:xfrm>
                  <a:off x="2307787" y="2257804"/>
                  <a:ext cx="1017010" cy="617861"/>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intra-AS</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routing</a:t>
                  </a:r>
                </a:p>
              </p:txBody>
            </p:sp>
            <p:sp>
              <p:nvSpPr>
                <p:cNvPr id="269" name="Oval 268">
                  <a:extLst>
                    <a:ext uri="{FF2B5EF4-FFF2-40B4-BE49-F238E27FC236}">
                      <a16:creationId xmlns:a16="http://schemas.microsoft.com/office/drawing/2014/main" id="{62F828E9-D5D5-A845-92F1-06245C1556E7}"/>
                    </a:ext>
                  </a:extLst>
                </p:cNvPr>
                <p:cNvSpPr/>
                <p:nvPr/>
              </p:nvSpPr>
              <p:spPr>
                <a:xfrm>
                  <a:off x="2158089"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0" name="Rectangle 269">
                  <a:extLst>
                    <a:ext uri="{FF2B5EF4-FFF2-40B4-BE49-F238E27FC236}">
                      <a16:creationId xmlns:a16="http://schemas.microsoft.com/office/drawing/2014/main" id="{DF703CA7-434F-3941-821C-59863FBA7287}"/>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1" name="Straight Arrow Connector 270">
                  <a:extLst>
                    <a:ext uri="{FF2B5EF4-FFF2-40B4-BE49-F238E27FC236}">
                      <a16:creationId xmlns:a16="http://schemas.microsoft.com/office/drawing/2014/main" id="{4E454930-4E41-434B-860E-CAB25B708B4C}"/>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81" name="Group 280">
              <a:extLst>
                <a:ext uri="{FF2B5EF4-FFF2-40B4-BE49-F238E27FC236}">
                  <a16:creationId xmlns:a16="http://schemas.microsoft.com/office/drawing/2014/main" id="{E2F34647-CA92-A545-AFCE-B82A0FF135E5}"/>
                </a:ext>
              </a:extLst>
            </p:cNvPr>
            <p:cNvGrpSpPr/>
            <p:nvPr/>
          </p:nvGrpSpPr>
          <p:grpSpPr>
            <a:xfrm>
              <a:off x="6989573" y="3977477"/>
              <a:ext cx="2154427" cy="1384541"/>
              <a:chOff x="6989573" y="3977477"/>
              <a:chExt cx="2154427" cy="1384541"/>
            </a:xfrm>
          </p:grpSpPr>
          <p:sp>
            <p:nvSpPr>
              <p:cNvPr id="255" name="Freeform 3">
                <a:extLst>
                  <a:ext uri="{FF2B5EF4-FFF2-40B4-BE49-F238E27FC236}">
                    <a16:creationId xmlns:a16="http://schemas.microsoft.com/office/drawing/2014/main" id="{1536733F-1420-C242-99F9-B2C1A846C638}"/>
                  </a:ext>
                </a:extLst>
              </p:cNvPr>
              <p:cNvSpPr>
                <a:spLocks/>
              </p:cNvSpPr>
              <p:nvPr/>
            </p:nvSpPr>
            <p:spPr bwMode="auto">
              <a:xfrm>
                <a:off x="6989573" y="3977477"/>
                <a:ext cx="2154427" cy="1384541"/>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76" name="Group 275">
                <a:extLst>
                  <a:ext uri="{FF2B5EF4-FFF2-40B4-BE49-F238E27FC236}">
                    <a16:creationId xmlns:a16="http://schemas.microsoft.com/office/drawing/2014/main" id="{92ED2415-587F-4B43-864E-2DFBFD8318B6}"/>
                  </a:ext>
                </a:extLst>
              </p:cNvPr>
              <p:cNvGrpSpPr/>
              <p:nvPr/>
            </p:nvGrpSpPr>
            <p:grpSpPr>
              <a:xfrm>
                <a:off x="7396057" y="4300199"/>
                <a:ext cx="1290181" cy="895439"/>
                <a:chOff x="2158089" y="2093530"/>
                <a:chExt cx="1290181" cy="895439"/>
              </a:xfrm>
            </p:grpSpPr>
            <p:sp>
              <p:nvSpPr>
                <p:cNvPr id="277" name="TextBox 276">
                  <a:extLst>
                    <a:ext uri="{FF2B5EF4-FFF2-40B4-BE49-F238E27FC236}">
                      <a16:creationId xmlns:a16="http://schemas.microsoft.com/office/drawing/2014/main" id="{5E266E0C-04F2-274C-A906-0CE2714D9E26}"/>
                    </a:ext>
                  </a:extLst>
                </p:cNvPr>
                <p:cNvSpPr txBox="1"/>
                <p:nvPr/>
              </p:nvSpPr>
              <p:spPr>
                <a:xfrm>
                  <a:off x="2307787" y="2257804"/>
                  <a:ext cx="1017010" cy="617861"/>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intra-AS</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routing</a:t>
                  </a:r>
                </a:p>
              </p:txBody>
            </p:sp>
            <p:sp>
              <p:nvSpPr>
                <p:cNvPr id="278" name="Oval 277">
                  <a:extLst>
                    <a:ext uri="{FF2B5EF4-FFF2-40B4-BE49-F238E27FC236}">
                      <a16:creationId xmlns:a16="http://schemas.microsoft.com/office/drawing/2014/main" id="{AF109F00-AEAA-434C-BBF7-9540A765DEAD}"/>
                    </a:ext>
                  </a:extLst>
                </p:cNvPr>
                <p:cNvSpPr/>
                <p:nvPr/>
              </p:nvSpPr>
              <p:spPr>
                <a:xfrm>
                  <a:off x="2158089" y="2093530"/>
                  <a:ext cx="1290181" cy="864296"/>
                </a:xfrm>
                <a:prstGeom prst="ellipse">
                  <a:avLst/>
                </a:prstGeom>
                <a:noFill/>
                <a:ln w="381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9" name="Rectangle 278">
                  <a:extLst>
                    <a:ext uri="{FF2B5EF4-FFF2-40B4-BE49-F238E27FC236}">
                      <a16:creationId xmlns:a16="http://schemas.microsoft.com/office/drawing/2014/main" id="{BC93F16D-2C1A-E249-87B4-695F781B3787}"/>
                    </a:ext>
                  </a:extLst>
                </p:cNvPr>
                <p:cNvSpPr/>
                <p:nvPr/>
              </p:nvSpPr>
              <p:spPr>
                <a:xfrm>
                  <a:off x="2417523" y="2844399"/>
                  <a:ext cx="776614" cy="144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0" name="Straight Arrow Connector 279">
                  <a:extLst>
                    <a:ext uri="{FF2B5EF4-FFF2-40B4-BE49-F238E27FC236}">
                      <a16:creationId xmlns:a16="http://schemas.microsoft.com/office/drawing/2014/main" id="{BF12078B-FFCB-5B4D-96D9-6482BC5DACC1}"/>
                    </a:ext>
                  </a:extLst>
                </p:cNvPr>
                <p:cNvCxnSpPr>
                  <a:cxnSpLocks/>
                </p:cNvCxnSpPr>
                <p:nvPr/>
              </p:nvCxnSpPr>
              <p:spPr>
                <a:xfrm flipH="1">
                  <a:off x="3111009" y="2833557"/>
                  <a:ext cx="138182" cy="97585"/>
                </a:xfrm>
                <a:prstGeom prst="straightConnector1">
                  <a:avLst/>
                </a:prstGeom>
                <a:ln w="38100">
                  <a:solidFill>
                    <a:srgbClr val="0000A8"/>
                  </a:solidFill>
                  <a:tailEnd type="triangle"/>
                </a:ln>
              </p:spPr>
              <p:style>
                <a:lnRef idx="1">
                  <a:schemeClr val="accent1"/>
                </a:lnRef>
                <a:fillRef idx="0">
                  <a:schemeClr val="accent1"/>
                </a:fillRef>
                <a:effectRef idx="0">
                  <a:schemeClr val="accent1"/>
                </a:effectRef>
                <a:fontRef idx="minor">
                  <a:schemeClr val="tx1"/>
                </a:fontRef>
              </p:style>
            </p:cxnSp>
          </p:grpSp>
        </p:grpSp>
      </p:grpSp>
      <p:grpSp>
        <p:nvGrpSpPr>
          <p:cNvPr id="312" name="Group 311">
            <a:extLst>
              <a:ext uri="{FF2B5EF4-FFF2-40B4-BE49-F238E27FC236}">
                <a16:creationId xmlns:a16="http://schemas.microsoft.com/office/drawing/2014/main" id="{78E22769-1D43-5840-8394-0FE0463D5740}"/>
              </a:ext>
            </a:extLst>
          </p:cNvPr>
          <p:cNvGrpSpPr/>
          <p:nvPr/>
        </p:nvGrpSpPr>
        <p:grpSpPr>
          <a:xfrm>
            <a:off x="3207334" y="1684769"/>
            <a:ext cx="5968456" cy="2124592"/>
            <a:chOff x="3202684" y="3763506"/>
            <a:chExt cx="5968456" cy="2124592"/>
          </a:xfrm>
        </p:grpSpPr>
        <p:grpSp>
          <p:nvGrpSpPr>
            <p:cNvPr id="310" name="Group 309">
              <a:extLst>
                <a:ext uri="{FF2B5EF4-FFF2-40B4-BE49-F238E27FC236}">
                  <a16:creationId xmlns:a16="http://schemas.microsoft.com/office/drawing/2014/main" id="{744E07CE-3F29-2C44-A38C-A63250BD37CA}"/>
                </a:ext>
              </a:extLst>
            </p:cNvPr>
            <p:cNvGrpSpPr/>
            <p:nvPr/>
          </p:nvGrpSpPr>
          <p:grpSpPr>
            <a:xfrm>
              <a:off x="3202684" y="3763506"/>
              <a:ext cx="5968456" cy="2124592"/>
              <a:chOff x="2563856" y="-1509951"/>
              <a:chExt cx="5968456" cy="2124592"/>
            </a:xfrm>
          </p:grpSpPr>
          <p:sp>
            <p:nvSpPr>
              <p:cNvPr id="304" name="Freeform 4">
                <a:extLst>
                  <a:ext uri="{FF2B5EF4-FFF2-40B4-BE49-F238E27FC236}">
                    <a16:creationId xmlns:a16="http://schemas.microsoft.com/office/drawing/2014/main" id="{D30911A6-6911-094B-927D-A42ABA72DF40}"/>
                  </a:ext>
                </a:extLst>
              </p:cNvPr>
              <p:cNvSpPr>
                <a:spLocks/>
              </p:cNvSpPr>
              <p:nvPr/>
            </p:nvSpPr>
            <p:spPr bwMode="auto">
              <a:xfrm>
                <a:off x="2563856" y="-1509951"/>
                <a:ext cx="1609399" cy="1316010"/>
              </a:xfrm>
              <a:custGeom>
                <a:avLst/>
                <a:gdLst>
                  <a:gd name="T0" fmla="*/ 134 w 1198"/>
                  <a:gd name="T1" fmla="*/ 270558 h 451"/>
                  <a:gd name="T2" fmla="*/ 273 w 1198"/>
                  <a:gd name="T3" fmla="*/ 132828 h 451"/>
                  <a:gd name="T4" fmla="*/ 679 w 1198"/>
                  <a:gd name="T5" fmla="*/ 73044 h 451"/>
                  <a:gd name="T6" fmla="*/ 1501 w 1198"/>
                  <a:gd name="T7" fmla="*/ 37135 h 451"/>
                  <a:gd name="T8" fmla="*/ 1796 w 1198"/>
                  <a:gd name="T9" fmla="*/ 294460 h 451"/>
                  <a:gd name="T10" fmla="*/ 1350 w 1198"/>
                  <a:gd name="T11" fmla="*/ 616944 h 451"/>
                  <a:gd name="T12" fmla="*/ 466 w 1198"/>
                  <a:gd name="T13" fmla="*/ 634874 h 451"/>
                  <a:gd name="T14" fmla="*/ 54 w 1198"/>
                  <a:gd name="T15" fmla="*/ 503524 h 451"/>
                  <a:gd name="T16" fmla="*/ 134 w 1198"/>
                  <a:gd name="T17" fmla="*/ 270558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98" name="Freeform 5">
                <a:extLst>
                  <a:ext uri="{FF2B5EF4-FFF2-40B4-BE49-F238E27FC236}">
                    <a16:creationId xmlns:a16="http://schemas.microsoft.com/office/drawing/2014/main" id="{5CB4E5C1-2135-4947-936C-2E606AB35C41}"/>
                  </a:ext>
                </a:extLst>
              </p:cNvPr>
              <p:cNvSpPr>
                <a:spLocks/>
              </p:cNvSpPr>
              <p:nvPr/>
            </p:nvSpPr>
            <p:spPr bwMode="auto">
              <a:xfrm>
                <a:off x="3733897" y="-479142"/>
                <a:ext cx="2744147" cy="1093783"/>
              </a:xfrm>
              <a:custGeom>
                <a:avLst/>
                <a:gdLst>
                  <a:gd name="T0" fmla="*/ 1319 w 1583"/>
                  <a:gd name="T1" fmla="*/ 862 h 682"/>
                  <a:gd name="T2" fmla="*/ 3445 w 1583"/>
                  <a:gd name="T3" fmla="*/ 285 h 682"/>
                  <a:gd name="T4" fmla="*/ 6645 w 1583"/>
                  <a:gd name="T5" fmla="*/ 77 h 682"/>
                  <a:gd name="T6" fmla="*/ 9794 w 1583"/>
                  <a:gd name="T7" fmla="*/ 744 h 682"/>
                  <a:gd name="T8" fmla="*/ 13238 w 1583"/>
                  <a:gd name="T9" fmla="*/ 1642 h 682"/>
                  <a:gd name="T10" fmla="*/ 10773 w 1583"/>
                  <a:gd name="T11" fmla="*/ 2476 h 682"/>
                  <a:gd name="T12" fmla="*/ 5844 w 1583"/>
                  <a:gd name="T13" fmla="*/ 2523 h 682"/>
                  <a:gd name="T14" fmla="*/ 751 w 1583"/>
                  <a:gd name="T15" fmla="*/ 2291 h 682"/>
                  <a:gd name="T16" fmla="*/ 1319 w 1583"/>
                  <a:gd name="T17" fmla="*/ 862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flip="none" rotWithShape="1">
                <a:gsLst>
                  <a:gs pos="20000">
                    <a:schemeClr val="bg1"/>
                  </a:gs>
                  <a:gs pos="99000">
                    <a:schemeClr val="bg1">
                      <a:alpha val="73000"/>
                    </a:schemeClr>
                  </a:gs>
                </a:gsLst>
                <a:path path="circle">
                  <a:fillToRect l="50000" t="50000" r="50000" b="50000"/>
                </a:path>
                <a:tileRect/>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92" name="Freeform 3">
                <a:extLst>
                  <a:ext uri="{FF2B5EF4-FFF2-40B4-BE49-F238E27FC236}">
                    <a16:creationId xmlns:a16="http://schemas.microsoft.com/office/drawing/2014/main" id="{17419CA7-50EA-4644-BAD8-E64BA60CCA3E}"/>
                  </a:ext>
                </a:extLst>
              </p:cNvPr>
              <p:cNvSpPr>
                <a:spLocks/>
              </p:cNvSpPr>
              <p:nvPr/>
            </p:nvSpPr>
            <p:spPr bwMode="auto">
              <a:xfrm>
                <a:off x="6377885" y="-1281366"/>
                <a:ext cx="2154427" cy="1384541"/>
              </a:xfrm>
              <a:custGeom>
                <a:avLst/>
                <a:gdLst>
                  <a:gd name="T0" fmla="*/ 1063 w 1162"/>
                  <a:gd name="T1" fmla="*/ 49351 h 543"/>
                  <a:gd name="T2" fmla="*/ 6960 w 1162"/>
                  <a:gd name="T3" fmla="*/ 4162 h 543"/>
                  <a:gd name="T4" fmla="*/ 17785 w 1162"/>
                  <a:gd name="T5" fmla="*/ 23973 h 543"/>
                  <a:gd name="T6" fmla="*/ 21649 w 1162"/>
                  <a:gd name="T7" fmla="*/ 72662 h 543"/>
                  <a:gd name="T8" fmla="*/ 19828 w 1162"/>
                  <a:gd name="T9" fmla="*/ 137161 h 543"/>
                  <a:gd name="T10" fmla="*/ 11083 w 1162"/>
                  <a:gd name="T11" fmla="*/ 164591 h 543"/>
                  <a:gd name="T12" fmla="*/ 1657 w 1162"/>
                  <a:gd name="T13" fmla="*/ 133650 h 543"/>
                  <a:gd name="T14" fmla="*/ 1063 w 1162"/>
                  <a:gd name="T15" fmla="*/ 49351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24000">
                    <a:schemeClr val="bg1"/>
                  </a:gs>
                  <a:gs pos="99000">
                    <a:schemeClr val="bg1">
                      <a:alpha val="67000"/>
                    </a:schemeClr>
                  </a:gs>
                </a:gsLst>
                <a:path path="circl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cxnSp>
            <p:nvCxnSpPr>
              <p:cNvPr id="284" name="Straight Arrow Connector 283">
                <a:extLst>
                  <a:ext uri="{FF2B5EF4-FFF2-40B4-BE49-F238E27FC236}">
                    <a16:creationId xmlns:a16="http://schemas.microsoft.com/office/drawing/2014/main" id="{D9F899E2-41E6-F644-9D09-629032DFBB9F}"/>
                  </a:ext>
                </a:extLst>
              </p:cNvPr>
              <p:cNvCxnSpPr>
                <a:cxnSpLocks/>
              </p:cNvCxnSpPr>
              <p:nvPr/>
            </p:nvCxnSpPr>
            <p:spPr>
              <a:xfrm flipV="1">
                <a:off x="5824603" y="-501042"/>
                <a:ext cx="814192" cy="501042"/>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498B5083-E95A-D548-919E-B088084EACD8}"/>
                  </a:ext>
                </a:extLst>
              </p:cNvPr>
              <p:cNvCxnSpPr>
                <a:cxnSpLocks/>
              </p:cNvCxnSpPr>
              <p:nvPr/>
            </p:nvCxnSpPr>
            <p:spPr>
              <a:xfrm>
                <a:off x="4010416" y="-711896"/>
                <a:ext cx="724423" cy="436323"/>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11" name="TextBox 310">
              <a:extLst>
                <a:ext uri="{FF2B5EF4-FFF2-40B4-BE49-F238E27FC236}">
                  <a16:creationId xmlns:a16="http://schemas.microsoft.com/office/drawing/2014/main" id="{B03A980E-CDF4-394B-8ACB-E178989326AD}"/>
                </a:ext>
              </a:extLst>
            </p:cNvPr>
            <p:cNvSpPr txBox="1"/>
            <p:nvPr/>
          </p:nvSpPr>
          <p:spPr>
            <a:xfrm>
              <a:off x="4935255" y="4346532"/>
              <a:ext cx="22171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C00000"/>
                  </a:solidFill>
                  <a:effectLst/>
                  <a:uLnTx/>
                  <a:uFillTx/>
                  <a:latin typeface="Calibri" panose="020F0502020204030204"/>
                  <a:ea typeface="+mn-ea"/>
                  <a:cs typeface="+mn-cs"/>
                </a:rPr>
                <a:t>inter-AS routing</a:t>
              </a:r>
            </a:p>
          </p:txBody>
        </p:sp>
      </p:grpSp>
      <p:grpSp>
        <p:nvGrpSpPr>
          <p:cNvPr id="12" name="Group 11">
            <a:extLst>
              <a:ext uri="{FF2B5EF4-FFF2-40B4-BE49-F238E27FC236}">
                <a16:creationId xmlns:a16="http://schemas.microsoft.com/office/drawing/2014/main" id="{E98F9C1D-3209-FF6E-0F46-6309DD0CDA25}"/>
              </a:ext>
            </a:extLst>
          </p:cNvPr>
          <p:cNvGrpSpPr/>
          <p:nvPr/>
        </p:nvGrpSpPr>
        <p:grpSpPr>
          <a:xfrm>
            <a:off x="539395" y="4367715"/>
            <a:ext cx="11186485" cy="1055505"/>
            <a:chOff x="539395" y="4367715"/>
            <a:chExt cx="11186485" cy="1055505"/>
          </a:xfrm>
        </p:grpSpPr>
        <p:sp>
          <p:nvSpPr>
            <p:cNvPr id="5" name="Rectangle 3">
              <a:extLst>
                <a:ext uri="{FF2B5EF4-FFF2-40B4-BE49-F238E27FC236}">
                  <a16:creationId xmlns:a16="http://schemas.microsoft.com/office/drawing/2014/main" id="{332B7797-762F-B3DA-EBC9-B4B53C9061EF}"/>
                </a:ext>
              </a:extLst>
            </p:cNvPr>
            <p:cNvSpPr txBox="1">
              <a:spLocks noChangeArrowheads="1"/>
            </p:cNvSpPr>
            <p:nvPr/>
          </p:nvSpPr>
          <p:spPr bwMode="auto">
            <a:xfrm>
              <a:off x="1210281" y="4434276"/>
              <a:ext cx="10515599" cy="9889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3200" b="0" i="0" u="none" strike="noStrike" kern="0" cap="none" spc="0" normalizeH="0" baseline="0" noProof="0">
                  <a:ln>
                    <a:noFill/>
                  </a:ln>
                  <a:solidFill>
                    <a:srgbClr val="C00000"/>
                  </a:solidFill>
                  <a:effectLst/>
                  <a:uLnTx/>
                  <a:uFillTx/>
                  <a:latin typeface="Calibri" panose="020F0502020204030204"/>
                  <a:ea typeface="ＭＳ Ｐゴシック" charset="0"/>
                </a:rPr>
                <a:t>intra-AS (aka “intra-domain”): </a:t>
              </a:r>
              <a:r>
                <a:rPr kumimoji="0" lang="en-US" sz="2800" b="0" i="0" u="none" strike="noStrike" kern="0" cap="none" spc="0" normalizeH="0" baseline="0" noProof="0">
                  <a:ln>
                    <a:noFill/>
                  </a:ln>
                  <a:solidFill>
                    <a:prstClr val="black"/>
                  </a:solidFill>
                  <a:effectLst/>
                  <a:uLnTx/>
                  <a:uFillTx/>
                  <a:latin typeface="Calibri" panose="020F0502020204030204"/>
                  <a:ea typeface="ＭＳ Ｐゴシック" charset="0"/>
                </a:rPr>
                <a:t>routing among routers </a:t>
              </a:r>
              <a:r>
                <a:rPr kumimoji="0" lang="en-US" sz="2800" b="0" i="1" u="none" strike="noStrike" kern="0" cap="none" spc="0" normalizeH="0" baseline="0" noProof="0">
                  <a:ln>
                    <a:noFill/>
                  </a:ln>
                  <a:solidFill>
                    <a:prstClr val="black"/>
                  </a:solidFill>
                  <a:effectLst/>
                  <a:uLnTx/>
                  <a:uFillTx/>
                  <a:latin typeface="Calibri" panose="020F0502020204030204"/>
                  <a:ea typeface="ＭＳ Ｐゴシック" charset="0"/>
                </a:rPr>
                <a:t>within same AS (“network”)</a:t>
              </a:r>
              <a:endParaRPr kumimoji="0" lang="en-US" sz="2800" b="0" i="0" u="none" strike="noStrike" kern="0" cap="none" spc="0" normalizeH="0" baseline="0" noProof="0">
                <a:ln>
                  <a:noFill/>
                </a:ln>
                <a:solidFill>
                  <a:prstClr val="black"/>
                </a:solidFill>
                <a:effectLst/>
                <a:uLnTx/>
                <a:uFillTx/>
                <a:latin typeface="Gill Sans MT" charset="0"/>
                <a:ea typeface="ＭＳ Ｐゴシック" charset="0"/>
              </a:endParaRP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a:ln>
                  <a:noFill/>
                </a:ln>
                <a:solidFill>
                  <a:prstClr val="black"/>
                </a:solidFill>
                <a:effectLst/>
                <a:uLnTx/>
                <a:uFillTx/>
                <a:latin typeface="Gill Sans MT" charset="0"/>
                <a:ea typeface="ＭＳ Ｐゴシック" charset="0"/>
              </a:endParaRPr>
            </a:p>
          </p:txBody>
        </p:sp>
        <p:pic>
          <p:nvPicPr>
            <p:cNvPr id="10" name="Picture 9" descr="Icon&#10;&#10;Description automatically generated">
              <a:extLst>
                <a:ext uri="{FF2B5EF4-FFF2-40B4-BE49-F238E27FC236}">
                  <a16:creationId xmlns:a16="http://schemas.microsoft.com/office/drawing/2014/main" id="{D31979FC-0715-2CDC-190F-12CF49B43FDB}"/>
                </a:ext>
              </a:extLst>
            </p:cNvPr>
            <p:cNvPicPr>
              <a:picLocks noChangeAspect="1"/>
            </p:cNvPicPr>
            <p:nvPr/>
          </p:nvPicPr>
          <p:blipFill>
            <a:blip r:embed="rId3"/>
            <a:stretch>
              <a:fillRect/>
            </a:stretch>
          </p:blipFill>
          <p:spPr>
            <a:xfrm>
              <a:off x="539395" y="4367715"/>
              <a:ext cx="597609" cy="597609"/>
            </a:xfrm>
            <a:prstGeom prst="rect">
              <a:avLst/>
            </a:prstGeom>
          </p:spPr>
        </p:pic>
      </p:grpSp>
      <p:grpSp>
        <p:nvGrpSpPr>
          <p:cNvPr id="13" name="Group 12">
            <a:extLst>
              <a:ext uri="{FF2B5EF4-FFF2-40B4-BE49-F238E27FC236}">
                <a16:creationId xmlns:a16="http://schemas.microsoft.com/office/drawing/2014/main" id="{0AB4DF94-14AB-9F0E-5ABF-414C24BFE68B}"/>
              </a:ext>
            </a:extLst>
          </p:cNvPr>
          <p:cNvGrpSpPr/>
          <p:nvPr/>
        </p:nvGrpSpPr>
        <p:grpSpPr>
          <a:xfrm>
            <a:off x="598010" y="5500649"/>
            <a:ext cx="10955083" cy="611407"/>
            <a:chOff x="598010" y="5500649"/>
            <a:chExt cx="10955083" cy="611407"/>
          </a:xfrm>
        </p:grpSpPr>
        <p:sp>
          <p:nvSpPr>
            <p:cNvPr id="7" name="Rectangle 4">
              <a:extLst>
                <a:ext uri="{FF2B5EF4-FFF2-40B4-BE49-F238E27FC236}">
                  <a16:creationId xmlns:a16="http://schemas.microsoft.com/office/drawing/2014/main" id="{883C9E31-78C2-4AF6-270E-5106E47BC030}"/>
                </a:ext>
              </a:extLst>
            </p:cNvPr>
            <p:cNvSpPr txBox="1">
              <a:spLocks noChangeArrowheads="1"/>
            </p:cNvSpPr>
            <p:nvPr/>
          </p:nvSpPr>
          <p:spPr bwMode="auto">
            <a:xfrm>
              <a:off x="1227866" y="5500649"/>
              <a:ext cx="10325227" cy="611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3200" b="0" i="0" u="none" strike="noStrike" kern="0" cap="none" spc="0" normalizeH="0" baseline="0" noProof="0">
                  <a:ln>
                    <a:noFill/>
                  </a:ln>
                  <a:solidFill>
                    <a:srgbClr val="CC0000"/>
                  </a:solidFill>
                  <a:effectLst/>
                  <a:uLnTx/>
                  <a:uFillTx/>
                  <a:latin typeface="Calibri" panose="020F0502020204030204"/>
                  <a:ea typeface="ＭＳ Ｐゴシック" charset="0"/>
                  <a:cs typeface="+mn-cs"/>
                </a:rPr>
                <a:t>inter-AS (aka “inter-domain”): </a:t>
              </a:r>
              <a:r>
                <a:rPr kumimoji="0" lang="en-US" sz="2800" b="0" i="0" u="none" strike="noStrike" kern="0" cap="none" spc="0" normalizeH="0" baseline="0" noProof="0">
                  <a:ln>
                    <a:noFill/>
                  </a:ln>
                  <a:solidFill>
                    <a:prstClr val="black"/>
                  </a:solidFill>
                  <a:effectLst/>
                  <a:uLnTx/>
                  <a:uFillTx/>
                  <a:latin typeface="Calibri" panose="020F0502020204030204"/>
                  <a:ea typeface="ＭＳ Ｐゴシック" charset="0"/>
                  <a:cs typeface="+mn-cs"/>
                </a:rPr>
                <a:t>routing </a:t>
              </a:r>
              <a:r>
                <a:rPr kumimoji="0" lang="en-US" sz="2800" b="0" i="1" u="none" strike="noStrike" kern="0" cap="none" spc="0" normalizeH="0" baseline="0" noProof="0">
                  <a:ln>
                    <a:noFill/>
                  </a:ln>
                  <a:solidFill>
                    <a:srgbClr val="0000A8"/>
                  </a:solidFill>
                  <a:effectLst/>
                  <a:uLnTx/>
                  <a:uFillTx/>
                  <a:latin typeface="Calibri" panose="020F0502020204030204"/>
                  <a:ea typeface="ＭＳ Ｐゴシック" charset="0"/>
                  <a:cs typeface="+mn-cs"/>
                </a:rPr>
                <a:t>among</a:t>
              </a:r>
              <a:r>
                <a:rPr kumimoji="0" lang="en-US" sz="2800" b="0" i="0" u="none" strike="noStrike" kern="0" cap="none" spc="0" normalizeH="0" baseline="0" noProof="0">
                  <a:ln>
                    <a:noFill/>
                  </a:ln>
                  <a:solidFill>
                    <a:prstClr val="black"/>
                  </a:solidFill>
                  <a:effectLst/>
                  <a:uLnTx/>
                  <a:uFillTx/>
                  <a:latin typeface="Calibri" panose="020F0502020204030204"/>
                  <a:ea typeface="ＭＳ Ｐゴシック" charset="0"/>
                  <a:cs typeface="+mn-cs"/>
                </a:rPr>
                <a:t> AS’es</a:t>
              </a:r>
            </a:p>
          </p:txBody>
        </p:sp>
        <p:sp>
          <p:nvSpPr>
            <p:cNvPr id="11" name="Right Arrow 10">
              <a:extLst>
                <a:ext uri="{FF2B5EF4-FFF2-40B4-BE49-F238E27FC236}">
                  <a16:creationId xmlns:a16="http://schemas.microsoft.com/office/drawing/2014/main" id="{83CF5ED7-E734-B9F3-B19F-CB0BC6844C35}"/>
                </a:ext>
              </a:extLst>
            </p:cNvPr>
            <p:cNvSpPr/>
            <p:nvPr/>
          </p:nvSpPr>
          <p:spPr>
            <a:xfrm>
              <a:off x="598010" y="5521663"/>
              <a:ext cx="539261" cy="442951"/>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7664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dissolve">
                                      <p:cBhvr>
                                        <p:cTn id="7" dur="500"/>
                                        <p:tgtEl>
                                          <p:spTgt spid="282"/>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282"/>
                                        </p:tgtEl>
                                      </p:cBhvr>
                                    </p:animEffect>
                                    <p:set>
                                      <p:cBhvr>
                                        <p:cTn id="15" dur="1" fill="hold">
                                          <p:stCondLst>
                                            <p:cond delay="499"/>
                                          </p:stCondLst>
                                        </p:cTn>
                                        <p:tgtEl>
                                          <p:spTgt spid="282"/>
                                        </p:tgtEl>
                                        <p:attrNameLst>
                                          <p:attrName>style.visibility</p:attrName>
                                        </p:attrNameLst>
                                      </p:cBhvr>
                                      <p:to>
                                        <p:strVal val="hidden"/>
                                      </p:to>
                                    </p:set>
                                  </p:childTnLst>
                                </p:cTn>
                              </p:par>
                              <p:par>
                                <p:cTn id="16" presetID="9" presetClass="entr" presetSubtype="0" fill="hold" nodeType="withEffect">
                                  <p:stCondLst>
                                    <p:cond delay="0"/>
                                  </p:stCondLst>
                                  <p:childTnLst>
                                    <p:set>
                                      <p:cBhvr>
                                        <p:cTn id="17" dur="1" fill="hold">
                                          <p:stCondLst>
                                            <p:cond delay="0"/>
                                          </p:stCondLst>
                                        </p:cTn>
                                        <p:tgtEl>
                                          <p:spTgt spid="312"/>
                                        </p:tgtEl>
                                        <p:attrNameLst>
                                          <p:attrName>style.visibility</p:attrName>
                                        </p:attrNameLst>
                                      </p:cBhvr>
                                      <p:to>
                                        <p:strVal val="visible"/>
                                      </p:to>
                                    </p:set>
                                    <p:animEffect transition="in" filter="dissolve">
                                      <p:cBhvr>
                                        <p:cTn id="18" dur="500"/>
                                        <p:tgtEl>
                                          <p:spTgt spid="312"/>
                                        </p:tgtEl>
                                      </p:cBhvr>
                                    </p:animEffect>
                                  </p:childTnLst>
                                </p:cTn>
                              </p:par>
                              <p:par>
                                <p:cTn id="19" presetID="9"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507B360-8633-344E-8C84-B4DA39DA217E}"/>
              </a:ext>
            </a:extLst>
          </p:cNvPr>
          <p:cNvSpPr>
            <a:spLocks noGrp="1"/>
          </p:cNvSpPr>
          <p:nvPr>
            <p:ph idx="1"/>
          </p:nvPr>
        </p:nvSpPr>
        <p:spPr>
          <a:xfrm>
            <a:off x="838199" y="1478604"/>
            <a:ext cx="10785953" cy="5000017"/>
          </a:xfrm>
        </p:spPr>
        <p:txBody>
          <a:bodyPr>
            <a:normAutofit/>
          </a:bodyPr>
          <a:lstStyle/>
          <a:p>
            <a:pPr marL="285750" lvl="0" indent="-285750" eaLnBrk="0" fontAlgn="base" hangingPunct="0">
              <a:lnSpc>
                <a:spcPct val="85000"/>
              </a:lnSpc>
              <a:spcBef>
                <a:spcPct val="20000"/>
              </a:spcBef>
              <a:spcAft>
                <a:spcPct val="0"/>
              </a:spcAft>
              <a:buClr>
                <a:srgbClr val="000099"/>
              </a:buClr>
              <a:buSzPct val="100000"/>
              <a:buFont typeface="Wingdings" charset="2"/>
              <a:buChar char="§"/>
            </a:pPr>
            <a:r>
              <a:rPr lang="en-US" kern="0">
                <a:solidFill>
                  <a:srgbClr val="CC0000"/>
                </a:solidFill>
                <a:ea typeface="ＭＳ Ｐゴシック" charset="0"/>
              </a:rPr>
              <a:t>BGP (Border Gateway Protocol):</a:t>
            </a:r>
            <a:r>
              <a:rPr lang="en-US" kern="0">
                <a:solidFill>
                  <a:srgbClr val="000000"/>
                </a:solidFill>
                <a:ea typeface="ＭＳ Ｐゴシック" charset="0"/>
              </a:rPr>
              <a:t> </a:t>
            </a:r>
            <a:r>
              <a:rPr lang="en-US" i="1" kern="0">
                <a:solidFill>
                  <a:srgbClr val="000000"/>
                </a:solidFill>
                <a:ea typeface="ＭＳ Ｐゴシック" charset="0"/>
              </a:rPr>
              <a:t>the</a:t>
            </a:r>
            <a:r>
              <a:rPr lang="en-US" kern="0">
                <a:solidFill>
                  <a:srgbClr val="000000"/>
                </a:solidFill>
                <a:ea typeface="ＭＳ Ｐゴシック" charset="0"/>
              </a:rPr>
              <a:t> de facto inter-domain routing protocol</a:t>
            </a:r>
          </a:p>
          <a:p>
            <a:pPr marL="800100" lvl="1" indent="-277813" eaLnBrk="0" fontAlgn="base" hangingPunct="0">
              <a:lnSpc>
                <a:spcPct val="85000"/>
              </a:lnSpc>
              <a:spcBef>
                <a:spcPct val="20000"/>
              </a:spcBef>
              <a:spcAft>
                <a:spcPct val="0"/>
              </a:spcAft>
              <a:buClr>
                <a:srgbClr val="000099"/>
              </a:buClr>
              <a:buFont typeface="Arial"/>
              <a:buChar char="•"/>
            </a:pPr>
            <a:r>
              <a:rPr lang="en-US" altLang="ja-JP" kern="0">
                <a:solidFill>
                  <a:srgbClr val="000000"/>
                </a:solidFill>
                <a:ea typeface="ＭＳ Ｐゴシック" charset="0"/>
              </a:rPr>
              <a:t>“glue that holds the Internet together”</a:t>
            </a:r>
          </a:p>
          <a:p>
            <a:pPr marL="285750" indent="-285750" eaLnBrk="0" fontAlgn="base" hangingPunct="0">
              <a:lnSpc>
                <a:spcPct val="85000"/>
              </a:lnSpc>
              <a:spcBef>
                <a:spcPts val="1200"/>
              </a:spcBef>
              <a:spcAft>
                <a:spcPct val="0"/>
              </a:spcAft>
              <a:buClr>
                <a:srgbClr val="000099"/>
              </a:buClr>
              <a:buSzPct val="100000"/>
              <a:buFont typeface="Wingdings" charset="2"/>
              <a:buChar char="§"/>
            </a:pPr>
            <a:r>
              <a:rPr lang="en-US" kern="0">
                <a:solidFill>
                  <a:srgbClr val="000000"/>
                </a:solidFill>
                <a:ea typeface="ＭＳ Ｐゴシック" charset="0"/>
              </a:rPr>
              <a:t>allows subnet to advertise its existence, and the destinations it can reach, to rest of Internet: </a:t>
            </a:r>
            <a:r>
              <a:rPr lang="en-US" i="1" kern="0">
                <a:solidFill>
                  <a:srgbClr val="000099"/>
                </a:solidFill>
                <a:ea typeface="ＭＳ Ｐゴシック" charset="0"/>
              </a:rPr>
              <a:t>“</a:t>
            </a:r>
            <a:r>
              <a:rPr lang="en-US" altLang="ja-JP" i="1" kern="0">
                <a:solidFill>
                  <a:srgbClr val="000099"/>
                </a:solidFill>
                <a:ea typeface="ＭＳ Ｐゴシック" charset="0"/>
              </a:rPr>
              <a:t>I am here, here is who I can reach, and how”</a:t>
            </a:r>
            <a:endParaRPr lang="en-US" i="1" kern="0">
              <a:solidFill>
                <a:srgbClr val="000099"/>
              </a:solidFill>
              <a:ea typeface="ＭＳ Ｐゴシック" charset="0"/>
            </a:endParaRPr>
          </a:p>
          <a:p>
            <a:pPr marL="285750" lvl="0" indent="-285750" eaLnBrk="0" fontAlgn="base" hangingPunct="0">
              <a:lnSpc>
                <a:spcPct val="85000"/>
              </a:lnSpc>
              <a:spcBef>
                <a:spcPts val="1200"/>
              </a:spcBef>
              <a:spcAft>
                <a:spcPct val="0"/>
              </a:spcAft>
              <a:buClr>
                <a:srgbClr val="000099"/>
              </a:buClr>
              <a:buSzPct val="100000"/>
              <a:buFont typeface="Wingdings" charset="2"/>
              <a:buChar char="§"/>
            </a:pPr>
            <a:r>
              <a:rPr lang="en-US" kern="0">
                <a:solidFill>
                  <a:srgbClr val="000000"/>
                </a:solidFill>
                <a:ea typeface="ＭＳ Ｐゴシック" charset="0"/>
              </a:rPr>
              <a:t>BGP provides each AS a means to:</a:t>
            </a:r>
          </a:p>
          <a:p>
            <a:pPr marL="800100" lvl="1" indent="-342900" eaLnBrk="0" fontAlgn="base" hangingPunct="0">
              <a:lnSpc>
                <a:spcPct val="85000"/>
              </a:lnSpc>
              <a:spcBef>
                <a:spcPct val="20000"/>
              </a:spcBef>
              <a:spcAft>
                <a:spcPct val="0"/>
              </a:spcAft>
              <a:buClr>
                <a:srgbClr val="000099"/>
              </a:buClr>
              <a:buFont typeface="Arial"/>
              <a:buChar char="•"/>
            </a:pPr>
            <a:r>
              <a:rPr lang="en-US" sz="2600" kern="0">
                <a:solidFill>
                  <a:srgbClr val="000000"/>
                </a:solidFill>
                <a:ea typeface="ＭＳ Ｐゴシック" charset="0"/>
              </a:rPr>
              <a:t>obtain destination network reachability info from neighboring ASes (</a:t>
            </a:r>
            <a:r>
              <a:rPr lang="en-US" sz="2600" kern="0">
                <a:solidFill>
                  <a:srgbClr val="CC0000"/>
                </a:solidFill>
                <a:ea typeface="ＭＳ Ｐゴシック" charset="0"/>
              </a:rPr>
              <a:t>eBGP)</a:t>
            </a:r>
          </a:p>
          <a:p>
            <a:pPr marL="800100" lvl="1" indent="-342900" eaLnBrk="0" fontAlgn="base" hangingPunct="0">
              <a:lnSpc>
                <a:spcPct val="85000"/>
              </a:lnSpc>
              <a:spcBef>
                <a:spcPct val="20000"/>
              </a:spcBef>
              <a:spcAft>
                <a:spcPct val="0"/>
              </a:spcAft>
              <a:buClr>
                <a:srgbClr val="000099"/>
              </a:buClr>
              <a:buFont typeface="Arial"/>
              <a:buChar char="•"/>
            </a:pPr>
            <a:r>
              <a:rPr lang="en-US" sz="2600" kern="0">
                <a:solidFill>
                  <a:srgbClr val="000000"/>
                </a:solidFill>
                <a:ea typeface="ＭＳ Ｐゴシック" charset="0"/>
              </a:rPr>
              <a:t>Decides which routes to use </a:t>
            </a:r>
            <a:r>
              <a:rPr lang="en-US" altLang="ja-JP" sz="2600" kern="0">
                <a:solidFill>
                  <a:srgbClr val="000000"/>
                </a:solidFill>
                <a:ea typeface="ＭＳ Ｐゴシック" charset="0"/>
              </a:rPr>
              <a:t>based on reachability information and </a:t>
            </a:r>
            <a:r>
              <a:rPr lang="en-US" altLang="ja-JP" sz="2600" i="1" kern="0">
                <a:solidFill>
                  <a:srgbClr val="000090"/>
                </a:solidFill>
                <a:ea typeface="ＭＳ Ｐゴシック" charset="0"/>
              </a:rPr>
              <a:t>policy</a:t>
            </a:r>
            <a:endParaRPr lang="en-US" altLang="ja-JP" sz="2600" kern="0">
              <a:solidFill>
                <a:srgbClr val="000090"/>
              </a:solidFill>
              <a:ea typeface="ＭＳ Ｐゴシック" charset="0"/>
            </a:endParaRPr>
          </a:p>
          <a:p>
            <a:pPr marL="800100" lvl="1" indent="-342900" eaLnBrk="0" fontAlgn="base" hangingPunct="0">
              <a:lnSpc>
                <a:spcPct val="85000"/>
              </a:lnSpc>
              <a:spcBef>
                <a:spcPct val="20000"/>
              </a:spcBef>
              <a:spcAft>
                <a:spcPct val="0"/>
              </a:spcAft>
              <a:buClr>
                <a:srgbClr val="000099"/>
              </a:buClr>
              <a:buFont typeface="Arial"/>
              <a:buChar char="•"/>
            </a:pPr>
            <a:r>
              <a:rPr lang="en-US" sz="2600" kern="0">
                <a:solidFill>
                  <a:srgbClr val="000000"/>
                </a:solidFill>
                <a:ea typeface="ＭＳ Ｐゴシック" charset="0"/>
              </a:rPr>
              <a:t>propagates reachability information to all AS-internal routers </a:t>
            </a:r>
            <a:r>
              <a:rPr lang="en-US" sz="2600" kern="0">
                <a:solidFill>
                  <a:srgbClr val="C00000"/>
                </a:solidFill>
                <a:ea typeface="ＭＳ Ｐゴシック" charset="0"/>
              </a:rPr>
              <a:t>(iBGP)</a:t>
            </a:r>
          </a:p>
          <a:p>
            <a:pPr marL="800100" lvl="1" indent="-342900" eaLnBrk="0" fontAlgn="base" hangingPunct="0">
              <a:lnSpc>
                <a:spcPct val="85000"/>
              </a:lnSpc>
              <a:spcBef>
                <a:spcPct val="20000"/>
              </a:spcBef>
              <a:spcAft>
                <a:spcPct val="0"/>
              </a:spcAft>
              <a:buClr>
                <a:srgbClr val="000099"/>
              </a:buClr>
              <a:buFont typeface="Arial"/>
              <a:buChar char="•"/>
            </a:pPr>
            <a:r>
              <a:rPr lang="en-US" sz="2600" kern="0">
                <a:solidFill>
                  <a:srgbClr val="C00000"/>
                </a:solidFill>
                <a:ea typeface="ＭＳ Ｐゴシック" charset="0"/>
              </a:rPr>
              <a:t>advertise</a:t>
            </a:r>
            <a:r>
              <a:rPr lang="en-US" sz="2600" kern="0">
                <a:ea typeface="ＭＳ Ｐゴシック" charset="0"/>
              </a:rPr>
              <a:t> (to neighboring networks) destination reachability info</a:t>
            </a:r>
          </a:p>
          <a:p>
            <a:endParaRPr lang="en-US"/>
          </a:p>
        </p:txBody>
      </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Internet inter-AS routing: BGP</a:t>
            </a:r>
          </a:p>
        </p:txBody>
      </p:sp>
    </p:spTree>
    <p:extLst>
      <p:ext uri="{BB962C8B-B14F-4D97-AF65-F5344CB8AC3E}">
        <p14:creationId xmlns:p14="http://schemas.microsoft.com/office/powerpoint/2010/main" val="120762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dissolv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dissolve">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dissolv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dissolve">
                                      <p:cBhvr>
                                        <p:cTn id="22" dur="500"/>
                                        <p:tgtEl>
                                          <p:spTgt spid="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dissolve">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dissolv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basics</a:t>
            </a:r>
          </a:p>
        </p:txBody>
      </p:sp>
      <p:sp>
        <p:nvSpPr>
          <p:cNvPr id="229" name="Rectangle 4">
            <a:extLst>
              <a:ext uri="{FF2B5EF4-FFF2-40B4-BE49-F238E27FC236}">
                <a16:creationId xmlns:a16="http://schemas.microsoft.com/office/drawing/2014/main" id="{DCAA8DA2-D27E-D149-BF59-3D35D2D4D206}"/>
              </a:ext>
            </a:extLst>
          </p:cNvPr>
          <p:cNvSpPr txBox="1">
            <a:spLocks noChangeArrowheads="1"/>
          </p:cNvSpPr>
          <p:nvPr/>
        </p:nvSpPr>
        <p:spPr>
          <a:xfrm>
            <a:off x="952500" y="2841538"/>
            <a:ext cx="10972278" cy="123402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2575" indent="-282575"/>
            <a:r>
              <a:rPr lang="en-US"/>
              <a:t>when AS3 gateway 3a advertises </a:t>
            </a:r>
            <a:r>
              <a:rPr lang="en-US">
                <a:solidFill>
                  <a:srgbClr val="0000A8"/>
                </a:solidFill>
              </a:rPr>
              <a:t>path </a:t>
            </a:r>
            <a:r>
              <a:rPr lang="en-US" sz="2400">
                <a:solidFill>
                  <a:srgbClr val="0000A8"/>
                </a:solidFill>
              </a:rPr>
              <a:t>AS3,X </a:t>
            </a:r>
            <a:r>
              <a:rPr lang="en-US"/>
              <a:t>to AS2 gateway 2c:</a:t>
            </a:r>
          </a:p>
          <a:p>
            <a:pPr marL="685800" lvl="1" indent="-228600"/>
            <a:r>
              <a:rPr lang="en-US"/>
              <a:t>AS3 </a:t>
            </a:r>
            <a:r>
              <a:rPr lang="en-US" i="1">
                <a:solidFill>
                  <a:srgbClr val="0000A8"/>
                </a:solidFill>
              </a:rPr>
              <a:t>promises</a:t>
            </a:r>
            <a:r>
              <a:rPr lang="en-US"/>
              <a:t> to AS2 it will forward datagrams towards X</a:t>
            </a:r>
          </a:p>
          <a:p>
            <a:pPr marL="0" indent="0">
              <a:buFont typeface="Wingdings" pitchFamily="2" charset="2"/>
              <a:buNone/>
            </a:pPr>
            <a:endParaRPr lang="en-US" sz="2000">
              <a:latin typeface="Gill Sans MT" charset="0"/>
            </a:endParaRPr>
          </a:p>
        </p:txBody>
      </p:sp>
      <p:sp>
        <p:nvSpPr>
          <p:cNvPr id="230" name="Rectangle 116">
            <a:extLst>
              <a:ext uri="{FF2B5EF4-FFF2-40B4-BE49-F238E27FC236}">
                <a16:creationId xmlns:a16="http://schemas.microsoft.com/office/drawing/2014/main" id="{8C17C2DE-65A0-B34D-B3A2-D8B3B612841B}"/>
              </a:ext>
            </a:extLst>
          </p:cNvPr>
          <p:cNvSpPr>
            <a:spLocks noChangeArrowheads="1"/>
          </p:cNvSpPr>
          <p:nvPr/>
        </p:nvSpPr>
        <p:spPr bwMode="auto">
          <a:xfrm>
            <a:off x="952500" y="1307971"/>
            <a:ext cx="10784388" cy="1235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spcBef>
                <a:spcPct val="20000"/>
              </a:spcBef>
              <a:buClr>
                <a:srgbClr val="000099"/>
              </a:buClr>
              <a:buSzPct val="100000"/>
              <a:buFont typeface="Wingdings" charset="2"/>
              <a:buChar char="§"/>
            </a:pPr>
            <a:r>
              <a:rPr lang="en-US" sz="2800">
                <a:solidFill>
                  <a:srgbClr val="CC0000"/>
                </a:solidFill>
              </a:rPr>
              <a:t>BGP session:</a:t>
            </a:r>
            <a:r>
              <a:rPr lang="en-US" sz="2800">
                <a:solidFill>
                  <a:srgbClr val="FF0000"/>
                </a:solidFill>
              </a:rPr>
              <a:t> </a:t>
            </a:r>
            <a:r>
              <a:rPr lang="en-US" sz="2800"/>
              <a:t>two BGP routers (“</a:t>
            </a:r>
            <a:r>
              <a:rPr lang="en-US" altLang="ja-JP" sz="2800"/>
              <a:t>peers”) exchange BGP messages over TCP connection:</a:t>
            </a:r>
          </a:p>
          <a:p>
            <a:pPr marL="685800" lvl="1" indent="-228600">
              <a:lnSpc>
                <a:spcPct val="85000"/>
              </a:lnSpc>
              <a:spcBef>
                <a:spcPct val="20000"/>
              </a:spcBef>
              <a:buClr>
                <a:srgbClr val="000099"/>
              </a:buClr>
              <a:buFont typeface="Arial"/>
              <a:buChar char="•"/>
            </a:pPr>
            <a:r>
              <a:rPr lang="en-US" sz="2400">
                <a:cs typeface="Gill Sans MT"/>
              </a:rPr>
              <a:t>advertising </a:t>
            </a:r>
            <a:r>
              <a:rPr lang="en-US" sz="2400" i="1">
                <a:solidFill>
                  <a:srgbClr val="0000A8"/>
                </a:solidFill>
                <a:cs typeface="Gill Sans MT"/>
              </a:rPr>
              <a:t>paths</a:t>
            </a:r>
            <a:r>
              <a:rPr lang="en-US" sz="2400">
                <a:solidFill>
                  <a:srgbClr val="0000A8"/>
                </a:solidFill>
                <a:cs typeface="Gill Sans MT"/>
              </a:rPr>
              <a:t> </a:t>
            </a:r>
            <a:r>
              <a:rPr lang="en-US" sz="2400">
                <a:cs typeface="Gill Sans MT"/>
              </a:rPr>
              <a:t>to different destination network prefixes (BGP  is a “</a:t>
            </a:r>
            <a:r>
              <a:rPr lang="en-US" altLang="ja-JP" sz="2400">
                <a:cs typeface="Gill Sans MT"/>
              </a:rPr>
              <a:t>path vector” protocol)</a:t>
            </a:r>
            <a:endParaRPr lang="en-US" sz="2400">
              <a:solidFill>
                <a:srgbClr val="FF0000"/>
              </a:solidFill>
              <a:cs typeface="Gill Sans MT"/>
            </a:endParaRPr>
          </a:p>
        </p:txBody>
      </p:sp>
      <p:grpSp>
        <p:nvGrpSpPr>
          <p:cNvPr id="8" name="Group 7">
            <a:extLst>
              <a:ext uri="{FF2B5EF4-FFF2-40B4-BE49-F238E27FC236}">
                <a16:creationId xmlns:a16="http://schemas.microsoft.com/office/drawing/2014/main" id="{7C674B87-B4BA-724F-B30D-3B31649B8484}"/>
              </a:ext>
            </a:extLst>
          </p:cNvPr>
          <p:cNvGrpSpPr/>
          <p:nvPr/>
        </p:nvGrpSpPr>
        <p:grpSpPr>
          <a:xfrm>
            <a:off x="4625977" y="4850481"/>
            <a:ext cx="2545688" cy="1720535"/>
            <a:chOff x="4625977" y="4850481"/>
            <a:chExt cx="2545688" cy="1720535"/>
          </a:xfrm>
        </p:grpSpPr>
        <p:grpSp>
          <p:nvGrpSpPr>
            <p:cNvPr id="962" name="Group 961">
              <a:extLst>
                <a:ext uri="{FF2B5EF4-FFF2-40B4-BE49-F238E27FC236}">
                  <a16:creationId xmlns:a16="http://schemas.microsoft.com/office/drawing/2014/main" id="{8F9DA6AD-85D5-0849-B2A3-E35267E2902B}"/>
                </a:ext>
              </a:extLst>
            </p:cNvPr>
            <p:cNvGrpSpPr/>
            <p:nvPr/>
          </p:nvGrpSpPr>
          <p:grpSpPr>
            <a:xfrm>
              <a:off x="4625977" y="4850481"/>
              <a:ext cx="2545688" cy="1720535"/>
              <a:chOff x="-2170772" y="2784954"/>
              <a:chExt cx="2712783" cy="1853712"/>
            </a:xfrm>
          </p:grpSpPr>
          <p:sp>
            <p:nvSpPr>
              <p:cNvPr id="963" name="Freeform 2">
                <a:extLst>
                  <a:ext uri="{FF2B5EF4-FFF2-40B4-BE49-F238E27FC236}">
                    <a16:creationId xmlns:a16="http://schemas.microsoft.com/office/drawing/2014/main" id="{47CA5C69-ECB9-9243-BCB2-19799366B83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964" name="Group 963">
                <a:extLst>
                  <a:ext uri="{FF2B5EF4-FFF2-40B4-BE49-F238E27FC236}">
                    <a16:creationId xmlns:a16="http://schemas.microsoft.com/office/drawing/2014/main" id="{47F10EB0-0B3F-2C4A-8FCF-EA8D8DC5F8A6}"/>
                  </a:ext>
                </a:extLst>
              </p:cNvPr>
              <p:cNvGrpSpPr/>
              <p:nvPr/>
            </p:nvGrpSpPr>
            <p:grpSpPr>
              <a:xfrm>
                <a:off x="-1935370" y="2935816"/>
                <a:ext cx="2333625" cy="1590649"/>
                <a:chOff x="833331" y="2873352"/>
                <a:chExt cx="2333625" cy="1590649"/>
              </a:xfrm>
            </p:grpSpPr>
            <p:grpSp>
              <p:nvGrpSpPr>
                <p:cNvPr id="965" name="Group 964">
                  <a:extLst>
                    <a:ext uri="{FF2B5EF4-FFF2-40B4-BE49-F238E27FC236}">
                      <a16:creationId xmlns:a16="http://schemas.microsoft.com/office/drawing/2014/main" id="{92EEF5F0-55EF-074D-AF81-D0B81445743A}"/>
                    </a:ext>
                  </a:extLst>
                </p:cNvPr>
                <p:cNvGrpSpPr/>
                <p:nvPr/>
              </p:nvGrpSpPr>
              <p:grpSpPr>
                <a:xfrm>
                  <a:off x="1736090" y="2873352"/>
                  <a:ext cx="565150" cy="369332"/>
                  <a:chOff x="1736090" y="2873352"/>
                  <a:chExt cx="565150" cy="369332"/>
                </a:xfrm>
              </p:grpSpPr>
              <p:grpSp>
                <p:nvGrpSpPr>
                  <p:cNvPr id="1014" name="Group 327">
                    <a:extLst>
                      <a:ext uri="{FF2B5EF4-FFF2-40B4-BE49-F238E27FC236}">
                        <a16:creationId xmlns:a16="http://schemas.microsoft.com/office/drawing/2014/main" id="{9099EC2B-37EA-0C44-A088-AA0BEFBABEF8}"/>
                      </a:ext>
                    </a:extLst>
                  </p:cNvPr>
                  <p:cNvGrpSpPr>
                    <a:grpSpLocks/>
                  </p:cNvGrpSpPr>
                  <p:nvPr/>
                </p:nvGrpSpPr>
                <p:grpSpPr bwMode="auto">
                  <a:xfrm>
                    <a:off x="1736090" y="2893762"/>
                    <a:ext cx="565150" cy="292100"/>
                    <a:chOff x="1871277" y="1576300"/>
                    <a:chExt cx="1128371" cy="437861"/>
                  </a:xfrm>
                </p:grpSpPr>
                <p:sp>
                  <p:nvSpPr>
                    <p:cNvPr id="1018" name="Oval 1017">
                      <a:extLst>
                        <a:ext uri="{FF2B5EF4-FFF2-40B4-BE49-F238E27FC236}">
                          <a16:creationId xmlns:a16="http://schemas.microsoft.com/office/drawing/2014/main" id="{06383681-CBA2-9F48-A51E-F788141B774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19" name="Rectangle 1018">
                      <a:extLst>
                        <a:ext uri="{FF2B5EF4-FFF2-40B4-BE49-F238E27FC236}">
                          <a16:creationId xmlns:a16="http://schemas.microsoft.com/office/drawing/2014/main" id="{C97104E9-B1EC-7E41-B759-021AFA8E645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0" name="Oval 1019">
                      <a:extLst>
                        <a:ext uri="{FF2B5EF4-FFF2-40B4-BE49-F238E27FC236}">
                          <a16:creationId xmlns:a16="http://schemas.microsoft.com/office/drawing/2014/main" id="{BF9F014E-B0FD-F247-A45F-A48C1CFFDE4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21" name="Freeform 1020">
                      <a:extLst>
                        <a:ext uri="{FF2B5EF4-FFF2-40B4-BE49-F238E27FC236}">
                          <a16:creationId xmlns:a16="http://schemas.microsoft.com/office/drawing/2014/main" id="{61599743-05A4-1146-8FBE-0F906AA7C65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2" name="Freeform 1021">
                      <a:extLst>
                        <a:ext uri="{FF2B5EF4-FFF2-40B4-BE49-F238E27FC236}">
                          <a16:creationId xmlns:a16="http://schemas.microsoft.com/office/drawing/2014/main" id="{C12C52A6-B76E-504C-A6F5-1BB5FBE50DA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3" name="Freeform 1022">
                      <a:extLst>
                        <a:ext uri="{FF2B5EF4-FFF2-40B4-BE49-F238E27FC236}">
                          <a16:creationId xmlns:a16="http://schemas.microsoft.com/office/drawing/2014/main" id="{16FD35BC-2DCF-F147-823E-1C428EC4F07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4" name="Freeform 1023">
                      <a:extLst>
                        <a:ext uri="{FF2B5EF4-FFF2-40B4-BE49-F238E27FC236}">
                          <a16:creationId xmlns:a16="http://schemas.microsoft.com/office/drawing/2014/main" id="{B43EF249-F243-EB4A-BFD2-58BAB022F4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5" name="Straight Connector 1024">
                      <a:extLst>
                        <a:ext uri="{FF2B5EF4-FFF2-40B4-BE49-F238E27FC236}">
                          <a16:creationId xmlns:a16="http://schemas.microsoft.com/office/drawing/2014/main" id="{E53DFABB-EBD9-034A-9DB9-C96A270F2368}"/>
                        </a:ext>
                      </a:extLst>
                    </p:cNvPr>
                    <p:cNvCxnSpPr>
                      <a:endCxn id="10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26" name="Straight Connector 1025">
                      <a:extLst>
                        <a:ext uri="{FF2B5EF4-FFF2-40B4-BE49-F238E27FC236}">
                          <a16:creationId xmlns:a16="http://schemas.microsoft.com/office/drawing/2014/main" id="{5916D393-831E-B742-8DE4-79D7248B8F4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15" name="Group 1014">
                    <a:extLst>
                      <a:ext uri="{FF2B5EF4-FFF2-40B4-BE49-F238E27FC236}">
                        <a16:creationId xmlns:a16="http://schemas.microsoft.com/office/drawing/2014/main" id="{C264299E-26BE-1F42-94CE-1F9FBD298757}"/>
                      </a:ext>
                    </a:extLst>
                  </p:cNvPr>
                  <p:cNvGrpSpPr/>
                  <p:nvPr/>
                </p:nvGrpSpPr>
                <p:grpSpPr>
                  <a:xfrm>
                    <a:off x="1770362" y="2873352"/>
                    <a:ext cx="441422" cy="369332"/>
                    <a:chOff x="667045" y="1708643"/>
                    <a:chExt cx="441422" cy="369332"/>
                  </a:xfrm>
                </p:grpSpPr>
                <p:sp>
                  <p:nvSpPr>
                    <p:cNvPr id="1016" name="Oval 1015">
                      <a:extLst>
                        <a:ext uri="{FF2B5EF4-FFF2-40B4-BE49-F238E27FC236}">
                          <a16:creationId xmlns:a16="http://schemas.microsoft.com/office/drawing/2014/main" id="{47D37841-E845-004B-A7D0-AEC5E1F8BD7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7" name="TextBox 1016">
                      <a:extLst>
                        <a:ext uri="{FF2B5EF4-FFF2-40B4-BE49-F238E27FC236}">
                          <a16:creationId xmlns:a16="http://schemas.microsoft.com/office/drawing/2014/main" id="{0523D9FC-EEC1-2947-959E-941AD744966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966" name="Group 965">
                  <a:extLst>
                    <a:ext uri="{FF2B5EF4-FFF2-40B4-BE49-F238E27FC236}">
                      <a16:creationId xmlns:a16="http://schemas.microsoft.com/office/drawing/2014/main" id="{B7FC3005-A2CD-E84D-BA1F-366A68D58FAE}"/>
                    </a:ext>
                  </a:extLst>
                </p:cNvPr>
                <p:cNvGrpSpPr/>
                <p:nvPr/>
              </p:nvGrpSpPr>
              <p:grpSpPr>
                <a:xfrm>
                  <a:off x="1740320" y="4094669"/>
                  <a:ext cx="565150" cy="369332"/>
                  <a:chOff x="1736090" y="2873352"/>
                  <a:chExt cx="565150" cy="369332"/>
                </a:xfrm>
              </p:grpSpPr>
              <p:grpSp>
                <p:nvGrpSpPr>
                  <p:cNvPr id="1001" name="Group 327">
                    <a:extLst>
                      <a:ext uri="{FF2B5EF4-FFF2-40B4-BE49-F238E27FC236}">
                        <a16:creationId xmlns:a16="http://schemas.microsoft.com/office/drawing/2014/main" id="{3B81F62B-02C3-584F-81B5-BF82FDBEC3ED}"/>
                      </a:ext>
                    </a:extLst>
                  </p:cNvPr>
                  <p:cNvGrpSpPr>
                    <a:grpSpLocks/>
                  </p:cNvGrpSpPr>
                  <p:nvPr/>
                </p:nvGrpSpPr>
                <p:grpSpPr bwMode="auto">
                  <a:xfrm>
                    <a:off x="1736090" y="2893762"/>
                    <a:ext cx="565150" cy="292100"/>
                    <a:chOff x="1871277" y="1576300"/>
                    <a:chExt cx="1128371" cy="437861"/>
                  </a:xfrm>
                </p:grpSpPr>
                <p:sp>
                  <p:nvSpPr>
                    <p:cNvPr id="1005" name="Oval 1004">
                      <a:extLst>
                        <a:ext uri="{FF2B5EF4-FFF2-40B4-BE49-F238E27FC236}">
                          <a16:creationId xmlns:a16="http://schemas.microsoft.com/office/drawing/2014/main" id="{689F06F8-658D-4041-9E29-B3A90F77D7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6" name="Rectangle 1005">
                      <a:extLst>
                        <a:ext uri="{FF2B5EF4-FFF2-40B4-BE49-F238E27FC236}">
                          <a16:creationId xmlns:a16="http://schemas.microsoft.com/office/drawing/2014/main" id="{404921C5-F47B-5C4E-8BD9-97DA2678903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Oval 1006">
                      <a:extLst>
                        <a:ext uri="{FF2B5EF4-FFF2-40B4-BE49-F238E27FC236}">
                          <a16:creationId xmlns:a16="http://schemas.microsoft.com/office/drawing/2014/main" id="{0D6B9DCC-966F-8747-91CA-CE410A339C3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8" name="Freeform 1007">
                      <a:extLst>
                        <a:ext uri="{FF2B5EF4-FFF2-40B4-BE49-F238E27FC236}">
                          <a16:creationId xmlns:a16="http://schemas.microsoft.com/office/drawing/2014/main" id="{91138181-1C39-4443-AD4F-304207B3231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9" name="Freeform 1008">
                      <a:extLst>
                        <a:ext uri="{FF2B5EF4-FFF2-40B4-BE49-F238E27FC236}">
                          <a16:creationId xmlns:a16="http://schemas.microsoft.com/office/drawing/2014/main" id="{C609919A-CD2F-0149-AFED-170D09F635C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0" name="Freeform 1009">
                      <a:extLst>
                        <a:ext uri="{FF2B5EF4-FFF2-40B4-BE49-F238E27FC236}">
                          <a16:creationId xmlns:a16="http://schemas.microsoft.com/office/drawing/2014/main" id="{E4639939-D1A9-7448-870F-2CAADF89B60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1" name="Freeform 1010">
                      <a:extLst>
                        <a:ext uri="{FF2B5EF4-FFF2-40B4-BE49-F238E27FC236}">
                          <a16:creationId xmlns:a16="http://schemas.microsoft.com/office/drawing/2014/main" id="{DACEEDF1-E984-6A40-9D14-57FFDA6F808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2" name="Straight Connector 1011">
                      <a:extLst>
                        <a:ext uri="{FF2B5EF4-FFF2-40B4-BE49-F238E27FC236}">
                          <a16:creationId xmlns:a16="http://schemas.microsoft.com/office/drawing/2014/main" id="{D5720AC2-9EB4-FA41-8292-7942F8123F58}"/>
                        </a:ext>
                      </a:extLst>
                    </p:cNvPr>
                    <p:cNvCxnSpPr>
                      <a:endCxn id="10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13" name="Straight Connector 1012">
                      <a:extLst>
                        <a:ext uri="{FF2B5EF4-FFF2-40B4-BE49-F238E27FC236}">
                          <a16:creationId xmlns:a16="http://schemas.microsoft.com/office/drawing/2014/main" id="{DD299BD0-103D-9640-BFB3-BA317A78BB9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02" name="Group 1001">
                    <a:extLst>
                      <a:ext uri="{FF2B5EF4-FFF2-40B4-BE49-F238E27FC236}">
                        <a16:creationId xmlns:a16="http://schemas.microsoft.com/office/drawing/2014/main" id="{A5D79156-4411-1C4A-A06C-CC57F40DAEF1}"/>
                      </a:ext>
                    </a:extLst>
                  </p:cNvPr>
                  <p:cNvGrpSpPr/>
                  <p:nvPr/>
                </p:nvGrpSpPr>
                <p:grpSpPr>
                  <a:xfrm>
                    <a:off x="1770362" y="2873352"/>
                    <a:ext cx="441422" cy="369332"/>
                    <a:chOff x="667045" y="1708643"/>
                    <a:chExt cx="441422" cy="369332"/>
                  </a:xfrm>
                </p:grpSpPr>
                <p:sp>
                  <p:nvSpPr>
                    <p:cNvPr id="1003" name="Oval 1002">
                      <a:extLst>
                        <a:ext uri="{FF2B5EF4-FFF2-40B4-BE49-F238E27FC236}">
                          <a16:creationId xmlns:a16="http://schemas.microsoft.com/office/drawing/2014/main" id="{6ED8E43D-C048-2C4A-AD7E-166A6240F91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4" name="TextBox 1003">
                      <a:extLst>
                        <a:ext uri="{FF2B5EF4-FFF2-40B4-BE49-F238E27FC236}">
                          <a16:creationId xmlns:a16="http://schemas.microsoft.com/office/drawing/2014/main" id="{C7EC272F-F615-3449-A57B-0BE1C7CF234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967" name="Group 966">
                  <a:extLst>
                    <a:ext uri="{FF2B5EF4-FFF2-40B4-BE49-F238E27FC236}">
                      <a16:creationId xmlns:a16="http://schemas.microsoft.com/office/drawing/2014/main" id="{4F28AF41-B5E5-1842-9D74-E89006EEF884}"/>
                    </a:ext>
                  </a:extLst>
                </p:cNvPr>
                <p:cNvGrpSpPr/>
                <p:nvPr/>
              </p:nvGrpSpPr>
              <p:grpSpPr>
                <a:xfrm>
                  <a:off x="2601806" y="3485072"/>
                  <a:ext cx="565150" cy="369332"/>
                  <a:chOff x="1736090" y="2873352"/>
                  <a:chExt cx="565150" cy="369332"/>
                </a:xfrm>
              </p:grpSpPr>
              <p:grpSp>
                <p:nvGrpSpPr>
                  <p:cNvPr id="988" name="Group 327">
                    <a:extLst>
                      <a:ext uri="{FF2B5EF4-FFF2-40B4-BE49-F238E27FC236}">
                        <a16:creationId xmlns:a16="http://schemas.microsoft.com/office/drawing/2014/main" id="{0D306E73-B14D-2E45-B568-09A0971DA72F}"/>
                      </a:ext>
                    </a:extLst>
                  </p:cNvPr>
                  <p:cNvGrpSpPr>
                    <a:grpSpLocks/>
                  </p:cNvGrpSpPr>
                  <p:nvPr/>
                </p:nvGrpSpPr>
                <p:grpSpPr bwMode="auto">
                  <a:xfrm>
                    <a:off x="1736090" y="2893762"/>
                    <a:ext cx="565150" cy="292100"/>
                    <a:chOff x="1871277" y="1576300"/>
                    <a:chExt cx="1128371" cy="437861"/>
                  </a:xfrm>
                </p:grpSpPr>
                <p:sp>
                  <p:nvSpPr>
                    <p:cNvPr id="992" name="Oval 991">
                      <a:extLst>
                        <a:ext uri="{FF2B5EF4-FFF2-40B4-BE49-F238E27FC236}">
                          <a16:creationId xmlns:a16="http://schemas.microsoft.com/office/drawing/2014/main" id="{FF29EC4E-6159-484A-B0A2-38BBB0F0236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3" name="Rectangle 992">
                      <a:extLst>
                        <a:ext uri="{FF2B5EF4-FFF2-40B4-BE49-F238E27FC236}">
                          <a16:creationId xmlns:a16="http://schemas.microsoft.com/office/drawing/2014/main" id="{EA6365B2-8D40-444B-B4D2-864A071BE97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a16="http://schemas.microsoft.com/office/drawing/2014/main" id="{7DBB63AF-3293-FC44-861A-65FC5EE0F14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5" name="Freeform 994">
                      <a:extLst>
                        <a:ext uri="{FF2B5EF4-FFF2-40B4-BE49-F238E27FC236}">
                          <a16:creationId xmlns:a16="http://schemas.microsoft.com/office/drawing/2014/main" id="{1F05B204-2255-2C42-893C-91BA84BB24A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6" name="Freeform 995">
                      <a:extLst>
                        <a:ext uri="{FF2B5EF4-FFF2-40B4-BE49-F238E27FC236}">
                          <a16:creationId xmlns:a16="http://schemas.microsoft.com/office/drawing/2014/main" id="{974F3861-59A0-9D47-94DD-C130E0EDD48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7" name="Freeform 996">
                      <a:extLst>
                        <a:ext uri="{FF2B5EF4-FFF2-40B4-BE49-F238E27FC236}">
                          <a16:creationId xmlns:a16="http://schemas.microsoft.com/office/drawing/2014/main" id="{4AC5F9E8-F7CF-6741-B3B9-726D1328262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8" name="Freeform 997">
                      <a:extLst>
                        <a:ext uri="{FF2B5EF4-FFF2-40B4-BE49-F238E27FC236}">
                          <a16:creationId xmlns:a16="http://schemas.microsoft.com/office/drawing/2014/main" id="{CA1C120F-A263-5C48-9425-3FD9C6FCBA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9" name="Straight Connector 998">
                      <a:extLst>
                        <a:ext uri="{FF2B5EF4-FFF2-40B4-BE49-F238E27FC236}">
                          <a16:creationId xmlns:a16="http://schemas.microsoft.com/office/drawing/2014/main" id="{C156B9C8-F289-0740-B093-B4C792F37C4F}"/>
                        </a:ext>
                      </a:extLst>
                    </p:cNvPr>
                    <p:cNvCxnSpPr>
                      <a:endCxn id="9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00" name="Straight Connector 999">
                      <a:extLst>
                        <a:ext uri="{FF2B5EF4-FFF2-40B4-BE49-F238E27FC236}">
                          <a16:creationId xmlns:a16="http://schemas.microsoft.com/office/drawing/2014/main" id="{B4564C5C-13AE-D441-9331-0A1D44075F9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89" name="Group 988">
                    <a:extLst>
                      <a:ext uri="{FF2B5EF4-FFF2-40B4-BE49-F238E27FC236}">
                        <a16:creationId xmlns:a16="http://schemas.microsoft.com/office/drawing/2014/main" id="{BCDC05FE-2039-2943-8445-E442006B98DA}"/>
                      </a:ext>
                    </a:extLst>
                  </p:cNvPr>
                  <p:cNvGrpSpPr/>
                  <p:nvPr/>
                </p:nvGrpSpPr>
                <p:grpSpPr>
                  <a:xfrm>
                    <a:off x="1770362" y="2873352"/>
                    <a:ext cx="428460" cy="369332"/>
                    <a:chOff x="667045" y="1708643"/>
                    <a:chExt cx="428460" cy="369332"/>
                  </a:xfrm>
                </p:grpSpPr>
                <p:sp>
                  <p:nvSpPr>
                    <p:cNvPr id="990" name="Oval 989">
                      <a:extLst>
                        <a:ext uri="{FF2B5EF4-FFF2-40B4-BE49-F238E27FC236}">
                          <a16:creationId xmlns:a16="http://schemas.microsoft.com/office/drawing/2014/main" id="{65923287-6329-654B-A1C8-19F246809A0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1" name="TextBox 990">
                      <a:extLst>
                        <a:ext uri="{FF2B5EF4-FFF2-40B4-BE49-F238E27FC236}">
                          <a16:creationId xmlns:a16="http://schemas.microsoft.com/office/drawing/2014/main" id="{F5CEC04E-82B5-C343-AFAD-AE6932C3A232}"/>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968" name="Group 967">
                  <a:extLst>
                    <a:ext uri="{FF2B5EF4-FFF2-40B4-BE49-F238E27FC236}">
                      <a16:creationId xmlns:a16="http://schemas.microsoft.com/office/drawing/2014/main" id="{5D8A6EA5-58E5-5347-8B53-909B09FE4857}"/>
                    </a:ext>
                  </a:extLst>
                </p:cNvPr>
                <p:cNvGrpSpPr/>
                <p:nvPr/>
              </p:nvGrpSpPr>
              <p:grpSpPr>
                <a:xfrm>
                  <a:off x="833331" y="3478719"/>
                  <a:ext cx="565150" cy="369332"/>
                  <a:chOff x="1736090" y="2873352"/>
                  <a:chExt cx="565150" cy="369332"/>
                </a:xfrm>
              </p:grpSpPr>
              <p:grpSp>
                <p:nvGrpSpPr>
                  <p:cNvPr id="975" name="Group 327">
                    <a:extLst>
                      <a:ext uri="{FF2B5EF4-FFF2-40B4-BE49-F238E27FC236}">
                        <a16:creationId xmlns:a16="http://schemas.microsoft.com/office/drawing/2014/main" id="{987E263B-209C-B841-A72D-82CDF16A357C}"/>
                      </a:ext>
                    </a:extLst>
                  </p:cNvPr>
                  <p:cNvGrpSpPr>
                    <a:grpSpLocks/>
                  </p:cNvGrpSpPr>
                  <p:nvPr/>
                </p:nvGrpSpPr>
                <p:grpSpPr bwMode="auto">
                  <a:xfrm>
                    <a:off x="1736090" y="2893762"/>
                    <a:ext cx="565150" cy="292100"/>
                    <a:chOff x="1871277" y="1576300"/>
                    <a:chExt cx="1128371" cy="437861"/>
                  </a:xfrm>
                </p:grpSpPr>
                <p:sp>
                  <p:nvSpPr>
                    <p:cNvPr id="979" name="Oval 978">
                      <a:extLst>
                        <a:ext uri="{FF2B5EF4-FFF2-40B4-BE49-F238E27FC236}">
                          <a16:creationId xmlns:a16="http://schemas.microsoft.com/office/drawing/2014/main" id="{45DA5A54-C971-DA46-816D-92FDEDBFD2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0" name="Rectangle 979">
                      <a:extLst>
                        <a:ext uri="{FF2B5EF4-FFF2-40B4-BE49-F238E27FC236}">
                          <a16:creationId xmlns:a16="http://schemas.microsoft.com/office/drawing/2014/main" id="{FBC3CBFB-81ED-4047-AC10-14B567818F1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1" name="Oval 980">
                      <a:extLst>
                        <a:ext uri="{FF2B5EF4-FFF2-40B4-BE49-F238E27FC236}">
                          <a16:creationId xmlns:a16="http://schemas.microsoft.com/office/drawing/2014/main" id="{4AF63E3D-6F0C-4E46-9B57-26B02D7D4E5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2" name="Freeform 981">
                      <a:extLst>
                        <a:ext uri="{FF2B5EF4-FFF2-40B4-BE49-F238E27FC236}">
                          <a16:creationId xmlns:a16="http://schemas.microsoft.com/office/drawing/2014/main" id="{018175B4-4646-A241-8298-B68D459D822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3" name="Freeform 982">
                      <a:extLst>
                        <a:ext uri="{FF2B5EF4-FFF2-40B4-BE49-F238E27FC236}">
                          <a16:creationId xmlns:a16="http://schemas.microsoft.com/office/drawing/2014/main" id="{2D4DF999-0429-B24E-A8FF-940E30D8E53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4" name="Freeform 983">
                      <a:extLst>
                        <a:ext uri="{FF2B5EF4-FFF2-40B4-BE49-F238E27FC236}">
                          <a16:creationId xmlns:a16="http://schemas.microsoft.com/office/drawing/2014/main" id="{713AE350-068A-274C-87A0-55247EF72F1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Freeform 984">
                      <a:extLst>
                        <a:ext uri="{FF2B5EF4-FFF2-40B4-BE49-F238E27FC236}">
                          <a16:creationId xmlns:a16="http://schemas.microsoft.com/office/drawing/2014/main" id="{C169EAB4-5C1D-8A48-8864-B86DF9865D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6" name="Straight Connector 985">
                      <a:extLst>
                        <a:ext uri="{FF2B5EF4-FFF2-40B4-BE49-F238E27FC236}">
                          <a16:creationId xmlns:a16="http://schemas.microsoft.com/office/drawing/2014/main" id="{6E324783-1628-6A4C-BB41-2788B16F009A}"/>
                        </a:ext>
                      </a:extLst>
                    </p:cNvPr>
                    <p:cNvCxnSpPr>
                      <a:endCxn id="9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87" name="Straight Connector 986">
                      <a:extLst>
                        <a:ext uri="{FF2B5EF4-FFF2-40B4-BE49-F238E27FC236}">
                          <a16:creationId xmlns:a16="http://schemas.microsoft.com/office/drawing/2014/main" id="{84412028-5AD6-D447-A378-01E2FD57457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76" name="Group 975">
                    <a:extLst>
                      <a:ext uri="{FF2B5EF4-FFF2-40B4-BE49-F238E27FC236}">
                        <a16:creationId xmlns:a16="http://schemas.microsoft.com/office/drawing/2014/main" id="{14A502AB-FDED-574D-A3A2-E827358D6ABB}"/>
                      </a:ext>
                    </a:extLst>
                  </p:cNvPr>
                  <p:cNvGrpSpPr/>
                  <p:nvPr/>
                </p:nvGrpSpPr>
                <p:grpSpPr>
                  <a:xfrm>
                    <a:off x="1770362" y="2873352"/>
                    <a:ext cx="441422" cy="369332"/>
                    <a:chOff x="667045" y="1708643"/>
                    <a:chExt cx="441422" cy="369332"/>
                  </a:xfrm>
                </p:grpSpPr>
                <p:sp>
                  <p:nvSpPr>
                    <p:cNvPr id="977" name="Oval 976">
                      <a:extLst>
                        <a:ext uri="{FF2B5EF4-FFF2-40B4-BE49-F238E27FC236}">
                          <a16:creationId xmlns:a16="http://schemas.microsoft.com/office/drawing/2014/main" id="{19416E38-67D6-0442-8F48-E8493F2FD79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8" name="TextBox 977">
                      <a:extLst>
                        <a:ext uri="{FF2B5EF4-FFF2-40B4-BE49-F238E27FC236}">
                          <a16:creationId xmlns:a16="http://schemas.microsoft.com/office/drawing/2014/main" id="{5246B96B-3A43-A645-9718-340F085B233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971" name="Straight Connector 970">
                  <a:extLst>
                    <a:ext uri="{FF2B5EF4-FFF2-40B4-BE49-F238E27FC236}">
                      <a16:creationId xmlns:a16="http://schemas.microsoft.com/office/drawing/2014/main" id="{6B4BCBD1-C954-6541-8254-DF07CDA0475D}"/>
                    </a:ext>
                  </a:extLst>
                </p:cNvPr>
                <p:cNvCxnSpPr>
                  <a:stCxn id="10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2" name="Straight Connector 971">
                  <a:extLst>
                    <a:ext uri="{FF2B5EF4-FFF2-40B4-BE49-F238E27FC236}">
                      <a16:creationId xmlns:a16="http://schemas.microsoft.com/office/drawing/2014/main" id="{386E43E5-D30F-4F47-A035-82F1414B18F0}"/>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3" name="Straight Connector 972">
                  <a:extLst>
                    <a:ext uri="{FF2B5EF4-FFF2-40B4-BE49-F238E27FC236}">
                      <a16:creationId xmlns:a16="http://schemas.microsoft.com/office/drawing/2014/main" id="{43A4E04D-2290-384D-88C2-85BF6AEF84DB}"/>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3" name="TextBox 1092">
              <a:extLst>
                <a:ext uri="{FF2B5EF4-FFF2-40B4-BE49-F238E27FC236}">
                  <a16:creationId xmlns:a16="http://schemas.microsoft.com/office/drawing/2014/main" id="{6FA575AB-C50C-E04A-A594-9704EE05D45C}"/>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11" name="Group 10">
            <a:extLst>
              <a:ext uri="{FF2B5EF4-FFF2-40B4-BE49-F238E27FC236}">
                <a16:creationId xmlns:a16="http://schemas.microsoft.com/office/drawing/2014/main" id="{1CD4E330-3964-7840-8A54-F926B5DFAA92}"/>
              </a:ext>
            </a:extLst>
          </p:cNvPr>
          <p:cNvGrpSpPr/>
          <p:nvPr/>
        </p:nvGrpSpPr>
        <p:grpSpPr>
          <a:xfrm>
            <a:off x="8100574" y="3694542"/>
            <a:ext cx="2575521" cy="1672516"/>
            <a:chOff x="8100574" y="3694542"/>
            <a:chExt cx="2575521" cy="1672516"/>
          </a:xfrm>
        </p:grpSpPr>
        <p:sp>
          <p:nvSpPr>
            <p:cNvPr id="1027" name="Freeform 2">
              <a:extLst>
                <a:ext uri="{FF2B5EF4-FFF2-40B4-BE49-F238E27FC236}">
                  <a16:creationId xmlns:a16="http://schemas.microsoft.com/office/drawing/2014/main" id="{A8995EC3-2960-C740-9B77-5B1035684A1A}"/>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10" name="Group 9">
              <a:extLst>
                <a:ext uri="{FF2B5EF4-FFF2-40B4-BE49-F238E27FC236}">
                  <a16:creationId xmlns:a16="http://schemas.microsoft.com/office/drawing/2014/main" id="{6F85CF47-ED05-F641-88E4-95BB18169A01}"/>
                </a:ext>
              </a:extLst>
            </p:cNvPr>
            <p:cNvGrpSpPr/>
            <p:nvPr/>
          </p:nvGrpSpPr>
          <p:grpSpPr>
            <a:xfrm>
              <a:off x="8136838" y="3735782"/>
              <a:ext cx="2402775" cy="1530043"/>
              <a:chOff x="8136838" y="3735782"/>
              <a:chExt cx="2402775" cy="1530043"/>
            </a:xfrm>
          </p:grpSpPr>
          <p:grpSp>
            <p:nvGrpSpPr>
              <p:cNvPr id="1028" name="Group 1027">
                <a:extLst>
                  <a:ext uri="{FF2B5EF4-FFF2-40B4-BE49-F238E27FC236}">
                    <a16:creationId xmlns:a16="http://schemas.microsoft.com/office/drawing/2014/main" id="{0AB2BE47-7FE4-2D4D-8C07-E8F629E5CE61}"/>
                  </a:ext>
                </a:extLst>
              </p:cNvPr>
              <p:cNvGrpSpPr/>
              <p:nvPr/>
            </p:nvGrpSpPr>
            <p:grpSpPr>
              <a:xfrm>
                <a:off x="8324065" y="3830658"/>
                <a:ext cx="2215548" cy="1435167"/>
                <a:chOff x="833331" y="2873352"/>
                <a:chExt cx="2333625" cy="1590649"/>
              </a:xfrm>
            </p:grpSpPr>
            <p:grpSp>
              <p:nvGrpSpPr>
                <p:cNvPr id="1029" name="Group 1028">
                  <a:extLst>
                    <a:ext uri="{FF2B5EF4-FFF2-40B4-BE49-F238E27FC236}">
                      <a16:creationId xmlns:a16="http://schemas.microsoft.com/office/drawing/2014/main" id="{D5A4365B-9128-2347-890C-2CC4559CDA4A}"/>
                    </a:ext>
                  </a:extLst>
                </p:cNvPr>
                <p:cNvGrpSpPr/>
                <p:nvPr/>
              </p:nvGrpSpPr>
              <p:grpSpPr>
                <a:xfrm>
                  <a:off x="1736090" y="2873352"/>
                  <a:ext cx="565150" cy="369332"/>
                  <a:chOff x="1736090" y="2873352"/>
                  <a:chExt cx="565150" cy="369332"/>
                </a:xfrm>
              </p:grpSpPr>
              <p:grpSp>
                <p:nvGrpSpPr>
                  <p:cNvPr id="1078" name="Group 327">
                    <a:extLst>
                      <a:ext uri="{FF2B5EF4-FFF2-40B4-BE49-F238E27FC236}">
                        <a16:creationId xmlns:a16="http://schemas.microsoft.com/office/drawing/2014/main" id="{DBFB1141-ABD7-934D-8AA7-11C243E463D5}"/>
                      </a:ext>
                    </a:extLst>
                  </p:cNvPr>
                  <p:cNvGrpSpPr>
                    <a:grpSpLocks/>
                  </p:cNvGrpSpPr>
                  <p:nvPr/>
                </p:nvGrpSpPr>
                <p:grpSpPr bwMode="auto">
                  <a:xfrm>
                    <a:off x="1736090" y="2893762"/>
                    <a:ext cx="565150" cy="292100"/>
                    <a:chOff x="1871277" y="1576300"/>
                    <a:chExt cx="1128371" cy="437861"/>
                  </a:xfrm>
                </p:grpSpPr>
                <p:sp>
                  <p:nvSpPr>
                    <p:cNvPr id="1082" name="Oval 1081">
                      <a:extLst>
                        <a:ext uri="{FF2B5EF4-FFF2-40B4-BE49-F238E27FC236}">
                          <a16:creationId xmlns:a16="http://schemas.microsoft.com/office/drawing/2014/main" id="{20839E50-AD9A-F34D-ADF2-CC6EEB2899F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3" name="Rectangle 1082">
                      <a:extLst>
                        <a:ext uri="{FF2B5EF4-FFF2-40B4-BE49-F238E27FC236}">
                          <a16:creationId xmlns:a16="http://schemas.microsoft.com/office/drawing/2014/main" id="{A87358B7-BD56-CB4F-B1D0-7FD4D96E1FD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Oval 1083">
                      <a:extLst>
                        <a:ext uri="{FF2B5EF4-FFF2-40B4-BE49-F238E27FC236}">
                          <a16:creationId xmlns:a16="http://schemas.microsoft.com/office/drawing/2014/main" id="{96955B75-57D9-E849-8E48-60C1793AAE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5" name="Freeform 1084">
                      <a:extLst>
                        <a:ext uri="{FF2B5EF4-FFF2-40B4-BE49-F238E27FC236}">
                          <a16:creationId xmlns:a16="http://schemas.microsoft.com/office/drawing/2014/main" id="{FB3859DC-298A-DB40-9873-532162B65A4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6" name="Freeform 1085">
                      <a:extLst>
                        <a:ext uri="{FF2B5EF4-FFF2-40B4-BE49-F238E27FC236}">
                          <a16:creationId xmlns:a16="http://schemas.microsoft.com/office/drawing/2014/main" id="{9A326424-F3EB-D348-9E16-65BE23151DC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7" name="Freeform 1086">
                      <a:extLst>
                        <a:ext uri="{FF2B5EF4-FFF2-40B4-BE49-F238E27FC236}">
                          <a16:creationId xmlns:a16="http://schemas.microsoft.com/office/drawing/2014/main" id="{0D7CEEF9-2BDC-DE40-BC1F-272BC1D3E6B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8" name="Freeform 1087">
                      <a:extLst>
                        <a:ext uri="{FF2B5EF4-FFF2-40B4-BE49-F238E27FC236}">
                          <a16:creationId xmlns:a16="http://schemas.microsoft.com/office/drawing/2014/main" id="{ECDB8519-A385-E445-B6D2-305B11AAE7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89" name="Straight Connector 1088">
                      <a:extLst>
                        <a:ext uri="{FF2B5EF4-FFF2-40B4-BE49-F238E27FC236}">
                          <a16:creationId xmlns:a16="http://schemas.microsoft.com/office/drawing/2014/main" id="{04A08060-4B09-E24F-83FD-65DCD15A7032}"/>
                        </a:ext>
                      </a:extLst>
                    </p:cNvPr>
                    <p:cNvCxnSpPr>
                      <a:endCxn id="108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90" name="Straight Connector 1089">
                      <a:extLst>
                        <a:ext uri="{FF2B5EF4-FFF2-40B4-BE49-F238E27FC236}">
                          <a16:creationId xmlns:a16="http://schemas.microsoft.com/office/drawing/2014/main" id="{163D1BB2-10CE-D441-9C5C-7566C46A599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79" name="Group 1078">
                    <a:extLst>
                      <a:ext uri="{FF2B5EF4-FFF2-40B4-BE49-F238E27FC236}">
                        <a16:creationId xmlns:a16="http://schemas.microsoft.com/office/drawing/2014/main" id="{DB44CBE6-0B34-F14C-8665-B725855D2BAD}"/>
                      </a:ext>
                    </a:extLst>
                  </p:cNvPr>
                  <p:cNvGrpSpPr/>
                  <p:nvPr/>
                </p:nvGrpSpPr>
                <p:grpSpPr>
                  <a:xfrm>
                    <a:off x="1770362" y="2873352"/>
                    <a:ext cx="441422" cy="369332"/>
                    <a:chOff x="667045" y="1708643"/>
                    <a:chExt cx="441422" cy="369332"/>
                  </a:xfrm>
                </p:grpSpPr>
                <p:sp>
                  <p:nvSpPr>
                    <p:cNvPr id="1080" name="Oval 1079">
                      <a:extLst>
                        <a:ext uri="{FF2B5EF4-FFF2-40B4-BE49-F238E27FC236}">
                          <a16:creationId xmlns:a16="http://schemas.microsoft.com/office/drawing/2014/main" id="{83160397-2E36-6F4E-BB78-8B545B588F2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1" name="TextBox 1080">
                      <a:extLst>
                        <a:ext uri="{FF2B5EF4-FFF2-40B4-BE49-F238E27FC236}">
                          <a16:creationId xmlns:a16="http://schemas.microsoft.com/office/drawing/2014/main" id="{E5E5804F-B654-A346-BA03-447CCD7BC32F}"/>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1030" name="Group 1029">
                  <a:extLst>
                    <a:ext uri="{FF2B5EF4-FFF2-40B4-BE49-F238E27FC236}">
                      <a16:creationId xmlns:a16="http://schemas.microsoft.com/office/drawing/2014/main" id="{5E96A305-4023-704A-8D22-13C4716E693E}"/>
                    </a:ext>
                  </a:extLst>
                </p:cNvPr>
                <p:cNvGrpSpPr/>
                <p:nvPr/>
              </p:nvGrpSpPr>
              <p:grpSpPr>
                <a:xfrm>
                  <a:off x="1740320" y="4094669"/>
                  <a:ext cx="565150" cy="369332"/>
                  <a:chOff x="1736090" y="2873352"/>
                  <a:chExt cx="565150" cy="369332"/>
                </a:xfrm>
              </p:grpSpPr>
              <p:grpSp>
                <p:nvGrpSpPr>
                  <p:cNvPr id="1065" name="Group 327">
                    <a:extLst>
                      <a:ext uri="{FF2B5EF4-FFF2-40B4-BE49-F238E27FC236}">
                        <a16:creationId xmlns:a16="http://schemas.microsoft.com/office/drawing/2014/main" id="{D747FDA4-4C88-9D47-8305-855711E13E2F}"/>
                      </a:ext>
                    </a:extLst>
                  </p:cNvPr>
                  <p:cNvGrpSpPr>
                    <a:grpSpLocks/>
                  </p:cNvGrpSpPr>
                  <p:nvPr/>
                </p:nvGrpSpPr>
                <p:grpSpPr bwMode="auto">
                  <a:xfrm>
                    <a:off x="1736090" y="2893762"/>
                    <a:ext cx="565150" cy="292100"/>
                    <a:chOff x="1871277" y="1576300"/>
                    <a:chExt cx="1128371" cy="437861"/>
                  </a:xfrm>
                </p:grpSpPr>
                <p:sp>
                  <p:nvSpPr>
                    <p:cNvPr id="1069" name="Oval 1068">
                      <a:extLst>
                        <a:ext uri="{FF2B5EF4-FFF2-40B4-BE49-F238E27FC236}">
                          <a16:creationId xmlns:a16="http://schemas.microsoft.com/office/drawing/2014/main" id="{1B151A5F-F681-D946-9244-71A8EC57347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0" name="Rectangle 1069">
                      <a:extLst>
                        <a:ext uri="{FF2B5EF4-FFF2-40B4-BE49-F238E27FC236}">
                          <a16:creationId xmlns:a16="http://schemas.microsoft.com/office/drawing/2014/main" id="{A2C1E502-CECA-7E46-91F4-CD5F25AE9F8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1" name="Oval 1070">
                      <a:extLst>
                        <a:ext uri="{FF2B5EF4-FFF2-40B4-BE49-F238E27FC236}">
                          <a16:creationId xmlns:a16="http://schemas.microsoft.com/office/drawing/2014/main" id="{36C48F76-D7E7-9749-9E15-DFC6BE9F20A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2" name="Freeform 1071">
                      <a:extLst>
                        <a:ext uri="{FF2B5EF4-FFF2-40B4-BE49-F238E27FC236}">
                          <a16:creationId xmlns:a16="http://schemas.microsoft.com/office/drawing/2014/main" id="{D7CE2495-9819-5243-852A-EA83FB7EA0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3" name="Freeform 1072">
                      <a:extLst>
                        <a:ext uri="{FF2B5EF4-FFF2-40B4-BE49-F238E27FC236}">
                          <a16:creationId xmlns:a16="http://schemas.microsoft.com/office/drawing/2014/main" id="{302E66C6-34A3-EC45-A4E8-A67C69637BD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a16="http://schemas.microsoft.com/office/drawing/2014/main" id="{3F5321FE-4B37-4349-8CC8-E089B20219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5" name="Freeform 1074">
                      <a:extLst>
                        <a:ext uri="{FF2B5EF4-FFF2-40B4-BE49-F238E27FC236}">
                          <a16:creationId xmlns:a16="http://schemas.microsoft.com/office/drawing/2014/main" id="{FF437BA3-131E-3645-B858-E68D026D4C9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76" name="Straight Connector 1075">
                      <a:extLst>
                        <a:ext uri="{FF2B5EF4-FFF2-40B4-BE49-F238E27FC236}">
                          <a16:creationId xmlns:a16="http://schemas.microsoft.com/office/drawing/2014/main" id="{3F578B11-6A18-F74C-9989-A05AA2A37406}"/>
                        </a:ext>
                      </a:extLst>
                    </p:cNvPr>
                    <p:cNvCxnSpPr>
                      <a:endCxn id="107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77" name="Straight Connector 1076">
                      <a:extLst>
                        <a:ext uri="{FF2B5EF4-FFF2-40B4-BE49-F238E27FC236}">
                          <a16:creationId xmlns:a16="http://schemas.microsoft.com/office/drawing/2014/main" id="{248EC359-3525-5E42-8751-35C3A9B8A7C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66" name="Group 1065">
                    <a:extLst>
                      <a:ext uri="{FF2B5EF4-FFF2-40B4-BE49-F238E27FC236}">
                        <a16:creationId xmlns:a16="http://schemas.microsoft.com/office/drawing/2014/main" id="{A65E574C-567C-3747-9EDE-E14287807577}"/>
                      </a:ext>
                    </a:extLst>
                  </p:cNvPr>
                  <p:cNvGrpSpPr/>
                  <p:nvPr/>
                </p:nvGrpSpPr>
                <p:grpSpPr>
                  <a:xfrm>
                    <a:off x="1770362" y="2873352"/>
                    <a:ext cx="441422" cy="369332"/>
                    <a:chOff x="667045" y="1708643"/>
                    <a:chExt cx="441422" cy="369332"/>
                  </a:xfrm>
                </p:grpSpPr>
                <p:sp>
                  <p:nvSpPr>
                    <p:cNvPr id="1067" name="Oval 1066">
                      <a:extLst>
                        <a:ext uri="{FF2B5EF4-FFF2-40B4-BE49-F238E27FC236}">
                          <a16:creationId xmlns:a16="http://schemas.microsoft.com/office/drawing/2014/main" id="{107FD019-1EF0-8445-AE51-848CAF36C9C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8" name="TextBox 1067">
                      <a:extLst>
                        <a:ext uri="{FF2B5EF4-FFF2-40B4-BE49-F238E27FC236}">
                          <a16:creationId xmlns:a16="http://schemas.microsoft.com/office/drawing/2014/main" id="{57DDD4C6-F515-CE46-9264-22DD8A8544B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1031" name="Group 1030">
                  <a:extLst>
                    <a:ext uri="{FF2B5EF4-FFF2-40B4-BE49-F238E27FC236}">
                      <a16:creationId xmlns:a16="http://schemas.microsoft.com/office/drawing/2014/main" id="{D530E660-0014-264A-B1D6-6F66737A05E0}"/>
                    </a:ext>
                  </a:extLst>
                </p:cNvPr>
                <p:cNvGrpSpPr/>
                <p:nvPr/>
              </p:nvGrpSpPr>
              <p:grpSpPr>
                <a:xfrm>
                  <a:off x="2601806" y="3485072"/>
                  <a:ext cx="565150" cy="369332"/>
                  <a:chOff x="1736090" y="2873352"/>
                  <a:chExt cx="565150" cy="369332"/>
                </a:xfrm>
              </p:grpSpPr>
              <p:grpSp>
                <p:nvGrpSpPr>
                  <p:cNvPr id="1052" name="Group 327">
                    <a:extLst>
                      <a:ext uri="{FF2B5EF4-FFF2-40B4-BE49-F238E27FC236}">
                        <a16:creationId xmlns:a16="http://schemas.microsoft.com/office/drawing/2014/main" id="{D477AE5E-640A-8540-B110-A4532B55515E}"/>
                      </a:ext>
                    </a:extLst>
                  </p:cNvPr>
                  <p:cNvGrpSpPr>
                    <a:grpSpLocks/>
                  </p:cNvGrpSpPr>
                  <p:nvPr/>
                </p:nvGrpSpPr>
                <p:grpSpPr bwMode="auto">
                  <a:xfrm>
                    <a:off x="1736090" y="2893762"/>
                    <a:ext cx="565150" cy="292100"/>
                    <a:chOff x="1871277" y="1576300"/>
                    <a:chExt cx="1128371" cy="437861"/>
                  </a:xfrm>
                </p:grpSpPr>
                <p:sp>
                  <p:nvSpPr>
                    <p:cNvPr id="1056" name="Oval 1055">
                      <a:extLst>
                        <a:ext uri="{FF2B5EF4-FFF2-40B4-BE49-F238E27FC236}">
                          <a16:creationId xmlns:a16="http://schemas.microsoft.com/office/drawing/2014/main" id="{C033219E-8D5F-D44A-8A61-F4B8BE9640D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7" name="Rectangle 1056">
                      <a:extLst>
                        <a:ext uri="{FF2B5EF4-FFF2-40B4-BE49-F238E27FC236}">
                          <a16:creationId xmlns:a16="http://schemas.microsoft.com/office/drawing/2014/main" id="{AC334490-7663-4D48-94EB-5D76EDEA134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8" name="Oval 1057">
                      <a:extLst>
                        <a:ext uri="{FF2B5EF4-FFF2-40B4-BE49-F238E27FC236}">
                          <a16:creationId xmlns:a16="http://schemas.microsoft.com/office/drawing/2014/main" id="{D5EF1EC3-2B4A-C84A-B2C8-70340D10FAA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9" name="Freeform 1058">
                      <a:extLst>
                        <a:ext uri="{FF2B5EF4-FFF2-40B4-BE49-F238E27FC236}">
                          <a16:creationId xmlns:a16="http://schemas.microsoft.com/office/drawing/2014/main" id="{9832FD52-D5B0-5241-8BF3-51E03C1023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0" name="Freeform 1059">
                      <a:extLst>
                        <a:ext uri="{FF2B5EF4-FFF2-40B4-BE49-F238E27FC236}">
                          <a16:creationId xmlns:a16="http://schemas.microsoft.com/office/drawing/2014/main" id="{E4186070-339D-304C-A4F0-A2E3AF6FD62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1" name="Freeform 1060">
                      <a:extLst>
                        <a:ext uri="{FF2B5EF4-FFF2-40B4-BE49-F238E27FC236}">
                          <a16:creationId xmlns:a16="http://schemas.microsoft.com/office/drawing/2014/main" id="{18C87C4C-FF28-C64C-B8FD-60AA93E41DC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2" name="Freeform 1061">
                      <a:extLst>
                        <a:ext uri="{FF2B5EF4-FFF2-40B4-BE49-F238E27FC236}">
                          <a16:creationId xmlns:a16="http://schemas.microsoft.com/office/drawing/2014/main" id="{C317B177-A946-9E45-92CA-442B072B2D5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3" name="Straight Connector 1062">
                      <a:extLst>
                        <a:ext uri="{FF2B5EF4-FFF2-40B4-BE49-F238E27FC236}">
                          <a16:creationId xmlns:a16="http://schemas.microsoft.com/office/drawing/2014/main" id="{9E001FBE-D690-BD44-991D-23D39B6C772F}"/>
                        </a:ext>
                      </a:extLst>
                    </p:cNvPr>
                    <p:cNvCxnSpPr>
                      <a:endCxn id="105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64" name="Straight Connector 1063">
                      <a:extLst>
                        <a:ext uri="{FF2B5EF4-FFF2-40B4-BE49-F238E27FC236}">
                          <a16:creationId xmlns:a16="http://schemas.microsoft.com/office/drawing/2014/main" id="{4E11801A-0F78-B645-9708-E660C1812CE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53" name="Group 1052">
                    <a:extLst>
                      <a:ext uri="{FF2B5EF4-FFF2-40B4-BE49-F238E27FC236}">
                        <a16:creationId xmlns:a16="http://schemas.microsoft.com/office/drawing/2014/main" id="{45BB2031-F330-6845-A425-CFE11004879C}"/>
                      </a:ext>
                    </a:extLst>
                  </p:cNvPr>
                  <p:cNvGrpSpPr/>
                  <p:nvPr/>
                </p:nvGrpSpPr>
                <p:grpSpPr>
                  <a:xfrm>
                    <a:off x="1770362" y="2873352"/>
                    <a:ext cx="428460" cy="369332"/>
                    <a:chOff x="667045" y="1708643"/>
                    <a:chExt cx="428460" cy="369332"/>
                  </a:xfrm>
                </p:grpSpPr>
                <p:sp>
                  <p:nvSpPr>
                    <p:cNvPr id="1054" name="Oval 1053">
                      <a:extLst>
                        <a:ext uri="{FF2B5EF4-FFF2-40B4-BE49-F238E27FC236}">
                          <a16:creationId xmlns:a16="http://schemas.microsoft.com/office/drawing/2014/main" id="{3333E946-4DE6-494A-9A01-66977F2CE40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5" name="TextBox 1054">
                      <a:extLst>
                        <a:ext uri="{FF2B5EF4-FFF2-40B4-BE49-F238E27FC236}">
                          <a16:creationId xmlns:a16="http://schemas.microsoft.com/office/drawing/2014/main" id="{684DDE4B-2972-6C4A-A15D-CA2818B42ED3}"/>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1032" name="Group 1031">
                  <a:extLst>
                    <a:ext uri="{FF2B5EF4-FFF2-40B4-BE49-F238E27FC236}">
                      <a16:creationId xmlns:a16="http://schemas.microsoft.com/office/drawing/2014/main" id="{8CE07EB0-F47E-4747-BA65-DE57469144C9}"/>
                    </a:ext>
                  </a:extLst>
                </p:cNvPr>
                <p:cNvGrpSpPr/>
                <p:nvPr/>
              </p:nvGrpSpPr>
              <p:grpSpPr>
                <a:xfrm>
                  <a:off x="833331" y="3478719"/>
                  <a:ext cx="565150" cy="369332"/>
                  <a:chOff x="1736090" y="2873352"/>
                  <a:chExt cx="565150" cy="369332"/>
                </a:xfrm>
              </p:grpSpPr>
              <p:grpSp>
                <p:nvGrpSpPr>
                  <p:cNvPr id="1039" name="Group 327">
                    <a:extLst>
                      <a:ext uri="{FF2B5EF4-FFF2-40B4-BE49-F238E27FC236}">
                        <a16:creationId xmlns:a16="http://schemas.microsoft.com/office/drawing/2014/main" id="{9FD096E4-009C-454B-9581-2E55E4EE50BD}"/>
                      </a:ext>
                    </a:extLst>
                  </p:cNvPr>
                  <p:cNvGrpSpPr>
                    <a:grpSpLocks/>
                  </p:cNvGrpSpPr>
                  <p:nvPr/>
                </p:nvGrpSpPr>
                <p:grpSpPr bwMode="auto">
                  <a:xfrm>
                    <a:off x="1736090" y="2893762"/>
                    <a:ext cx="565150" cy="292100"/>
                    <a:chOff x="1871277" y="1576300"/>
                    <a:chExt cx="1128371" cy="437861"/>
                  </a:xfrm>
                </p:grpSpPr>
                <p:sp>
                  <p:nvSpPr>
                    <p:cNvPr id="1043" name="Oval 1042">
                      <a:extLst>
                        <a:ext uri="{FF2B5EF4-FFF2-40B4-BE49-F238E27FC236}">
                          <a16:creationId xmlns:a16="http://schemas.microsoft.com/office/drawing/2014/main" id="{9B87F5EF-E7B5-1845-B8CC-C47A6679FB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4" name="Rectangle 1043">
                      <a:extLst>
                        <a:ext uri="{FF2B5EF4-FFF2-40B4-BE49-F238E27FC236}">
                          <a16:creationId xmlns:a16="http://schemas.microsoft.com/office/drawing/2014/main" id="{0F087E13-46F9-2A42-9A56-CD5B1B06888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5" name="Oval 1044">
                      <a:extLst>
                        <a:ext uri="{FF2B5EF4-FFF2-40B4-BE49-F238E27FC236}">
                          <a16:creationId xmlns:a16="http://schemas.microsoft.com/office/drawing/2014/main" id="{0301D63A-B313-8A4D-B1D8-A983D85834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6" name="Freeform 1045">
                      <a:extLst>
                        <a:ext uri="{FF2B5EF4-FFF2-40B4-BE49-F238E27FC236}">
                          <a16:creationId xmlns:a16="http://schemas.microsoft.com/office/drawing/2014/main" id="{4E362B7E-420A-3740-BB12-BCE73DE1BC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7" name="Freeform 1046">
                      <a:extLst>
                        <a:ext uri="{FF2B5EF4-FFF2-40B4-BE49-F238E27FC236}">
                          <a16:creationId xmlns:a16="http://schemas.microsoft.com/office/drawing/2014/main" id="{82AAF346-107E-424A-A0F1-E466FE1E2AB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8" name="Freeform 1047">
                      <a:extLst>
                        <a:ext uri="{FF2B5EF4-FFF2-40B4-BE49-F238E27FC236}">
                          <a16:creationId xmlns:a16="http://schemas.microsoft.com/office/drawing/2014/main" id="{BB2AB426-4C1D-3A43-BA01-1EAE2FC02F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9" name="Freeform 1048">
                      <a:extLst>
                        <a:ext uri="{FF2B5EF4-FFF2-40B4-BE49-F238E27FC236}">
                          <a16:creationId xmlns:a16="http://schemas.microsoft.com/office/drawing/2014/main" id="{5B3A91DB-C88F-5644-BFCD-12EC9054C3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a16="http://schemas.microsoft.com/office/drawing/2014/main" id="{4A1E4451-A57B-F747-958A-46201ABEE570}"/>
                        </a:ext>
                      </a:extLst>
                    </p:cNvPr>
                    <p:cNvCxnSpPr>
                      <a:endCxn id="104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51" name="Straight Connector 1050">
                      <a:extLst>
                        <a:ext uri="{FF2B5EF4-FFF2-40B4-BE49-F238E27FC236}">
                          <a16:creationId xmlns:a16="http://schemas.microsoft.com/office/drawing/2014/main" id="{9CE8B3D7-FF8D-2B49-A279-B30F8F6D3A1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40" name="Group 1039">
                    <a:extLst>
                      <a:ext uri="{FF2B5EF4-FFF2-40B4-BE49-F238E27FC236}">
                        <a16:creationId xmlns:a16="http://schemas.microsoft.com/office/drawing/2014/main" id="{60AFBDA7-D8EA-1D41-8A3D-78DBBA347DC7}"/>
                      </a:ext>
                    </a:extLst>
                  </p:cNvPr>
                  <p:cNvGrpSpPr/>
                  <p:nvPr/>
                </p:nvGrpSpPr>
                <p:grpSpPr>
                  <a:xfrm>
                    <a:off x="1770362" y="2873352"/>
                    <a:ext cx="441422" cy="369332"/>
                    <a:chOff x="667045" y="1708643"/>
                    <a:chExt cx="441422" cy="369332"/>
                  </a:xfrm>
                </p:grpSpPr>
                <p:sp>
                  <p:nvSpPr>
                    <p:cNvPr id="1041" name="Oval 1040">
                      <a:extLst>
                        <a:ext uri="{FF2B5EF4-FFF2-40B4-BE49-F238E27FC236}">
                          <a16:creationId xmlns:a16="http://schemas.microsoft.com/office/drawing/2014/main" id="{B44C04C8-C22F-0E40-BFE5-46442F681A3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2" name="TextBox 1041">
                      <a:extLst>
                        <a:ext uri="{FF2B5EF4-FFF2-40B4-BE49-F238E27FC236}">
                          <a16:creationId xmlns:a16="http://schemas.microsoft.com/office/drawing/2014/main" id="{3DA4745A-6B3B-4645-A5E2-6DD5C65F446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1033" name="Straight Connector 1032">
                  <a:extLst>
                    <a:ext uri="{FF2B5EF4-FFF2-40B4-BE49-F238E27FC236}">
                      <a16:creationId xmlns:a16="http://schemas.microsoft.com/office/drawing/2014/main" id="{0FA948A4-19D6-B543-B2C7-122263EA68EF}"/>
                    </a:ext>
                  </a:extLst>
                </p:cNvPr>
                <p:cNvCxnSpPr>
                  <a:stCxn id="1081" idx="2"/>
                  <a:endCxn id="1068"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4" name="Straight Connector 1033">
                  <a:extLst>
                    <a:ext uri="{FF2B5EF4-FFF2-40B4-BE49-F238E27FC236}">
                      <a16:creationId xmlns:a16="http://schemas.microsoft.com/office/drawing/2014/main" id="{93A2528A-2D79-9C44-9154-CEF430467554}"/>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5" name="Straight Connector 1034">
                  <a:extLst>
                    <a:ext uri="{FF2B5EF4-FFF2-40B4-BE49-F238E27FC236}">
                      <a16:creationId xmlns:a16="http://schemas.microsoft.com/office/drawing/2014/main" id="{6BCA322E-7172-0E45-A276-B5C96230E3A5}"/>
                    </a:ext>
                  </a:extLst>
                </p:cNvPr>
                <p:cNvCxnSpPr>
                  <a:stCxn id="1082"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6" name="Straight Connector 1035">
                  <a:extLst>
                    <a:ext uri="{FF2B5EF4-FFF2-40B4-BE49-F238E27FC236}">
                      <a16:creationId xmlns:a16="http://schemas.microsoft.com/office/drawing/2014/main" id="{6ED4BD34-555B-E846-888B-9F26A28C9D7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8" name="Straight Connector 1037">
                  <a:extLst>
                    <a:ext uri="{FF2B5EF4-FFF2-40B4-BE49-F238E27FC236}">
                      <a16:creationId xmlns:a16="http://schemas.microsoft.com/office/drawing/2014/main" id="{22C8F685-9275-D944-96F8-541247ED5EA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94" name="TextBox 1093">
                <a:extLst>
                  <a:ext uri="{FF2B5EF4-FFF2-40B4-BE49-F238E27FC236}">
                    <a16:creationId xmlns:a16="http://schemas.microsoft.com/office/drawing/2014/main" id="{5B090BCE-17C7-4F48-B51A-B30ED15D2A0B}"/>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7" name="Group 6">
            <a:extLst>
              <a:ext uri="{FF2B5EF4-FFF2-40B4-BE49-F238E27FC236}">
                <a16:creationId xmlns:a16="http://schemas.microsoft.com/office/drawing/2014/main" id="{5AD6AB4E-1CAE-9744-B381-27E469100A58}"/>
              </a:ext>
            </a:extLst>
          </p:cNvPr>
          <p:cNvGrpSpPr/>
          <p:nvPr/>
        </p:nvGrpSpPr>
        <p:grpSpPr>
          <a:xfrm>
            <a:off x="1426553" y="4136253"/>
            <a:ext cx="3452487" cy="1719017"/>
            <a:chOff x="1426553" y="4136253"/>
            <a:chExt cx="3452487" cy="1719017"/>
          </a:xfrm>
        </p:grpSpPr>
        <p:grpSp>
          <p:nvGrpSpPr>
            <p:cNvPr id="897" name="Group 896">
              <a:extLst>
                <a:ext uri="{FF2B5EF4-FFF2-40B4-BE49-F238E27FC236}">
                  <a16:creationId xmlns:a16="http://schemas.microsoft.com/office/drawing/2014/main" id="{3CE71B4E-855C-C840-ADE8-6B3004A16E6F}"/>
                </a:ext>
              </a:extLst>
            </p:cNvPr>
            <p:cNvGrpSpPr/>
            <p:nvPr/>
          </p:nvGrpSpPr>
          <p:grpSpPr>
            <a:xfrm>
              <a:off x="1426553" y="4136253"/>
              <a:ext cx="2557336" cy="1719017"/>
              <a:chOff x="-2170772" y="2784954"/>
              <a:chExt cx="2712783" cy="1853712"/>
            </a:xfrm>
          </p:grpSpPr>
          <p:sp>
            <p:nvSpPr>
              <p:cNvPr id="898" name="Freeform 2">
                <a:extLst>
                  <a:ext uri="{FF2B5EF4-FFF2-40B4-BE49-F238E27FC236}">
                    <a16:creationId xmlns:a16="http://schemas.microsoft.com/office/drawing/2014/main" id="{283A80A6-ACCE-9042-8C8B-198A5A1D2CB8}"/>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899" name="Group 898">
                <a:extLst>
                  <a:ext uri="{FF2B5EF4-FFF2-40B4-BE49-F238E27FC236}">
                    <a16:creationId xmlns:a16="http://schemas.microsoft.com/office/drawing/2014/main" id="{9FC17377-884C-414F-8E1D-B308CBDD5468}"/>
                  </a:ext>
                </a:extLst>
              </p:cNvPr>
              <p:cNvGrpSpPr/>
              <p:nvPr/>
            </p:nvGrpSpPr>
            <p:grpSpPr>
              <a:xfrm>
                <a:off x="-1935370" y="2935816"/>
                <a:ext cx="2333625" cy="1590649"/>
                <a:chOff x="833331" y="2873352"/>
                <a:chExt cx="2333625" cy="1590649"/>
              </a:xfrm>
            </p:grpSpPr>
            <p:grpSp>
              <p:nvGrpSpPr>
                <p:cNvPr id="900" name="Group 899">
                  <a:extLst>
                    <a:ext uri="{FF2B5EF4-FFF2-40B4-BE49-F238E27FC236}">
                      <a16:creationId xmlns:a16="http://schemas.microsoft.com/office/drawing/2014/main" id="{D5400FED-619F-F740-84A1-9713262070B8}"/>
                    </a:ext>
                  </a:extLst>
                </p:cNvPr>
                <p:cNvGrpSpPr/>
                <p:nvPr/>
              </p:nvGrpSpPr>
              <p:grpSpPr>
                <a:xfrm>
                  <a:off x="1736090" y="2873352"/>
                  <a:ext cx="565150" cy="369332"/>
                  <a:chOff x="1736090" y="2873352"/>
                  <a:chExt cx="565150" cy="369332"/>
                </a:xfrm>
              </p:grpSpPr>
              <p:grpSp>
                <p:nvGrpSpPr>
                  <p:cNvPr id="949" name="Group 327">
                    <a:extLst>
                      <a:ext uri="{FF2B5EF4-FFF2-40B4-BE49-F238E27FC236}">
                        <a16:creationId xmlns:a16="http://schemas.microsoft.com/office/drawing/2014/main" id="{3B6AB252-179E-4A40-A8FE-EF2AF309DD2A}"/>
                      </a:ext>
                    </a:extLst>
                  </p:cNvPr>
                  <p:cNvGrpSpPr>
                    <a:grpSpLocks/>
                  </p:cNvGrpSpPr>
                  <p:nvPr/>
                </p:nvGrpSpPr>
                <p:grpSpPr bwMode="auto">
                  <a:xfrm>
                    <a:off x="1736090" y="2893762"/>
                    <a:ext cx="565150" cy="292100"/>
                    <a:chOff x="1871277" y="1576300"/>
                    <a:chExt cx="1128371" cy="437861"/>
                  </a:xfrm>
                </p:grpSpPr>
                <p:sp>
                  <p:nvSpPr>
                    <p:cNvPr id="953" name="Oval 952">
                      <a:extLst>
                        <a:ext uri="{FF2B5EF4-FFF2-40B4-BE49-F238E27FC236}">
                          <a16:creationId xmlns:a16="http://schemas.microsoft.com/office/drawing/2014/main" id="{63627FC9-0B3F-664A-9E65-2EC81DABC2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4" name="Rectangle 953">
                      <a:extLst>
                        <a:ext uri="{FF2B5EF4-FFF2-40B4-BE49-F238E27FC236}">
                          <a16:creationId xmlns:a16="http://schemas.microsoft.com/office/drawing/2014/main" id="{3C2079ED-CD34-8048-9B86-CACF3B9546C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5" name="Oval 954">
                      <a:extLst>
                        <a:ext uri="{FF2B5EF4-FFF2-40B4-BE49-F238E27FC236}">
                          <a16:creationId xmlns:a16="http://schemas.microsoft.com/office/drawing/2014/main" id="{55B51C42-698C-934B-8244-908CC3429E1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6" name="Freeform 955">
                      <a:extLst>
                        <a:ext uri="{FF2B5EF4-FFF2-40B4-BE49-F238E27FC236}">
                          <a16:creationId xmlns:a16="http://schemas.microsoft.com/office/drawing/2014/main" id="{1F470D92-6D81-5C4C-A5D6-DF918E6850E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7" name="Freeform 956">
                      <a:extLst>
                        <a:ext uri="{FF2B5EF4-FFF2-40B4-BE49-F238E27FC236}">
                          <a16:creationId xmlns:a16="http://schemas.microsoft.com/office/drawing/2014/main" id="{130139FE-1CE2-364B-989A-ACEA908EB27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8" name="Freeform 957">
                      <a:extLst>
                        <a:ext uri="{FF2B5EF4-FFF2-40B4-BE49-F238E27FC236}">
                          <a16:creationId xmlns:a16="http://schemas.microsoft.com/office/drawing/2014/main" id="{7F6DF920-A2F0-9949-9B9C-25AE50501FF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9" name="Freeform 958">
                      <a:extLst>
                        <a:ext uri="{FF2B5EF4-FFF2-40B4-BE49-F238E27FC236}">
                          <a16:creationId xmlns:a16="http://schemas.microsoft.com/office/drawing/2014/main" id="{22EDDC2B-58FC-C545-AB15-E99619BBD97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0" name="Straight Connector 959">
                      <a:extLst>
                        <a:ext uri="{FF2B5EF4-FFF2-40B4-BE49-F238E27FC236}">
                          <a16:creationId xmlns:a16="http://schemas.microsoft.com/office/drawing/2014/main" id="{4296E775-31B6-5B4B-A5BE-4E02CDD3B469}"/>
                        </a:ext>
                      </a:extLst>
                    </p:cNvPr>
                    <p:cNvCxnSpPr>
                      <a:endCxn id="95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61" name="Straight Connector 960">
                      <a:extLst>
                        <a:ext uri="{FF2B5EF4-FFF2-40B4-BE49-F238E27FC236}">
                          <a16:creationId xmlns:a16="http://schemas.microsoft.com/office/drawing/2014/main" id="{A5D8299F-A42F-854E-9CFB-763B2778FC1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50" name="Group 949">
                    <a:extLst>
                      <a:ext uri="{FF2B5EF4-FFF2-40B4-BE49-F238E27FC236}">
                        <a16:creationId xmlns:a16="http://schemas.microsoft.com/office/drawing/2014/main" id="{1788917B-0238-8B46-BA37-30397FD3DB37}"/>
                      </a:ext>
                    </a:extLst>
                  </p:cNvPr>
                  <p:cNvGrpSpPr/>
                  <p:nvPr/>
                </p:nvGrpSpPr>
                <p:grpSpPr>
                  <a:xfrm>
                    <a:off x="1770362" y="2873352"/>
                    <a:ext cx="441422" cy="369332"/>
                    <a:chOff x="667045" y="1708643"/>
                    <a:chExt cx="441422" cy="369332"/>
                  </a:xfrm>
                </p:grpSpPr>
                <p:sp>
                  <p:nvSpPr>
                    <p:cNvPr id="951" name="Oval 950">
                      <a:extLst>
                        <a:ext uri="{FF2B5EF4-FFF2-40B4-BE49-F238E27FC236}">
                          <a16:creationId xmlns:a16="http://schemas.microsoft.com/office/drawing/2014/main" id="{923AD362-4160-3E4E-AF55-6685C7E4758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2" name="TextBox 951">
                      <a:extLst>
                        <a:ext uri="{FF2B5EF4-FFF2-40B4-BE49-F238E27FC236}">
                          <a16:creationId xmlns:a16="http://schemas.microsoft.com/office/drawing/2014/main" id="{7520A91B-2469-1944-98CE-9FDC18168C2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901" name="Group 900">
                  <a:extLst>
                    <a:ext uri="{FF2B5EF4-FFF2-40B4-BE49-F238E27FC236}">
                      <a16:creationId xmlns:a16="http://schemas.microsoft.com/office/drawing/2014/main" id="{12975416-4654-EF49-B798-E43A6CC08278}"/>
                    </a:ext>
                  </a:extLst>
                </p:cNvPr>
                <p:cNvGrpSpPr/>
                <p:nvPr/>
              </p:nvGrpSpPr>
              <p:grpSpPr>
                <a:xfrm>
                  <a:off x="1740320" y="4094669"/>
                  <a:ext cx="565150" cy="369332"/>
                  <a:chOff x="1736090" y="2873352"/>
                  <a:chExt cx="565150" cy="369332"/>
                </a:xfrm>
              </p:grpSpPr>
              <p:grpSp>
                <p:nvGrpSpPr>
                  <p:cNvPr id="936" name="Group 327">
                    <a:extLst>
                      <a:ext uri="{FF2B5EF4-FFF2-40B4-BE49-F238E27FC236}">
                        <a16:creationId xmlns:a16="http://schemas.microsoft.com/office/drawing/2014/main" id="{74F78B6C-AE11-7F49-B2BF-EE0EB8F3B0C5}"/>
                      </a:ext>
                    </a:extLst>
                  </p:cNvPr>
                  <p:cNvGrpSpPr>
                    <a:grpSpLocks/>
                  </p:cNvGrpSpPr>
                  <p:nvPr/>
                </p:nvGrpSpPr>
                <p:grpSpPr bwMode="auto">
                  <a:xfrm>
                    <a:off x="1736090" y="2893762"/>
                    <a:ext cx="565150" cy="292100"/>
                    <a:chOff x="1871277" y="1576300"/>
                    <a:chExt cx="1128371" cy="437861"/>
                  </a:xfrm>
                </p:grpSpPr>
                <p:sp>
                  <p:nvSpPr>
                    <p:cNvPr id="940" name="Oval 939">
                      <a:extLst>
                        <a:ext uri="{FF2B5EF4-FFF2-40B4-BE49-F238E27FC236}">
                          <a16:creationId xmlns:a16="http://schemas.microsoft.com/office/drawing/2014/main" id="{1B5A764B-9605-254C-B583-FD59CBCA85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1" name="Rectangle 940">
                      <a:extLst>
                        <a:ext uri="{FF2B5EF4-FFF2-40B4-BE49-F238E27FC236}">
                          <a16:creationId xmlns:a16="http://schemas.microsoft.com/office/drawing/2014/main" id="{EF698BA0-40DC-4C4A-AAA0-F66D1A31AD9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2" name="Oval 941">
                      <a:extLst>
                        <a:ext uri="{FF2B5EF4-FFF2-40B4-BE49-F238E27FC236}">
                          <a16:creationId xmlns:a16="http://schemas.microsoft.com/office/drawing/2014/main" id="{6C419D27-1510-E241-A47C-00038206033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3" name="Freeform 942">
                      <a:extLst>
                        <a:ext uri="{FF2B5EF4-FFF2-40B4-BE49-F238E27FC236}">
                          <a16:creationId xmlns:a16="http://schemas.microsoft.com/office/drawing/2014/main" id="{A2E04614-58C7-2840-A2F2-BF95E0C0F81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4" name="Freeform 943">
                      <a:extLst>
                        <a:ext uri="{FF2B5EF4-FFF2-40B4-BE49-F238E27FC236}">
                          <a16:creationId xmlns:a16="http://schemas.microsoft.com/office/drawing/2014/main" id="{A1233B70-4A82-0F47-AB61-0BE325232907}"/>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Freeform 944">
                      <a:extLst>
                        <a:ext uri="{FF2B5EF4-FFF2-40B4-BE49-F238E27FC236}">
                          <a16:creationId xmlns:a16="http://schemas.microsoft.com/office/drawing/2014/main" id="{9A22669E-0B07-3F45-9A7E-2DB8FEC962AE}"/>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6" name="Freeform 945">
                      <a:extLst>
                        <a:ext uri="{FF2B5EF4-FFF2-40B4-BE49-F238E27FC236}">
                          <a16:creationId xmlns:a16="http://schemas.microsoft.com/office/drawing/2014/main" id="{F7FE0282-0EA7-194E-B37D-32B2E192E51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7" name="Straight Connector 946">
                      <a:extLst>
                        <a:ext uri="{FF2B5EF4-FFF2-40B4-BE49-F238E27FC236}">
                          <a16:creationId xmlns:a16="http://schemas.microsoft.com/office/drawing/2014/main" id="{A155E81A-9514-F44D-934B-C83E3DFC7AE0}"/>
                        </a:ext>
                      </a:extLst>
                    </p:cNvPr>
                    <p:cNvCxnSpPr>
                      <a:endCxn id="94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48" name="Straight Connector 947">
                      <a:extLst>
                        <a:ext uri="{FF2B5EF4-FFF2-40B4-BE49-F238E27FC236}">
                          <a16:creationId xmlns:a16="http://schemas.microsoft.com/office/drawing/2014/main" id="{7B997F24-F8DC-FC41-B104-1A9F101D8F8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37" name="Group 936">
                    <a:extLst>
                      <a:ext uri="{FF2B5EF4-FFF2-40B4-BE49-F238E27FC236}">
                        <a16:creationId xmlns:a16="http://schemas.microsoft.com/office/drawing/2014/main" id="{787F07A0-694C-9E4B-A3B3-30FF228A22E8}"/>
                      </a:ext>
                    </a:extLst>
                  </p:cNvPr>
                  <p:cNvGrpSpPr/>
                  <p:nvPr/>
                </p:nvGrpSpPr>
                <p:grpSpPr>
                  <a:xfrm>
                    <a:off x="1770362" y="2873352"/>
                    <a:ext cx="441422" cy="369332"/>
                    <a:chOff x="667045" y="1708643"/>
                    <a:chExt cx="441422" cy="369332"/>
                  </a:xfrm>
                </p:grpSpPr>
                <p:sp>
                  <p:nvSpPr>
                    <p:cNvPr id="938" name="Oval 937">
                      <a:extLst>
                        <a:ext uri="{FF2B5EF4-FFF2-40B4-BE49-F238E27FC236}">
                          <a16:creationId xmlns:a16="http://schemas.microsoft.com/office/drawing/2014/main" id="{9E0669B1-E058-2D4E-953A-8DD7F13C5A2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9" name="TextBox 938">
                      <a:extLst>
                        <a:ext uri="{FF2B5EF4-FFF2-40B4-BE49-F238E27FC236}">
                          <a16:creationId xmlns:a16="http://schemas.microsoft.com/office/drawing/2014/main" id="{AF432F12-5031-CA46-ABD9-511EBDB5A9FE}"/>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902" name="Group 901">
                  <a:extLst>
                    <a:ext uri="{FF2B5EF4-FFF2-40B4-BE49-F238E27FC236}">
                      <a16:creationId xmlns:a16="http://schemas.microsoft.com/office/drawing/2014/main" id="{2DE65FFF-4FAF-694F-9280-D8C20647D5EC}"/>
                    </a:ext>
                  </a:extLst>
                </p:cNvPr>
                <p:cNvGrpSpPr/>
                <p:nvPr/>
              </p:nvGrpSpPr>
              <p:grpSpPr>
                <a:xfrm>
                  <a:off x="2601806" y="3485072"/>
                  <a:ext cx="565150" cy="369332"/>
                  <a:chOff x="1736090" y="2873352"/>
                  <a:chExt cx="565150" cy="369332"/>
                </a:xfrm>
              </p:grpSpPr>
              <p:grpSp>
                <p:nvGrpSpPr>
                  <p:cNvPr id="923" name="Group 327">
                    <a:extLst>
                      <a:ext uri="{FF2B5EF4-FFF2-40B4-BE49-F238E27FC236}">
                        <a16:creationId xmlns:a16="http://schemas.microsoft.com/office/drawing/2014/main" id="{94C911E6-C634-834E-96A6-814FBEC59AEF}"/>
                      </a:ext>
                    </a:extLst>
                  </p:cNvPr>
                  <p:cNvGrpSpPr>
                    <a:grpSpLocks/>
                  </p:cNvGrpSpPr>
                  <p:nvPr/>
                </p:nvGrpSpPr>
                <p:grpSpPr bwMode="auto">
                  <a:xfrm>
                    <a:off x="1736090" y="2893762"/>
                    <a:ext cx="565150" cy="292100"/>
                    <a:chOff x="1871277" y="1576300"/>
                    <a:chExt cx="1128371" cy="437861"/>
                  </a:xfrm>
                </p:grpSpPr>
                <p:sp>
                  <p:nvSpPr>
                    <p:cNvPr id="927" name="Oval 926">
                      <a:extLst>
                        <a:ext uri="{FF2B5EF4-FFF2-40B4-BE49-F238E27FC236}">
                          <a16:creationId xmlns:a16="http://schemas.microsoft.com/office/drawing/2014/main" id="{8C761162-B166-8849-8139-AAD7A2C4F6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8" name="Rectangle 927">
                      <a:extLst>
                        <a:ext uri="{FF2B5EF4-FFF2-40B4-BE49-F238E27FC236}">
                          <a16:creationId xmlns:a16="http://schemas.microsoft.com/office/drawing/2014/main" id="{3D39001E-4533-0B43-905F-AA94CE83908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Oval 928">
                      <a:extLst>
                        <a:ext uri="{FF2B5EF4-FFF2-40B4-BE49-F238E27FC236}">
                          <a16:creationId xmlns:a16="http://schemas.microsoft.com/office/drawing/2014/main" id="{5E71B462-B511-4649-8673-9036C0DEA9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30" name="Freeform 929">
                      <a:extLst>
                        <a:ext uri="{FF2B5EF4-FFF2-40B4-BE49-F238E27FC236}">
                          <a16:creationId xmlns:a16="http://schemas.microsoft.com/office/drawing/2014/main" id="{B49EA1C5-095A-C04B-B8BD-EF8F458959D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a16="http://schemas.microsoft.com/office/drawing/2014/main" id="{C83CC63D-393D-1049-A395-4C928D5F036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2" name="Freeform 931">
                      <a:extLst>
                        <a:ext uri="{FF2B5EF4-FFF2-40B4-BE49-F238E27FC236}">
                          <a16:creationId xmlns:a16="http://schemas.microsoft.com/office/drawing/2014/main" id="{C03181A0-E79F-D844-947E-BF87B8C423F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3" name="Freeform 932">
                      <a:extLst>
                        <a:ext uri="{FF2B5EF4-FFF2-40B4-BE49-F238E27FC236}">
                          <a16:creationId xmlns:a16="http://schemas.microsoft.com/office/drawing/2014/main" id="{83B6EBB9-930D-0C4D-B5BC-C6B4A8EAB72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4" name="Straight Connector 933">
                      <a:extLst>
                        <a:ext uri="{FF2B5EF4-FFF2-40B4-BE49-F238E27FC236}">
                          <a16:creationId xmlns:a16="http://schemas.microsoft.com/office/drawing/2014/main" id="{4A10BE00-6B87-FB46-AD61-287CAD87075B}"/>
                        </a:ext>
                      </a:extLst>
                    </p:cNvPr>
                    <p:cNvCxnSpPr>
                      <a:endCxn id="92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35" name="Straight Connector 934">
                      <a:extLst>
                        <a:ext uri="{FF2B5EF4-FFF2-40B4-BE49-F238E27FC236}">
                          <a16:creationId xmlns:a16="http://schemas.microsoft.com/office/drawing/2014/main" id="{230346D5-8BDD-B745-9227-4A68169D0F5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24" name="Group 923">
                    <a:extLst>
                      <a:ext uri="{FF2B5EF4-FFF2-40B4-BE49-F238E27FC236}">
                        <a16:creationId xmlns:a16="http://schemas.microsoft.com/office/drawing/2014/main" id="{A9A703FA-0296-E94C-917B-41DC9E089E97}"/>
                      </a:ext>
                    </a:extLst>
                  </p:cNvPr>
                  <p:cNvGrpSpPr/>
                  <p:nvPr/>
                </p:nvGrpSpPr>
                <p:grpSpPr>
                  <a:xfrm>
                    <a:off x="1770362" y="2873352"/>
                    <a:ext cx="428460" cy="369332"/>
                    <a:chOff x="667045" y="1708643"/>
                    <a:chExt cx="428460" cy="369332"/>
                  </a:xfrm>
                </p:grpSpPr>
                <p:sp>
                  <p:nvSpPr>
                    <p:cNvPr id="925" name="Oval 924">
                      <a:extLst>
                        <a:ext uri="{FF2B5EF4-FFF2-40B4-BE49-F238E27FC236}">
                          <a16:creationId xmlns:a16="http://schemas.microsoft.com/office/drawing/2014/main" id="{05920D72-FEAD-F249-B9E2-78D387F26886}"/>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6" name="TextBox 925">
                      <a:extLst>
                        <a:ext uri="{FF2B5EF4-FFF2-40B4-BE49-F238E27FC236}">
                          <a16:creationId xmlns:a16="http://schemas.microsoft.com/office/drawing/2014/main" id="{1F2C5EAB-8B45-2540-A28C-11D50EE0598C}"/>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903" name="Group 902">
                  <a:extLst>
                    <a:ext uri="{FF2B5EF4-FFF2-40B4-BE49-F238E27FC236}">
                      <a16:creationId xmlns:a16="http://schemas.microsoft.com/office/drawing/2014/main" id="{12F3CB7B-C396-6F4F-92BE-2E64653DE3ED}"/>
                    </a:ext>
                  </a:extLst>
                </p:cNvPr>
                <p:cNvGrpSpPr/>
                <p:nvPr/>
              </p:nvGrpSpPr>
              <p:grpSpPr>
                <a:xfrm>
                  <a:off x="833331" y="3478719"/>
                  <a:ext cx="565150" cy="369332"/>
                  <a:chOff x="1736090" y="2873352"/>
                  <a:chExt cx="565150" cy="369332"/>
                </a:xfrm>
              </p:grpSpPr>
              <p:grpSp>
                <p:nvGrpSpPr>
                  <p:cNvPr id="910" name="Group 327">
                    <a:extLst>
                      <a:ext uri="{FF2B5EF4-FFF2-40B4-BE49-F238E27FC236}">
                        <a16:creationId xmlns:a16="http://schemas.microsoft.com/office/drawing/2014/main" id="{593ADE02-2BB8-F247-B466-624010934E10}"/>
                      </a:ext>
                    </a:extLst>
                  </p:cNvPr>
                  <p:cNvGrpSpPr>
                    <a:grpSpLocks/>
                  </p:cNvGrpSpPr>
                  <p:nvPr/>
                </p:nvGrpSpPr>
                <p:grpSpPr bwMode="auto">
                  <a:xfrm>
                    <a:off x="1736090" y="2893762"/>
                    <a:ext cx="565150" cy="292100"/>
                    <a:chOff x="1871277" y="1576300"/>
                    <a:chExt cx="1128371" cy="437861"/>
                  </a:xfrm>
                </p:grpSpPr>
                <p:sp>
                  <p:nvSpPr>
                    <p:cNvPr id="914" name="Oval 913">
                      <a:extLst>
                        <a:ext uri="{FF2B5EF4-FFF2-40B4-BE49-F238E27FC236}">
                          <a16:creationId xmlns:a16="http://schemas.microsoft.com/office/drawing/2014/main" id="{87541E56-E5EE-8241-BCBF-55CDA84C2A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5" name="Rectangle 914">
                      <a:extLst>
                        <a:ext uri="{FF2B5EF4-FFF2-40B4-BE49-F238E27FC236}">
                          <a16:creationId xmlns:a16="http://schemas.microsoft.com/office/drawing/2014/main" id="{F465AFB2-2CF1-4A4B-A18C-33598415B48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6" name="Oval 915">
                      <a:extLst>
                        <a:ext uri="{FF2B5EF4-FFF2-40B4-BE49-F238E27FC236}">
                          <a16:creationId xmlns:a16="http://schemas.microsoft.com/office/drawing/2014/main" id="{4B29641F-3D28-C345-94DF-0BB1F9629D6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7" name="Freeform 916">
                      <a:extLst>
                        <a:ext uri="{FF2B5EF4-FFF2-40B4-BE49-F238E27FC236}">
                          <a16:creationId xmlns:a16="http://schemas.microsoft.com/office/drawing/2014/main" id="{6E4AAF8F-2CBD-1142-9EE9-05FE92FF53F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8" name="Freeform 917">
                      <a:extLst>
                        <a:ext uri="{FF2B5EF4-FFF2-40B4-BE49-F238E27FC236}">
                          <a16:creationId xmlns:a16="http://schemas.microsoft.com/office/drawing/2014/main" id="{BA495F97-D82B-5C4E-96B6-E82DB95F35A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9" name="Freeform 918">
                      <a:extLst>
                        <a:ext uri="{FF2B5EF4-FFF2-40B4-BE49-F238E27FC236}">
                          <a16:creationId xmlns:a16="http://schemas.microsoft.com/office/drawing/2014/main" id="{D9B70EFE-CE31-3F47-BEB1-D4C42661C87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Freeform 919">
                      <a:extLst>
                        <a:ext uri="{FF2B5EF4-FFF2-40B4-BE49-F238E27FC236}">
                          <a16:creationId xmlns:a16="http://schemas.microsoft.com/office/drawing/2014/main" id="{C5905B1B-F644-774C-BE19-4510998084D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1" name="Straight Connector 920">
                      <a:extLst>
                        <a:ext uri="{FF2B5EF4-FFF2-40B4-BE49-F238E27FC236}">
                          <a16:creationId xmlns:a16="http://schemas.microsoft.com/office/drawing/2014/main" id="{237AA02A-857C-A247-AC06-55D25854AF8B}"/>
                        </a:ext>
                      </a:extLst>
                    </p:cNvPr>
                    <p:cNvCxnSpPr>
                      <a:endCxn id="91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2" name="Straight Connector 921">
                      <a:extLst>
                        <a:ext uri="{FF2B5EF4-FFF2-40B4-BE49-F238E27FC236}">
                          <a16:creationId xmlns:a16="http://schemas.microsoft.com/office/drawing/2014/main" id="{CAFAEF13-0710-B74C-87F9-9E272EF7406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1" name="Group 910">
                    <a:extLst>
                      <a:ext uri="{FF2B5EF4-FFF2-40B4-BE49-F238E27FC236}">
                        <a16:creationId xmlns:a16="http://schemas.microsoft.com/office/drawing/2014/main" id="{5BE68664-1930-8042-9913-11DBD4621028}"/>
                      </a:ext>
                    </a:extLst>
                  </p:cNvPr>
                  <p:cNvGrpSpPr/>
                  <p:nvPr/>
                </p:nvGrpSpPr>
                <p:grpSpPr>
                  <a:xfrm>
                    <a:off x="1770362" y="2873352"/>
                    <a:ext cx="441422" cy="369332"/>
                    <a:chOff x="667045" y="1708643"/>
                    <a:chExt cx="441422" cy="369332"/>
                  </a:xfrm>
                </p:grpSpPr>
                <p:sp>
                  <p:nvSpPr>
                    <p:cNvPr id="912" name="Oval 911">
                      <a:extLst>
                        <a:ext uri="{FF2B5EF4-FFF2-40B4-BE49-F238E27FC236}">
                          <a16:creationId xmlns:a16="http://schemas.microsoft.com/office/drawing/2014/main" id="{F5C7195A-DF6E-0742-AB8B-F0F4AA6D814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3" name="TextBox 912">
                      <a:extLst>
                        <a:ext uri="{FF2B5EF4-FFF2-40B4-BE49-F238E27FC236}">
                          <a16:creationId xmlns:a16="http://schemas.microsoft.com/office/drawing/2014/main" id="{139118F9-27CD-6746-B00D-B4D69FC9BBF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906" name="Straight Connector 905">
                  <a:extLst>
                    <a:ext uri="{FF2B5EF4-FFF2-40B4-BE49-F238E27FC236}">
                      <a16:creationId xmlns:a16="http://schemas.microsoft.com/office/drawing/2014/main" id="{F8011BB7-12B5-1249-8A24-DAC95B1A596F}"/>
                    </a:ext>
                  </a:extLst>
                </p:cNvPr>
                <p:cNvCxnSpPr>
                  <a:stCxn id="95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7" name="Straight Connector 906">
                  <a:extLst>
                    <a:ext uri="{FF2B5EF4-FFF2-40B4-BE49-F238E27FC236}">
                      <a16:creationId xmlns:a16="http://schemas.microsoft.com/office/drawing/2014/main" id="{3EB6DB0D-6768-7141-8F0D-4A10BD950A1B}"/>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8" name="Straight Connector 907">
                  <a:extLst>
                    <a:ext uri="{FF2B5EF4-FFF2-40B4-BE49-F238E27FC236}">
                      <a16:creationId xmlns:a16="http://schemas.microsoft.com/office/drawing/2014/main" id="{39C8D121-355C-A244-AFDC-F0E389C307B5}"/>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9" name="Straight Connector 908">
                  <a:extLst>
                    <a:ext uri="{FF2B5EF4-FFF2-40B4-BE49-F238E27FC236}">
                      <a16:creationId xmlns:a16="http://schemas.microsoft.com/office/drawing/2014/main" id="{4C27E697-7798-CB49-B8B3-BE726B57990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5" name="TextBox 1094">
              <a:extLst>
                <a:ext uri="{FF2B5EF4-FFF2-40B4-BE49-F238E27FC236}">
                  <a16:creationId xmlns:a16="http://schemas.microsoft.com/office/drawing/2014/main" id="{CE2731EC-DA9C-BD46-8898-CE195B824102}"/>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1091" name="Straight Connector 1090">
              <a:extLst>
                <a:ext uri="{FF2B5EF4-FFF2-40B4-BE49-F238E27FC236}">
                  <a16:creationId xmlns:a16="http://schemas.microsoft.com/office/drawing/2014/main" id="{7AF49A6F-DF6F-0046-AB9E-CBF659230BB7}"/>
                </a:ext>
              </a:extLst>
            </p:cNvPr>
            <p:cNvCxnSpPr>
              <a:cxnSpLocks/>
              <a:stCxn id="9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096" name="Group 1095">
            <a:extLst>
              <a:ext uri="{FF2B5EF4-FFF2-40B4-BE49-F238E27FC236}">
                <a16:creationId xmlns:a16="http://schemas.microsoft.com/office/drawing/2014/main" id="{094D46E7-AC86-5342-B30A-683BA4D5D9C6}"/>
              </a:ext>
            </a:extLst>
          </p:cNvPr>
          <p:cNvGrpSpPr/>
          <p:nvPr/>
        </p:nvGrpSpPr>
        <p:grpSpPr>
          <a:xfrm>
            <a:off x="10343349" y="5542542"/>
            <a:ext cx="1701734" cy="616172"/>
            <a:chOff x="6935906" y="5482318"/>
            <a:chExt cx="1701734" cy="616172"/>
          </a:xfrm>
        </p:grpSpPr>
        <p:grpSp>
          <p:nvGrpSpPr>
            <p:cNvPr id="1097" name="Group 1096">
              <a:extLst>
                <a:ext uri="{FF2B5EF4-FFF2-40B4-BE49-F238E27FC236}">
                  <a16:creationId xmlns:a16="http://schemas.microsoft.com/office/drawing/2014/main" id="{DA43C989-3658-8741-A7E7-9C8437FCD0B2}"/>
                </a:ext>
              </a:extLst>
            </p:cNvPr>
            <p:cNvGrpSpPr/>
            <p:nvPr/>
          </p:nvGrpSpPr>
          <p:grpSpPr>
            <a:xfrm>
              <a:off x="6935906" y="5482318"/>
              <a:ext cx="1701734" cy="616172"/>
              <a:chOff x="6808463" y="5108795"/>
              <a:chExt cx="1701734" cy="616172"/>
            </a:xfrm>
          </p:grpSpPr>
          <p:sp>
            <p:nvSpPr>
              <p:cNvPr id="1099" name="Freeform 2">
                <a:extLst>
                  <a:ext uri="{FF2B5EF4-FFF2-40B4-BE49-F238E27FC236}">
                    <a16:creationId xmlns:a16="http://schemas.microsoft.com/office/drawing/2014/main" id="{04958567-D223-1244-9FE4-AD843F7746FC}"/>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100" name="Group 327">
                <a:extLst>
                  <a:ext uri="{FF2B5EF4-FFF2-40B4-BE49-F238E27FC236}">
                    <a16:creationId xmlns:a16="http://schemas.microsoft.com/office/drawing/2014/main" id="{84E4BF4D-E97B-E24E-A6D6-B265EDFC9945}"/>
                  </a:ext>
                </a:extLst>
              </p:cNvPr>
              <p:cNvGrpSpPr>
                <a:grpSpLocks/>
              </p:cNvGrpSpPr>
              <p:nvPr/>
            </p:nvGrpSpPr>
            <p:grpSpPr bwMode="auto">
              <a:xfrm>
                <a:off x="7908175" y="5241780"/>
                <a:ext cx="536554" cy="263548"/>
                <a:chOff x="1871277" y="1576300"/>
                <a:chExt cx="1128371" cy="437861"/>
              </a:xfrm>
            </p:grpSpPr>
            <p:sp>
              <p:nvSpPr>
                <p:cNvPr id="1104" name="Oval 1103">
                  <a:extLst>
                    <a:ext uri="{FF2B5EF4-FFF2-40B4-BE49-F238E27FC236}">
                      <a16:creationId xmlns:a16="http://schemas.microsoft.com/office/drawing/2014/main" id="{DAE704C8-2A29-1B4B-BF5B-05909D10C28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5" name="Rectangle 1104">
                  <a:extLst>
                    <a:ext uri="{FF2B5EF4-FFF2-40B4-BE49-F238E27FC236}">
                      <a16:creationId xmlns:a16="http://schemas.microsoft.com/office/drawing/2014/main" id="{077DD5B7-6D65-ED4D-B745-4EDC949EDFF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6" name="Oval 1105">
                  <a:extLst>
                    <a:ext uri="{FF2B5EF4-FFF2-40B4-BE49-F238E27FC236}">
                      <a16:creationId xmlns:a16="http://schemas.microsoft.com/office/drawing/2014/main" id="{6BE64947-1735-3144-B4A2-ABC2275021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7" name="Freeform 1106">
                  <a:extLst>
                    <a:ext uri="{FF2B5EF4-FFF2-40B4-BE49-F238E27FC236}">
                      <a16:creationId xmlns:a16="http://schemas.microsoft.com/office/drawing/2014/main" id="{648CF144-8568-D742-997E-9E2FAD84C8D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8" name="Freeform 1107">
                  <a:extLst>
                    <a:ext uri="{FF2B5EF4-FFF2-40B4-BE49-F238E27FC236}">
                      <a16:creationId xmlns:a16="http://schemas.microsoft.com/office/drawing/2014/main" id="{8EB3A668-F785-C94C-AD83-6D22A0B0109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9" name="Freeform 1108">
                  <a:extLst>
                    <a:ext uri="{FF2B5EF4-FFF2-40B4-BE49-F238E27FC236}">
                      <a16:creationId xmlns:a16="http://schemas.microsoft.com/office/drawing/2014/main" id="{5BA38663-B2A4-B242-87C4-EB46CBCD7EE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0" name="Freeform 1109">
                  <a:extLst>
                    <a:ext uri="{FF2B5EF4-FFF2-40B4-BE49-F238E27FC236}">
                      <a16:creationId xmlns:a16="http://schemas.microsoft.com/office/drawing/2014/main" id="{5CB0CAB1-4F9E-1344-9D69-8542575EA5C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111" name="Straight Connector 1110">
                  <a:extLst>
                    <a:ext uri="{FF2B5EF4-FFF2-40B4-BE49-F238E27FC236}">
                      <a16:creationId xmlns:a16="http://schemas.microsoft.com/office/drawing/2014/main" id="{C2C82FB8-3174-E946-A744-1175C0C36CDE}"/>
                    </a:ext>
                  </a:extLst>
                </p:cNvPr>
                <p:cNvCxnSpPr>
                  <a:endCxn id="110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112" name="Straight Connector 1111">
                  <a:extLst>
                    <a:ext uri="{FF2B5EF4-FFF2-40B4-BE49-F238E27FC236}">
                      <a16:creationId xmlns:a16="http://schemas.microsoft.com/office/drawing/2014/main" id="{3B0B07D2-F4AF-E840-BA1B-9DB2017C0D4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101" name="Group 1100">
                <a:extLst>
                  <a:ext uri="{FF2B5EF4-FFF2-40B4-BE49-F238E27FC236}">
                    <a16:creationId xmlns:a16="http://schemas.microsoft.com/office/drawing/2014/main" id="{BA7C8B54-F30A-334B-AF82-1C148CFC4E09}"/>
                  </a:ext>
                </a:extLst>
              </p:cNvPr>
              <p:cNvGrpSpPr/>
              <p:nvPr/>
            </p:nvGrpSpPr>
            <p:grpSpPr>
              <a:xfrm>
                <a:off x="7876581" y="5223365"/>
                <a:ext cx="466894" cy="369332"/>
                <a:chOff x="599495" y="1708643"/>
                <a:chExt cx="491778" cy="409344"/>
              </a:xfrm>
            </p:grpSpPr>
            <p:sp>
              <p:nvSpPr>
                <p:cNvPr id="1102" name="Oval 1101">
                  <a:extLst>
                    <a:ext uri="{FF2B5EF4-FFF2-40B4-BE49-F238E27FC236}">
                      <a16:creationId xmlns:a16="http://schemas.microsoft.com/office/drawing/2014/main" id="{91BF9D40-8E3D-FC44-9E35-3BB43179285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3" name="TextBox 1102">
                  <a:extLst>
                    <a:ext uri="{FF2B5EF4-FFF2-40B4-BE49-F238E27FC236}">
                      <a16:creationId xmlns:a16="http://schemas.microsoft.com/office/drawing/2014/main" id="{71878438-9834-F24C-836D-725DA2AE0DB9}"/>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1098" name="Straight Connector 1097">
              <a:extLst>
                <a:ext uri="{FF2B5EF4-FFF2-40B4-BE49-F238E27FC236}">
                  <a16:creationId xmlns:a16="http://schemas.microsoft.com/office/drawing/2014/main" id="{3337DFCF-46F5-A148-BEB2-5A8915841886}"/>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113" name="Group 117">
            <a:extLst>
              <a:ext uri="{FF2B5EF4-FFF2-40B4-BE49-F238E27FC236}">
                <a16:creationId xmlns:a16="http://schemas.microsoft.com/office/drawing/2014/main" id="{B589F7B1-507B-FD44-9CEF-E598E39E4B09}"/>
              </a:ext>
            </a:extLst>
          </p:cNvPr>
          <p:cNvGrpSpPr>
            <a:grpSpLocks/>
          </p:cNvGrpSpPr>
          <p:nvPr/>
        </p:nvGrpSpPr>
        <p:grpSpPr bwMode="auto">
          <a:xfrm>
            <a:off x="7226784" y="5209495"/>
            <a:ext cx="2481265" cy="884238"/>
            <a:chOff x="2282" y="2446"/>
            <a:chExt cx="1563" cy="557"/>
          </a:xfrm>
        </p:grpSpPr>
        <p:sp>
          <p:nvSpPr>
            <p:cNvPr id="1114" name="AutoShape 118">
              <a:extLst>
                <a:ext uri="{FF2B5EF4-FFF2-40B4-BE49-F238E27FC236}">
                  <a16:creationId xmlns:a16="http://schemas.microsoft.com/office/drawing/2014/main" id="{AEEA9884-A009-5648-BFA1-19478AC1AEA9}"/>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115" name="Text Box 119">
              <a:extLst>
                <a:ext uri="{FF2B5EF4-FFF2-40B4-BE49-F238E27FC236}">
                  <a16:creationId xmlns:a16="http://schemas.microsoft.com/office/drawing/2014/main" id="{AA79C01F-FEFD-4E49-ABC1-9AA41877F079}"/>
                </a:ext>
              </a:extLst>
            </p:cNvPr>
            <p:cNvSpPr txBox="1">
              <a:spLocks noChangeArrowheads="1"/>
            </p:cNvSpPr>
            <p:nvPr/>
          </p:nvSpPr>
          <p:spPr bwMode="auto">
            <a:xfrm>
              <a:off x="2294" y="2677"/>
              <a:ext cx="1551" cy="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effectLst/>
                  <a:uLnTx/>
                  <a:uFillTx/>
                  <a:latin typeface="Arial" charset="0"/>
                  <a:ea typeface="ＭＳ Ｐゴシック" charset="0"/>
                </a:rPr>
                <a:t>BGP advertisement:</a:t>
              </a:r>
            </a:p>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solidFill>
                    <a:srgbClr val="0000A8"/>
                  </a:solidFill>
                  <a:effectLst/>
                  <a:uLnTx/>
                  <a:uFillTx/>
                  <a:latin typeface="Arial" charset="0"/>
                  <a:ea typeface="ＭＳ Ｐゴシック" charset="0"/>
                </a:rPr>
                <a:t>AS3, X</a:t>
              </a:r>
            </a:p>
          </p:txBody>
        </p:sp>
      </p:grpSp>
      <p:cxnSp>
        <p:nvCxnSpPr>
          <p:cNvPr id="1092" name="Straight Connector 1091">
            <a:extLst>
              <a:ext uri="{FF2B5EF4-FFF2-40B4-BE49-F238E27FC236}">
                <a16:creationId xmlns:a16="http://schemas.microsoft.com/office/drawing/2014/main" id="{BA172D50-4798-124B-9512-A8DC98B9062A}"/>
              </a:ext>
            </a:extLst>
          </p:cNvPr>
          <p:cNvCxnSpPr>
            <a:cxnSpLocks/>
            <a:stCxn id="994" idx="5"/>
            <a:endCxn id="1042"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Oval 1">
            <a:extLst>
              <a:ext uri="{FF2B5EF4-FFF2-40B4-BE49-F238E27FC236}">
                <a16:creationId xmlns:a16="http://schemas.microsoft.com/office/drawing/2014/main" id="{02226C9E-FF3F-B6AB-8530-9B1CE59A7170}"/>
              </a:ext>
            </a:extLst>
          </p:cNvPr>
          <p:cNvSpPr/>
          <p:nvPr/>
        </p:nvSpPr>
        <p:spPr>
          <a:xfrm>
            <a:off x="1099769" y="1609313"/>
            <a:ext cx="2799451" cy="537122"/>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6448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96"/>
                                        </p:tgtEl>
                                        <p:attrNameLst>
                                          <p:attrName>style.visibility</p:attrName>
                                        </p:attrNameLst>
                                      </p:cBhvr>
                                      <p:to>
                                        <p:strVal val="visible"/>
                                      </p:to>
                                    </p:set>
                                    <p:animEffect transition="in" filter="dissolve">
                                      <p:cBhvr>
                                        <p:cTn id="7" dur="500"/>
                                        <p:tgtEl>
                                          <p:spTgt spid="1096"/>
                                        </p:tgtEl>
                                      </p:cBhvr>
                                    </p:animEffect>
                                  </p:childTnLst>
                                </p:cTn>
                              </p:par>
                              <p:par>
                                <p:cTn id="8" presetID="42" presetClass="path" presetSubtype="0" accel="50000" decel="50000" fill="hold" nodeType="withEffect">
                                  <p:stCondLst>
                                    <p:cond delay="0"/>
                                  </p:stCondLst>
                                  <p:childTnLst>
                                    <p:animMotion origin="layout" path="M 0.00351 7.40741E-7 L -0.0681 -0.10556 " pathEditMode="relative" rAng="0" ptsTypes="AA">
                                      <p:cBhvr>
                                        <p:cTn id="9" dur="1000" fill="hold"/>
                                        <p:tgtEl>
                                          <p:spTgt spid="1096"/>
                                        </p:tgtEl>
                                        <p:attrNameLst>
                                          <p:attrName>ppt_x</p:attrName>
                                          <p:attrName>ppt_y</p:attrName>
                                        </p:attrNameLst>
                                      </p:cBhvr>
                                      <p:rCtr x="-3581" y="-5278"/>
                                    </p:animMotion>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1113"/>
                                        </p:tgtEl>
                                        <p:attrNameLst>
                                          <p:attrName>style.visibility</p:attrName>
                                        </p:attrNameLst>
                                      </p:cBhvr>
                                      <p:to>
                                        <p:strVal val="visible"/>
                                      </p:to>
                                    </p:set>
                                    <p:animEffect transition="in" filter="wipe(up)">
                                      <p:cBhvr>
                                        <p:cTn id="13" dur="1000"/>
                                        <p:tgtEl>
                                          <p:spTgt spid="1113"/>
                                        </p:tgtEl>
                                      </p:cBhvr>
                                    </p:animEffect>
                                  </p:childTnLst>
                                </p:cTn>
                              </p:par>
                            </p:childTnLst>
                          </p:cTn>
                        </p:par>
                        <p:par>
                          <p:cTn id="14" fill="hold">
                            <p:stCondLst>
                              <p:cond delay="2000"/>
                            </p:stCondLst>
                            <p:childTnLst>
                              <p:par>
                                <p:cTn id="15" presetID="9" presetClass="entr" presetSubtype="0" fill="hold" grpId="0" nodeType="afterEffect">
                                  <p:stCondLst>
                                    <p:cond delay="0"/>
                                  </p:stCondLst>
                                  <p:childTnLst>
                                    <p:set>
                                      <p:cBhvr>
                                        <p:cTn id="16" dur="1" fill="hold">
                                          <p:stCondLst>
                                            <p:cond delay="0"/>
                                          </p:stCondLst>
                                        </p:cTn>
                                        <p:tgtEl>
                                          <p:spTgt spid="229"/>
                                        </p:tgtEl>
                                        <p:attrNameLst>
                                          <p:attrName>style.visibility</p:attrName>
                                        </p:attrNameLst>
                                      </p:cBhvr>
                                      <p:to>
                                        <p:strVal val="visible"/>
                                      </p:to>
                                    </p:set>
                                    <p:animEffect transition="in" filter="dissolve">
                                      <p:cBhvr>
                                        <p:cTn id="17" dur="1000"/>
                                        <p:tgtEl>
                                          <p:spTgt spid="22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eBGP and iBGP connections</a:t>
            </a:r>
          </a:p>
        </p:txBody>
      </p:sp>
      <p:grpSp>
        <p:nvGrpSpPr>
          <p:cNvPr id="233" name="Group 232">
            <a:extLst>
              <a:ext uri="{FF2B5EF4-FFF2-40B4-BE49-F238E27FC236}">
                <a16:creationId xmlns:a16="http://schemas.microsoft.com/office/drawing/2014/main" id="{B045E387-B506-8047-913C-C2B6773B0431}"/>
              </a:ext>
            </a:extLst>
          </p:cNvPr>
          <p:cNvGrpSpPr/>
          <p:nvPr/>
        </p:nvGrpSpPr>
        <p:grpSpPr>
          <a:xfrm>
            <a:off x="4773228" y="4365522"/>
            <a:ext cx="3666682" cy="635979"/>
            <a:chOff x="7493868" y="5383138"/>
            <a:chExt cx="3666682" cy="635979"/>
          </a:xfrm>
        </p:grpSpPr>
        <p:cxnSp>
          <p:nvCxnSpPr>
            <p:cNvPr id="234" name="Straight Connector 233">
              <a:extLst>
                <a:ext uri="{FF2B5EF4-FFF2-40B4-BE49-F238E27FC236}">
                  <a16:creationId xmlns:a16="http://schemas.microsoft.com/office/drawing/2014/main" id="{613A62FC-E89C-094E-961C-E49332F5011B}"/>
                </a:ext>
              </a:extLst>
            </p:cNvPr>
            <p:cNvCxnSpPr/>
            <p:nvPr/>
          </p:nvCxnSpPr>
          <p:spPr bwMode="auto">
            <a:xfrm flipH="1" flipV="1">
              <a:off x="7493868" y="5589319"/>
              <a:ext cx="749784" cy="11598"/>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5" name="Straight Connector 234">
              <a:extLst>
                <a:ext uri="{FF2B5EF4-FFF2-40B4-BE49-F238E27FC236}">
                  <a16:creationId xmlns:a16="http://schemas.microsoft.com/office/drawing/2014/main" id="{1360BFA8-6BB3-454C-9EF7-9FAB5EB06ABF}"/>
                </a:ext>
              </a:extLst>
            </p:cNvPr>
            <p:cNvCxnSpPr/>
            <p:nvPr/>
          </p:nvCxnSpPr>
          <p:spPr bwMode="auto">
            <a:xfrm flipV="1">
              <a:off x="7523346" y="5869497"/>
              <a:ext cx="699488" cy="69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6" name="TextBox 235">
              <a:extLst>
                <a:ext uri="{FF2B5EF4-FFF2-40B4-BE49-F238E27FC236}">
                  <a16:creationId xmlns:a16="http://schemas.microsoft.com/office/drawing/2014/main" id="{6D37E751-A60F-FA42-B692-5A8DF0DCD667}"/>
                </a:ext>
              </a:extLst>
            </p:cNvPr>
            <p:cNvSpPr txBox="1"/>
            <p:nvPr/>
          </p:nvSpPr>
          <p:spPr>
            <a:xfrm>
              <a:off x="8347651" y="5383138"/>
              <a:ext cx="2069797"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Arial" charset="0"/>
                  <a:ea typeface="ＭＳ Ｐゴシック" charset="0"/>
                </a:rPr>
                <a:t>eBGP connectivity</a:t>
              </a:r>
            </a:p>
          </p:txBody>
        </p:sp>
        <p:sp>
          <p:nvSpPr>
            <p:cNvPr id="237" name="TextBox 236">
              <a:extLst>
                <a:ext uri="{FF2B5EF4-FFF2-40B4-BE49-F238E27FC236}">
                  <a16:creationId xmlns:a16="http://schemas.microsoft.com/office/drawing/2014/main" id="{EB23CB08-2EE3-B849-8D96-F01A2CF0DA65}"/>
                </a:ext>
              </a:extLst>
            </p:cNvPr>
            <p:cNvSpPr txBox="1"/>
            <p:nvPr/>
          </p:nvSpPr>
          <p:spPr>
            <a:xfrm>
              <a:off x="8372607" y="5649785"/>
              <a:ext cx="2787943"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90"/>
                  </a:solidFill>
                  <a:effectLst/>
                  <a:uLnTx/>
                  <a:uFillTx/>
                  <a:latin typeface="Arial" charset="0"/>
                  <a:ea typeface="ＭＳ Ｐゴシック" charset="0"/>
                </a:rPr>
                <a:t>logical iBGP connectivity</a:t>
              </a:r>
            </a:p>
          </p:txBody>
        </p:sp>
      </p:grpSp>
      <p:sp>
        <p:nvSpPr>
          <p:cNvPr id="238" name="Freeform 2">
            <a:extLst>
              <a:ext uri="{FF2B5EF4-FFF2-40B4-BE49-F238E27FC236}">
                <a16:creationId xmlns:a16="http://schemas.microsoft.com/office/drawing/2014/main" id="{51CB1B55-107C-A346-889E-7EE304D1E8EB}"/>
              </a:ext>
            </a:extLst>
          </p:cNvPr>
          <p:cNvSpPr>
            <a:spLocks/>
          </p:cNvSpPr>
          <p:nvPr/>
        </p:nvSpPr>
        <p:spPr bwMode="auto">
          <a:xfrm>
            <a:off x="2249944" y="2430156"/>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84E8F334-061F-9E43-BAF2-AC286EEB6329}"/>
              </a:ext>
            </a:extLst>
          </p:cNvPr>
          <p:cNvGrpSpPr/>
          <p:nvPr/>
        </p:nvGrpSpPr>
        <p:grpSpPr>
          <a:xfrm>
            <a:off x="3388105" y="2581018"/>
            <a:ext cx="565150" cy="369332"/>
            <a:chOff x="1736090" y="2873352"/>
            <a:chExt cx="565150" cy="369332"/>
          </a:xfrm>
        </p:grpSpPr>
        <p:grpSp>
          <p:nvGrpSpPr>
            <p:cNvPr id="240" name="Group 327">
              <a:extLst>
                <a:ext uri="{FF2B5EF4-FFF2-40B4-BE49-F238E27FC236}">
                  <a16:creationId xmlns:a16="http://schemas.microsoft.com/office/drawing/2014/main" id="{93FC79D2-DD2D-E34C-8415-9E3E2DC0029B}"/>
                </a:ext>
              </a:extLst>
            </p:cNvPr>
            <p:cNvGrpSpPr>
              <a:grpSpLocks/>
            </p:cNvGrpSpPr>
            <p:nvPr/>
          </p:nvGrpSpPr>
          <p:grpSpPr bwMode="auto">
            <a:xfrm>
              <a:off x="1736090" y="2893762"/>
              <a:ext cx="565150" cy="292100"/>
              <a:chOff x="1871277" y="1576300"/>
              <a:chExt cx="1128371" cy="437861"/>
            </a:xfrm>
          </p:grpSpPr>
          <p:sp>
            <p:nvSpPr>
              <p:cNvPr id="244" name="Oval 243">
                <a:extLst>
                  <a:ext uri="{FF2B5EF4-FFF2-40B4-BE49-F238E27FC236}">
                    <a16:creationId xmlns:a16="http://schemas.microsoft.com/office/drawing/2014/main" id="{16F1AA8D-82D0-314D-9BE0-9BA73CF857B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45" name="Rectangle 244">
                <a:extLst>
                  <a:ext uri="{FF2B5EF4-FFF2-40B4-BE49-F238E27FC236}">
                    <a16:creationId xmlns:a16="http://schemas.microsoft.com/office/drawing/2014/main" id="{BD35A700-DEB8-644D-8AD9-1C065D9EB23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46" name="Oval 245">
                <a:extLst>
                  <a:ext uri="{FF2B5EF4-FFF2-40B4-BE49-F238E27FC236}">
                    <a16:creationId xmlns:a16="http://schemas.microsoft.com/office/drawing/2014/main" id="{5B7106A5-93FE-A74F-B8FB-DB87791D0D9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47" name="Freeform 246">
                <a:extLst>
                  <a:ext uri="{FF2B5EF4-FFF2-40B4-BE49-F238E27FC236}">
                    <a16:creationId xmlns:a16="http://schemas.microsoft.com/office/drawing/2014/main" id="{6B4D07BA-3EC9-E541-832A-997C26BA21A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48" name="Freeform 247">
                <a:extLst>
                  <a:ext uri="{FF2B5EF4-FFF2-40B4-BE49-F238E27FC236}">
                    <a16:creationId xmlns:a16="http://schemas.microsoft.com/office/drawing/2014/main" id="{7C017251-775B-654E-A27E-763EAB2CBD6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49" name="Freeform 248">
                <a:extLst>
                  <a:ext uri="{FF2B5EF4-FFF2-40B4-BE49-F238E27FC236}">
                    <a16:creationId xmlns:a16="http://schemas.microsoft.com/office/drawing/2014/main" id="{8E247EA4-DC1C-9544-94D1-D7C7658A11E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0" name="Freeform 249">
                <a:extLst>
                  <a:ext uri="{FF2B5EF4-FFF2-40B4-BE49-F238E27FC236}">
                    <a16:creationId xmlns:a16="http://schemas.microsoft.com/office/drawing/2014/main" id="{61CAE6F0-378A-D24F-BDE7-F1CABCFEBC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51" name="Straight Connector 250">
                <a:extLst>
                  <a:ext uri="{FF2B5EF4-FFF2-40B4-BE49-F238E27FC236}">
                    <a16:creationId xmlns:a16="http://schemas.microsoft.com/office/drawing/2014/main" id="{A7F3C912-5EFD-3B49-8AE7-F529995CF1AA}"/>
                  </a:ext>
                </a:extLst>
              </p:cNvPr>
              <p:cNvCxnSpPr>
                <a:endCxn id="24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52" name="Straight Connector 251">
                <a:extLst>
                  <a:ext uri="{FF2B5EF4-FFF2-40B4-BE49-F238E27FC236}">
                    <a16:creationId xmlns:a16="http://schemas.microsoft.com/office/drawing/2014/main" id="{4D8DCF2E-50C0-C64A-BAA8-79976293E89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41" name="Group 240">
              <a:extLst>
                <a:ext uri="{FF2B5EF4-FFF2-40B4-BE49-F238E27FC236}">
                  <a16:creationId xmlns:a16="http://schemas.microsoft.com/office/drawing/2014/main" id="{A72FDF06-6129-7C43-8EC9-73C471E8112F}"/>
                </a:ext>
              </a:extLst>
            </p:cNvPr>
            <p:cNvGrpSpPr/>
            <p:nvPr/>
          </p:nvGrpSpPr>
          <p:grpSpPr>
            <a:xfrm>
              <a:off x="1770362" y="2873352"/>
              <a:ext cx="441422" cy="369332"/>
              <a:chOff x="667045" y="1708643"/>
              <a:chExt cx="441422" cy="369332"/>
            </a:xfrm>
          </p:grpSpPr>
          <p:sp>
            <p:nvSpPr>
              <p:cNvPr id="242" name="Oval 241">
                <a:extLst>
                  <a:ext uri="{FF2B5EF4-FFF2-40B4-BE49-F238E27FC236}">
                    <a16:creationId xmlns:a16="http://schemas.microsoft.com/office/drawing/2014/main" id="{FA43E18E-D417-7C47-A619-0FE28A8B8CA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43" name="TextBox 242">
                <a:extLst>
                  <a:ext uri="{FF2B5EF4-FFF2-40B4-BE49-F238E27FC236}">
                    <a16:creationId xmlns:a16="http://schemas.microsoft.com/office/drawing/2014/main" id="{B259DBDB-9956-014D-BBEF-73C087E5D3E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253" name="Group 252">
            <a:extLst>
              <a:ext uri="{FF2B5EF4-FFF2-40B4-BE49-F238E27FC236}">
                <a16:creationId xmlns:a16="http://schemas.microsoft.com/office/drawing/2014/main" id="{6166AD02-34F1-B148-A138-397DD22CD78F}"/>
              </a:ext>
            </a:extLst>
          </p:cNvPr>
          <p:cNvGrpSpPr/>
          <p:nvPr/>
        </p:nvGrpSpPr>
        <p:grpSpPr>
          <a:xfrm>
            <a:off x="3392335" y="3802335"/>
            <a:ext cx="565150" cy="369332"/>
            <a:chOff x="1736090" y="2873352"/>
            <a:chExt cx="565150" cy="369332"/>
          </a:xfrm>
        </p:grpSpPr>
        <p:grpSp>
          <p:nvGrpSpPr>
            <p:cNvPr id="254" name="Group 327">
              <a:extLst>
                <a:ext uri="{FF2B5EF4-FFF2-40B4-BE49-F238E27FC236}">
                  <a16:creationId xmlns:a16="http://schemas.microsoft.com/office/drawing/2014/main" id="{8CFD5D5D-5745-B343-818F-3AEB956B3602}"/>
                </a:ext>
              </a:extLst>
            </p:cNvPr>
            <p:cNvGrpSpPr>
              <a:grpSpLocks/>
            </p:cNvGrpSpPr>
            <p:nvPr/>
          </p:nvGrpSpPr>
          <p:grpSpPr bwMode="auto">
            <a:xfrm>
              <a:off x="1736090" y="2893762"/>
              <a:ext cx="565150" cy="292100"/>
              <a:chOff x="1871277" y="1576300"/>
              <a:chExt cx="1128371" cy="437861"/>
            </a:xfrm>
          </p:grpSpPr>
          <p:sp>
            <p:nvSpPr>
              <p:cNvPr id="258" name="Oval 257">
                <a:extLst>
                  <a:ext uri="{FF2B5EF4-FFF2-40B4-BE49-F238E27FC236}">
                    <a16:creationId xmlns:a16="http://schemas.microsoft.com/office/drawing/2014/main" id="{9840765D-6736-E446-9A64-3094AD38532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59" name="Rectangle 258">
                <a:extLst>
                  <a:ext uri="{FF2B5EF4-FFF2-40B4-BE49-F238E27FC236}">
                    <a16:creationId xmlns:a16="http://schemas.microsoft.com/office/drawing/2014/main" id="{4BCA8C87-7C5D-8241-BB8F-A45BFAB0EED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id="{B6A1E53C-F998-5B4D-8DCB-D4E24DE265D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61" name="Freeform 260">
                <a:extLst>
                  <a:ext uri="{FF2B5EF4-FFF2-40B4-BE49-F238E27FC236}">
                    <a16:creationId xmlns:a16="http://schemas.microsoft.com/office/drawing/2014/main" id="{2998E975-0604-8C42-A200-728EA983665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id="{DFC293FD-3B98-BD4F-9733-B4FB7C827FE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3" name="Freeform 262">
                <a:extLst>
                  <a:ext uri="{FF2B5EF4-FFF2-40B4-BE49-F238E27FC236}">
                    <a16:creationId xmlns:a16="http://schemas.microsoft.com/office/drawing/2014/main" id="{7A168C22-3807-CE4C-9748-1B354756005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4" name="Freeform 263">
                <a:extLst>
                  <a:ext uri="{FF2B5EF4-FFF2-40B4-BE49-F238E27FC236}">
                    <a16:creationId xmlns:a16="http://schemas.microsoft.com/office/drawing/2014/main" id="{EF01B9E1-D216-D44B-81F6-070E8742409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65" name="Straight Connector 264">
                <a:extLst>
                  <a:ext uri="{FF2B5EF4-FFF2-40B4-BE49-F238E27FC236}">
                    <a16:creationId xmlns:a16="http://schemas.microsoft.com/office/drawing/2014/main" id="{F40C2A8D-42D6-4E4D-85DC-B94005EAD767}"/>
                  </a:ext>
                </a:extLst>
              </p:cNvPr>
              <p:cNvCxnSpPr>
                <a:endCxn id="26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66" name="Straight Connector 265">
                <a:extLst>
                  <a:ext uri="{FF2B5EF4-FFF2-40B4-BE49-F238E27FC236}">
                    <a16:creationId xmlns:a16="http://schemas.microsoft.com/office/drawing/2014/main" id="{CEE29525-3F05-5143-BA40-8FD0BF735A1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55" name="Group 254">
              <a:extLst>
                <a:ext uri="{FF2B5EF4-FFF2-40B4-BE49-F238E27FC236}">
                  <a16:creationId xmlns:a16="http://schemas.microsoft.com/office/drawing/2014/main" id="{ED4DE898-8564-DA43-BD75-4B87C9CBDD9E}"/>
                </a:ext>
              </a:extLst>
            </p:cNvPr>
            <p:cNvGrpSpPr/>
            <p:nvPr/>
          </p:nvGrpSpPr>
          <p:grpSpPr>
            <a:xfrm>
              <a:off x="1770362" y="2873352"/>
              <a:ext cx="441422" cy="369332"/>
              <a:chOff x="667045" y="1708643"/>
              <a:chExt cx="441422" cy="369332"/>
            </a:xfrm>
          </p:grpSpPr>
          <p:sp>
            <p:nvSpPr>
              <p:cNvPr id="256" name="Oval 255">
                <a:extLst>
                  <a:ext uri="{FF2B5EF4-FFF2-40B4-BE49-F238E27FC236}">
                    <a16:creationId xmlns:a16="http://schemas.microsoft.com/office/drawing/2014/main" id="{B861A1B7-9AA2-9C43-AFFD-C0A65E2CDAD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7" name="TextBox 256">
                <a:extLst>
                  <a:ext uri="{FF2B5EF4-FFF2-40B4-BE49-F238E27FC236}">
                    <a16:creationId xmlns:a16="http://schemas.microsoft.com/office/drawing/2014/main" id="{F27B8A03-F580-154B-B245-74825ED2BC0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267" name="Group 266">
            <a:extLst>
              <a:ext uri="{FF2B5EF4-FFF2-40B4-BE49-F238E27FC236}">
                <a16:creationId xmlns:a16="http://schemas.microsoft.com/office/drawing/2014/main" id="{34866405-F2B6-1D42-8D10-E50F20EF8896}"/>
              </a:ext>
            </a:extLst>
          </p:cNvPr>
          <p:cNvGrpSpPr/>
          <p:nvPr/>
        </p:nvGrpSpPr>
        <p:grpSpPr>
          <a:xfrm>
            <a:off x="4253821" y="3192738"/>
            <a:ext cx="565150" cy="369332"/>
            <a:chOff x="1736090" y="2873352"/>
            <a:chExt cx="565150" cy="369332"/>
          </a:xfrm>
        </p:grpSpPr>
        <p:grpSp>
          <p:nvGrpSpPr>
            <p:cNvPr id="268" name="Group 327">
              <a:extLst>
                <a:ext uri="{FF2B5EF4-FFF2-40B4-BE49-F238E27FC236}">
                  <a16:creationId xmlns:a16="http://schemas.microsoft.com/office/drawing/2014/main" id="{A31F12A7-EE0E-B549-8A05-181A9500149C}"/>
                </a:ext>
              </a:extLst>
            </p:cNvPr>
            <p:cNvGrpSpPr>
              <a:grpSpLocks/>
            </p:cNvGrpSpPr>
            <p:nvPr/>
          </p:nvGrpSpPr>
          <p:grpSpPr bwMode="auto">
            <a:xfrm>
              <a:off x="1736090" y="2893762"/>
              <a:ext cx="565150" cy="292100"/>
              <a:chOff x="1871277" y="1576300"/>
              <a:chExt cx="1128371" cy="437861"/>
            </a:xfrm>
          </p:grpSpPr>
          <p:sp>
            <p:nvSpPr>
              <p:cNvPr id="272" name="Oval 271">
                <a:extLst>
                  <a:ext uri="{FF2B5EF4-FFF2-40B4-BE49-F238E27FC236}">
                    <a16:creationId xmlns:a16="http://schemas.microsoft.com/office/drawing/2014/main" id="{E6DFCCF5-2F3D-224B-B0E8-1322569E2D5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73" name="Rectangle 272">
                <a:extLst>
                  <a:ext uri="{FF2B5EF4-FFF2-40B4-BE49-F238E27FC236}">
                    <a16:creationId xmlns:a16="http://schemas.microsoft.com/office/drawing/2014/main" id="{14887270-5868-8E42-B43F-A826CB88020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4" name="Oval 273">
                <a:extLst>
                  <a:ext uri="{FF2B5EF4-FFF2-40B4-BE49-F238E27FC236}">
                    <a16:creationId xmlns:a16="http://schemas.microsoft.com/office/drawing/2014/main" id="{B0F0199B-ABF8-EA49-BC9C-72CE6D02D2D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75" name="Freeform 274">
                <a:extLst>
                  <a:ext uri="{FF2B5EF4-FFF2-40B4-BE49-F238E27FC236}">
                    <a16:creationId xmlns:a16="http://schemas.microsoft.com/office/drawing/2014/main" id="{847C07A8-BA61-2C48-B6F5-C5159ED44C4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6" name="Freeform 275">
                <a:extLst>
                  <a:ext uri="{FF2B5EF4-FFF2-40B4-BE49-F238E27FC236}">
                    <a16:creationId xmlns:a16="http://schemas.microsoft.com/office/drawing/2014/main" id="{DA791831-0549-E449-AE4D-449917B94207}"/>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7" name="Freeform 276">
                <a:extLst>
                  <a:ext uri="{FF2B5EF4-FFF2-40B4-BE49-F238E27FC236}">
                    <a16:creationId xmlns:a16="http://schemas.microsoft.com/office/drawing/2014/main" id="{97A7453C-19D6-9D4B-9FC6-A5934AC05B4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8" name="Freeform 277">
                <a:extLst>
                  <a:ext uri="{FF2B5EF4-FFF2-40B4-BE49-F238E27FC236}">
                    <a16:creationId xmlns:a16="http://schemas.microsoft.com/office/drawing/2014/main" id="{53D4C27F-4176-8049-9B48-C3F5E88281C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79" name="Straight Connector 278">
                <a:extLst>
                  <a:ext uri="{FF2B5EF4-FFF2-40B4-BE49-F238E27FC236}">
                    <a16:creationId xmlns:a16="http://schemas.microsoft.com/office/drawing/2014/main" id="{7715A6F6-6CCB-ED46-A743-4286C68C034C}"/>
                  </a:ext>
                </a:extLst>
              </p:cNvPr>
              <p:cNvCxnSpPr>
                <a:endCxn id="27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80" name="Straight Connector 279">
                <a:extLst>
                  <a:ext uri="{FF2B5EF4-FFF2-40B4-BE49-F238E27FC236}">
                    <a16:creationId xmlns:a16="http://schemas.microsoft.com/office/drawing/2014/main" id="{7F35DEAD-7D06-7E45-B28E-1A2A472A313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69" name="Group 268">
              <a:extLst>
                <a:ext uri="{FF2B5EF4-FFF2-40B4-BE49-F238E27FC236}">
                  <a16:creationId xmlns:a16="http://schemas.microsoft.com/office/drawing/2014/main" id="{D9D91D9C-FD28-F845-B09E-71AA5E9D7D7E}"/>
                </a:ext>
              </a:extLst>
            </p:cNvPr>
            <p:cNvGrpSpPr/>
            <p:nvPr/>
          </p:nvGrpSpPr>
          <p:grpSpPr>
            <a:xfrm>
              <a:off x="1770362" y="2873352"/>
              <a:ext cx="428460" cy="369332"/>
              <a:chOff x="667045" y="1708643"/>
              <a:chExt cx="428460" cy="369332"/>
            </a:xfrm>
          </p:grpSpPr>
          <p:sp>
            <p:nvSpPr>
              <p:cNvPr id="270" name="Oval 269">
                <a:extLst>
                  <a:ext uri="{FF2B5EF4-FFF2-40B4-BE49-F238E27FC236}">
                    <a16:creationId xmlns:a16="http://schemas.microsoft.com/office/drawing/2014/main" id="{A9888F85-3B9B-8B4E-ABCD-B313B2D3CACB}"/>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1" name="TextBox 270">
                <a:extLst>
                  <a:ext uri="{FF2B5EF4-FFF2-40B4-BE49-F238E27FC236}">
                    <a16:creationId xmlns:a16="http://schemas.microsoft.com/office/drawing/2014/main" id="{673E3131-DD41-8240-9E7A-FBA837148CBB}"/>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281" name="Group 280">
            <a:extLst>
              <a:ext uri="{FF2B5EF4-FFF2-40B4-BE49-F238E27FC236}">
                <a16:creationId xmlns:a16="http://schemas.microsoft.com/office/drawing/2014/main" id="{44973892-C260-B347-8746-32A35CC79EDD}"/>
              </a:ext>
            </a:extLst>
          </p:cNvPr>
          <p:cNvGrpSpPr/>
          <p:nvPr/>
        </p:nvGrpSpPr>
        <p:grpSpPr>
          <a:xfrm>
            <a:off x="2485346" y="3186385"/>
            <a:ext cx="565150" cy="369332"/>
            <a:chOff x="1736090" y="2873352"/>
            <a:chExt cx="565150" cy="369332"/>
          </a:xfrm>
        </p:grpSpPr>
        <p:grpSp>
          <p:nvGrpSpPr>
            <p:cNvPr id="282" name="Group 327">
              <a:extLst>
                <a:ext uri="{FF2B5EF4-FFF2-40B4-BE49-F238E27FC236}">
                  <a16:creationId xmlns:a16="http://schemas.microsoft.com/office/drawing/2014/main" id="{AD30559A-3552-E948-B986-C5BF0445F7A0}"/>
                </a:ext>
              </a:extLst>
            </p:cNvPr>
            <p:cNvGrpSpPr>
              <a:grpSpLocks/>
            </p:cNvGrpSpPr>
            <p:nvPr/>
          </p:nvGrpSpPr>
          <p:grpSpPr bwMode="auto">
            <a:xfrm>
              <a:off x="1736090" y="2893762"/>
              <a:ext cx="565150" cy="292100"/>
              <a:chOff x="1871277" y="1576300"/>
              <a:chExt cx="1128371" cy="437861"/>
            </a:xfrm>
          </p:grpSpPr>
          <p:sp>
            <p:nvSpPr>
              <p:cNvPr id="286" name="Oval 285">
                <a:extLst>
                  <a:ext uri="{FF2B5EF4-FFF2-40B4-BE49-F238E27FC236}">
                    <a16:creationId xmlns:a16="http://schemas.microsoft.com/office/drawing/2014/main" id="{B37E7D7B-622D-7248-8B75-49ACEF0097F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87" name="Rectangle 286">
                <a:extLst>
                  <a:ext uri="{FF2B5EF4-FFF2-40B4-BE49-F238E27FC236}">
                    <a16:creationId xmlns:a16="http://schemas.microsoft.com/office/drawing/2014/main" id="{66B44901-E93E-E744-A70C-39EE8805A253}"/>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8" name="Oval 287">
                <a:extLst>
                  <a:ext uri="{FF2B5EF4-FFF2-40B4-BE49-F238E27FC236}">
                    <a16:creationId xmlns:a16="http://schemas.microsoft.com/office/drawing/2014/main" id="{995D5367-E811-4746-B432-3667E1C6CE4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id="{E2F5BF33-ADF6-E445-BB5E-0BE6E914624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id="{A632D7A7-7416-C645-82EA-EB951FD3D9E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id="{513DC94B-28FB-C845-A76C-47551FFBA2C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id="{A095FCEB-B026-6943-8500-B6278392D51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93" name="Straight Connector 292">
                <a:extLst>
                  <a:ext uri="{FF2B5EF4-FFF2-40B4-BE49-F238E27FC236}">
                    <a16:creationId xmlns:a16="http://schemas.microsoft.com/office/drawing/2014/main" id="{BDB27A15-95C3-724D-9520-7EE1A22B0D7C}"/>
                  </a:ext>
                </a:extLst>
              </p:cNvPr>
              <p:cNvCxnSpPr>
                <a:endCxn id="28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94" name="Straight Connector 293">
                <a:extLst>
                  <a:ext uri="{FF2B5EF4-FFF2-40B4-BE49-F238E27FC236}">
                    <a16:creationId xmlns:a16="http://schemas.microsoft.com/office/drawing/2014/main" id="{96417E75-B7C2-3B47-BC2B-A7AD3324316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83" name="Group 282">
              <a:extLst>
                <a:ext uri="{FF2B5EF4-FFF2-40B4-BE49-F238E27FC236}">
                  <a16:creationId xmlns:a16="http://schemas.microsoft.com/office/drawing/2014/main" id="{CF885392-BCAE-524F-A35F-4907E15760C6}"/>
                </a:ext>
              </a:extLst>
            </p:cNvPr>
            <p:cNvGrpSpPr/>
            <p:nvPr/>
          </p:nvGrpSpPr>
          <p:grpSpPr>
            <a:xfrm>
              <a:off x="1770362" y="2873352"/>
              <a:ext cx="441422" cy="369332"/>
              <a:chOff x="667045" y="1708643"/>
              <a:chExt cx="441422" cy="369332"/>
            </a:xfrm>
          </p:grpSpPr>
          <p:sp>
            <p:nvSpPr>
              <p:cNvPr id="284" name="Oval 283">
                <a:extLst>
                  <a:ext uri="{FF2B5EF4-FFF2-40B4-BE49-F238E27FC236}">
                    <a16:creationId xmlns:a16="http://schemas.microsoft.com/office/drawing/2014/main" id="{2B157D6D-D524-B54B-9C7B-C21AC16DF87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5" name="TextBox 284">
                <a:extLst>
                  <a:ext uri="{FF2B5EF4-FFF2-40B4-BE49-F238E27FC236}">
                    <a16:creationId xmlns:a16="http://schemas.microsoft.com/office/drawing/2014/main" id="{169AE526-33AF-BC4A-B73D-D35D9EB675F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295" name="Straight Connector 294">
            <a:extLst>
              <a:ext uri="{FF2B5EF4-FFF2-40B4-BE49-F238E27FC236}">
                <a16:creationId xmlns:a16="http://schemas.microsoft.com/office/drawing/2014/main" id="{27A57CAE-B0D2-CA4C-8570-FE855F92E068}"/>
              </a:ext>
            </a:extLst>
          </p:cNvPr>
          <p:cNvCxnSpPr>
            <a:stCxn id="243" idx="2"/>
            <a:endCxn id="257" idx="0"/>
          </p:cNvCxnSpPr>
          <p:nvPr/>
        </p:nvCxnSpPr>
        <p:spPr bwMode="auto">
          <a:xfrm>
            <a:off x="3643088" y="2950350"/>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6" name="Straight Connector 295">
            <a:extLst>
              <a:ext uri="{FF2B5EF4-FFF2-40B4-BE49-F238E27FC236}">
                <a16:creationId xmlns:a16="http://schemas.microsoft.com/office/drawing/2014/main" id="{D479AC6F-B057-9E48-A9AA-036CA81945B0}"/>
              </a:ext>
            </a:extLst>
          </p:cNvPr>
          <p:cNvCxnSpPr/>
          <p:nvPr/>
        </p:nvCxnSpPr>
        <p:spPr bwMode="auto">
          <a:xfrm>
            <a:off x="3059492" y="3356287"/>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7" name="Straight Connector 296">
            <a:extLst>
              <a:ext uri="{FF2B5EF4-FFF2-40B4-BE49-F238E27FC236}">
                <a16:creationId xmlns:a16="http://schemas.microsoft.com/office/drawing/2014/main" id="{BA206EA1-21CD-BC4B-B385-608907D5FA83}"/>
              </a:ext>
            </a:extLst>
          </p:cNvPr>
          <p:cNvCxnSpPr>
            <a:stCxn id="244" idx="7"/>
          </p:cNvCxnSpPr>
          <p:nvPr/>
        </p:nvCxnSpPr>
        <p:spPr bwMode="auto">
          <a:xfrm>
            <a:off x="3870723" y="2862143"/>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8" name="Straight Connector 297">
            <a:extLst>
              <a:ext uri="{FF2B5EF4-FFF2-40B4-BE49-F238E27FC236}">
                <a16:creationId xmlns:a16="http://schemas.microsoft.com/office/drawing/2014/main" id="{6525475A-0A19-B34B-95BE-54EBE38E0C76}"/>
              </a:ext>
            </a:extLst>
          </p:cNvPr>
          <p:cNvCxnSpPr/>
          <p:nvPr/>
        </p:nvCxnSpPr>
        <p:spPr bwMode="auto">
          <a:xfrm>
            <a:off x="2952088" y="3493970"/>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9" name="Straight Connector 298">
            <a:extLst>
              <a:ext uri="{FF2B5EF4-FFF2-40B4-BE49-F238E27FC236}">
                <a16:creationId xmlns:a16="http://schemas.microsoft.com/office/drawing/2014/main" id="{A5B8999E-BFE6-604D-A950-204DE89A323A}"/>
              </a:ext>
            </a:extLst>
          </p:cNvPr>
          <p:cNvCxnSpPr/>
          <p:nvPr/>
        </p:nvCxnSpPr>
        <p:spPr bwMode="auto">
          <a:xfrm flipH="1">
            <a:off x="3848057" y="3491208"/>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0" name="Straight Connector 299">
            <a:extLst>
              <a:ext uri="{FF2B5EF4-FFF2-40B4-BE49-F238E27FC236}">
                <a16:creationId xmlns:a16="http://schemas.microsoft.com/office/drawing/2014/main" id="{75740F6C-5159-C140-B602-34200789C066}"/>
              </a:ext>
            </a:extLst>
          </p:cNvPr>
          <p:cNvCxnSpPr/>
          <p:nvPr/>
        </p:nvCxnSpPr>
        <p:spPr bwMode="auto">
          <a:xfrm flipH="1">
            <a:off x="2939568" y="287461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01" name="Group 300">
            <a:extLst>
              <a:ext uri="{FF2B5EF4-FFF2-40B4-BE49-F238E27FC236}">
                <a16:creationId xmlns:a16="http://schemas.microsoft.com/office/drawing/2014/main" id="{5C99B0AA-49FB-1141-B5E4-D7232CDD5304}"/>
              </a:ext>
            </a:extLst>
          </p:cNvPr>
          <p:cNvGrpSpPr/>
          <p:nvPr/>
        </p:nvGrpSpPr>
        <p:grpSpPr>
          <a:xfrm>
            <a:off x="4858786" y="1645599"/>
            <a:ext cx="2712783" cy="1853712"/>
            <a:chOff x="-2170772" y="2784954"/>
            <a:chExt cx="2712783" cy="1853712"/>
          </a:xfrm>
        </p:grpSpPr>
        <p:sp>
          <p:nvSpPr>
            <p:cNvPr id="302" name="Freeform 2">
              <a:extLst>
                <a:ext uri="{FF2B5EF4-FFF2-40B4-BE49-F238E27FC236}">
                  <a16:creationId xmlns:a16="http://schemas.microsoft.com/office/drawing/2014/main" id="{4351A3A5-5128-274F-BA02-64D327683049}"/>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03" name="Group 302">
              <a:extLst>
                <a:ext uri="{FF2B5EF4-FFF2-40B4-BE49-F238E27FC236}">
                  <a16:creationId xmlns:a16="http://schemas.microsoft.com/office/drawing/2014/main" id="{5EB4F7B4-C2F9-C744-BCB7-00FC4616248F}"/>
                </a:ext>
              </a:extLst>
            </p:cNvPr>
            <p:cNvGrpSpPr/>
            <p:nvPr/>
          </p:nvGrpSpPr>
          <p:grpSpPr>
            <a:xfrm>
              <a:off x="-1935370" y="2935816"/>
              <a:ext cx="2333625" cy="1590649"/>
              <a:chOff x="833331" y="2873352"/>
              <a:chExt cx="2333625" cy="1590649"/>
            </a:xfrm>
          </p:grpSpPr>
          <p:grpSp>
            <p:nvGrpSpPr>
              <p:cNvPr id="304" name="Group 303">
                <a:extLst>
                  <a:ext uri="{FF2B5EF4-FFF2-40B4-BE49-F238E27FC236}">
                    <a16:creationId xmlns:a16="http://schemas.microsoft.com/office/drawing/2014/main" id="{2C001E14-39B1-4E4D-A67A-34C01450E3D7}"/>
                  </a:ext>
                </a:extLst>
              </p:cNvPr>
              <p:cNvGrpSpPr/>
              <p:nvPr/>
            </p:nvGrpSpPr>
            <p:grpSpPr>
              <a:xfrm>
                <a:off x="1736090" y="2873352"/>
                <a:ext cx="565150" cy="369332"/>
                <a:chOff x="1736090" y="2873352"/>
                <a:chExt cx="565150" cy="369332"/>
              </a:xfrm>
            </p:grpSpPr>
            <p:grpSp>
              <p:nvGrpSpPr>
                <p:cNvPr id="353" name="Group 327">
                  <a:extLst>
                    <a:ext uri="{FF2B5EF4-FFF2-40B4-BE49-F238E27FC236}">
                      <a16:creationId xmlns:a16="http://schemas.microsoft.com/office/drawing/2014/main" id="{39F81896-B728-4542-A517-E7DCF49926C2}"/>
                    </a:ext>
                  </a:extLst>
                </p:cNvPr>
                <p:cNvGrpSpPr>
                  <a:grpSpLocks/>
                </p:cNvGrpSpPr>
                <p:nvPr/>
              </p:nvGrpSpPr>
              <p:grpSpPr bwMode="auto">
                <a:xfrm>
                  <a:off x="1736090" y="2893762"/>
                  <a:ext cx="565150" cy="292100"/>
                  <a:chOff x="1871277" y="1576300"/>
                  <a:chExt cx="1128371" cy="437861"/>
                </a:xfrm>
              </p:grpSpPr>
              <p:sp>
                <p:nvSpPr>
                  <p:cNvPr id="357" name="Oval 356">
                    <a:extLst>
                      <a:ext uri="{FF2B5EF4-FFF2-40B4-BE49-F238E27FC236}">
                        <a16:creationId xmlns:a16="http://schemas.microsoft.com/office/drawing/2014/main" id="{1386EAF9-3398-E046-9002-462E3E8B3B1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8" name="Rectangle 357">
                    <a:extLst>
                      <a:ext uri="{FF2B5EF4-FFF2-40B4-BE49-F238E27FC236}">
                        <a16:creationId xmlns:a16="http://schemas.microsoft.com/office/drawing/2014/main" id="{2A59F36D-A6B3-1845-A26D-825CD3515B2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9" name="Oval 358">
                    <a:extLst>
                      <a:ext uri="{FF2B5EF4-FFF2-40B4-BE49-F238E27FC236}">
                        <a16:creationId xmlns:a16="http://schemas.microsoft.com/office/drawing/2014/main" id="{86DADEB3-A84E-BC49-AE2C-071EBE96019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0" name="Freeform 359">
                    <a:extLst>
                      <a:ext uri="{FF2B5EF4-FFF2-40B4-BE49-F238E27FC236}">
                        <a16:creationId xmlns:a16="http://schemas.microsoft.com/office/drawing/2014/main" id="{20547C29-4534-C844-BFC1-3746F636DD0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1" name="Freeform 360">
                    <a:extLst>
                      <a:ext uri="{FF2B5EF4-FFF2-40B4-BE49-F238E27FC236}">
                        <a16:creationId xmlns:a16="http://schemas.microsoft.com/office/drawing/2014/main" id="{DC857207-4025-CA48-BEE4-F6F5A06FE2A2}"/>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2" name="Freeform 361">
                    <a:extLst>
                      <a:ext uri="{FF2B5EF4-FFF2-40B4-BE49-F238E27FC236}">
                        <a16:creationId xmlns:a16="http://schemas.microsoft.com/office/drawing/2014/main" id="{2E005F33-CCAA-AC45-A418-B8356103888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3" name="Freeform 362">
                    <a:extLst>
                      <a:ext uri="{FF2B5EF4-FFF2-40B4-BE49-F238E27FC236}">
                        <a16:creationId xmlns:a16="http://schemas.microsoft.com/office/drawing/2014/main" id="{5771A3B9-1639-FF4E-8198-4AE86F3DB21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id="{9FC39B1A-492A-9541-9DC5-9B7204A27633}"/>
                      </a:ext>
                    </a:extLst>
                  </p:cNvPr>
                  <p:cNvCxnSpPr>
                    <a:endCxn id="35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65" name="Straight Connector 364">
                    <a:extLst>
                      <a:ext uri="{FF2B5EF4-FFF2-40B4-BE49-F238E27FC236}">
                        <a16:creationId xmlns:a16="http://schemas.microsoft.com/office/drawing/2014/main" id="{AADDF059-6DA7-9A46-B4F8-75F0EEDFD75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54" name="Group 353">
                  <a:extLst>
                    <a:ext uri="{FF2B5EF4-FFF2-40B4-BE49-F238E27FC236}">
                      <a16:creationId xmlns:a16="http://schemas.microsoft.com/office/drawing/2014/main" id="{07C92B92-327C-F240-9153-AF0F48DCA8A7}"/>
                    </a:ext>
                  </a:extLst>
                </p:cNvPr>
                <p:cNvGrpSpPr/>
                <p:nvPr/>
              </p:nvGrpSpPr>
              <p:grpSpPr>
                <a:xfrm>
                  <a:off x="1770362" y="2873352"/>
                  <a:ext cx="441422" cy="369332"/>
                  <a:chOff x="667045" y="1708643"/>
                  <a:chExt cx="441422" cy="369332"/>
                </a:xfrm>
              </p:grpSpPr>
              <p:sp>
                <p:nvSpPr>
                  <p:cNvPr id="355" name="Oval 354">
                    <a:extLst>
                      <a:ext uri="{FF2B5EF4-FFF2-40B4-BE49-F238E27FC236}">
                        <a16:creationId xmlns:a16="http://schemas.microsoft.com/office/drawing/2014/main" id="{BE7C3B54-F5E0-CE4B-A305-3CCBF8E6ED6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6" name="TextBox 355">
                    <a:extLst>
                      <a:ext uri="{FF2B5EF4-FFF2-40B4-BE49-F238E27FC236}">
                        <a16:creationId xmlns:a16="http://schemas.microsoft.com/office/drawing/2014/main" id="{41042B66-DB3E-B844-A994-D647DF0D0BAB}"/>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305" name="Group 304">
                <a:extLst>
                  <a:ext uri="{FF2B5EF4-FFF2-40B4-BE49-F238E27FC236}">
                    <a16:creationId xmlns:a16="http://schemas.microsoft.com/office/drawing/2014/main" id="{94521824-A109-FC42-A88C-07A720A09CB8}"/>
                  </a:ext>
                </a:extLst>
              </p:cNvPr>
              <p:cNvGrpSpPr/>
              <p:nvPr/>
            </p:nvGrpSpPr>
            <p:grpSpPr>
              <a:xfrm>
                <a:off x="1740320" y="4094669"/>
                <a:ext cx="565150" cy="369332"/>
                <a:chOff x="1736090" y="2873352"/>
                <a:chExt cx="565150" cy="369332"/>
              </a:xfrm>
            </p:grpSpPr>
            <p:grpSp>
              <p:nvGrpSpPr>
                <p:cNvPr id="340" name="Group 327">
                  <a:extLst>
                    <a:ext uri="{FF2B5EF4-FFF2-40B4-BE49-F238E27FC236}">
                      <a16:creationId xmlns:a16="http://schemas.microsoft.com/office/drawing/2014/main" id="{C6BE9DB2-4FEB-B04B-80CA-1A12C6D91B8C}"/>
                    </a:ext>
                  </a:extLst>
                </p:cNvPr>
                <p:cNvGrpSpPr>
                  <a:grpSpLocks/>
                </p:cNvGrpSpPr>
                <p:nvPr/>
              </p:nvGrpSpPr>
              <p:grpSpPr bwMode="auto">
                <a:xfrm>
                  <a:off x="1736090" y="2893762"/>
                  <a:ext cx="565150" cy="292100"/>
                  <a:chOff x="1871277" y="1576300"/>
                  <a:chExt cx="1128371" cy="437861"/>
                </a:xfrm>
              </p:grpSpPr>
              <p:sp>
                <p:nvSpPr>
                  <p:cNvPr id="344" name="Oval 343">
                    <a:extLst>
                      <a:ext uri="{FF2B5EF4-FFF2-40B4-BE49-F238E27FC236}">
                        <a16:creationId xmlns:a16="http://schemas.microsoft.com/office/drawing/2014/main" id="{9E59D841-331F-334E-8A00-DB7F04345816}"/>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5" name="Rectangle 344">
                    <a:extLst>
                      <a:ext uri="{FF2B5EF4-FFF2-40B4-BE49-F238E27FC236}">
                        <a16:creationId xmlns:a16="http://schemas.microsoft.com/office/drawing/2014/main" id="{82362D69-AADA-7046-9626-1B24DD78FC7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6" name="Oval 345">
                    <a:extLst>
                      <a:ext uri="{FF2B5EF4-FFF2-40B4-BE49-F238E27FC236}">
                        <a16:creationId xmlns:a16="http://schemas.microsoft.com/office/drawing/2014/main" id="{DA5257A0-113D-2647-BFB9-8F77EB11098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7" name="Freeform 346">
                    <a:extLst>
                      <a:ext uri="{FF2B5EF4-FFF2-40B4-BE49-F238E27FC236}">
                        <a16:creationId xmlns:a16="http://schemas.microsoft.com/office/drawing/2014/main" id="{B46A77BC-D229-D349-966D-8E44ACA3B04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8" name="Freeform 347">
                    <a:extLst>
                      <a:ext uri="{FF2B5EF4-FFF2-40B4-BE49-F238E27FC236}">
                        <a16:creationId xmlns:a16="http://schemas.microsoft.com/office/drawing/2014/main" id="{E2C2490B-931E-5E4F-8DEE-04AF94B8F35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id="{9015BF3D-C27E-FB42-9273-1B905C933DF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0" name="Freeform 349">
                    <a:extLst>
                      <a:ext uri="{FF2B5EF4-FFF2-40B4-BE49-F238E27FC236}">
                        <a16:creationId xmlns:a16="http://schemas.microsoft.com/office/drawing/2014/main" id="{5CCC0015-A70F-704D-9D5D-FFE14461262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51" name="Straight Connector 350">
                    <a:extLst>
                      <a:ext uri="{FF2B5EF4-FFF2-40B4-BE49-F238E27FC236}">
                        <a16:creationId xmlns:a16="http://schemas.microsoft.com/office/drawing/2014/main" id="{F99F2909-0B49-1B4B-918D-2DE20CA844A4}"/>
                      </a:ext>
                    </a:extLst>
                  </p:cNvPr>
                  <p:cNvCxnSpPr>
                    <a:endCxn id="34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52" name="Straight Connector 351">
                    <a:extLst>
                      <a:ext uri="{FF2B5EF4-FFF2-40B4-BE49-F238E27FC236}">
                        <a16:creationId xmlns:a16="http://schemas.microsoft.com/office/drawing/2014/main" id="{F25DF1E2-3B76-3948-85FE-D47D1D99A8E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41" name="Group 340">
                  <a:extLst>
                    <a:ext uri="{FF2B5EF4-FFF2-40B4-BE49-F238E27FC236}">
                      <a16:creationId xmlns:a16="http://schemas.microsoft.com/office/drawing/2014/main" id="{E7693217-ABC3-924C-9914-3760B556CDFE}"/>
                    </a:ext>
                  </a:extLst>
                </p:cNvPr>
                <p:cNvGrpSpPr/>
                <p:nvPr/>
              </p:nvGrpSpPr>
              <p:grpSpPr>
                <a:xfrm>
                  <a:off x="1770362" y="2873352"/>
                  <a:ext cx="441422" cy="369332"/>
                  <a:chOff x="667045" y="1708643"/>
                  <a:chExt cx="441422" cy="369332"/>
                </a:xfrm>
              </p:grpSpPr>
              <p:sp>
                <p:nvSpPr>
                  <p:cNvPr id="342" name="Oval 341">
                    <a:extLst>
                      <a:ext uri="{FF2B5EF4-FFF2-40B4-BE49-F238E27FC236}">
                        <a16:creationId xmlns:a16="http://schemas.microsoft.com/office/drawing/2014/main" id="{760C8DF4-9BF3-6449-BF76-C0EEAA998AF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3" name="TextBox 342">
                    <a:extLst>
                      <a:ext uri="{FF2B5EF4-FFF2-40B4-BE49-F238E27FC236}">
                        <a16:creationId xmlns:a16="http://schemas.microsoft.com/office/drawing/2014/main" id="{890DC765-6A28-2F4C-97E7-DF12510FF8D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306" name="Group 305">
                <a:extLst>
                  <a:ext uri="{FF2B5EF4-FFF2-40B4-BE49-F238E27FC236}">
                    <a16:creationId xmlns:a16="http://schemas.microsoft.com/office/drawing/2014/main" id="{66270917-608C-734F-BC55-2C1849361844}"/>
                  </a:ext>
                </a:extLst>
              </p:cNvPr>
              <p:cNvGrpSpPr/>
              <p:nvPr/>
            </p:nvGrpSpPr>
            <p:grpSpPr>
              <a:xfrm>
                <a:off x="2601806" y="3485072"/>
                <a:ext cx="565150" cy="369332"/>
                <a:chOff x="1736090" y="2873352"/>
                <a:chExt cx="565150" cy="369332"/>
              </a:xfrm>
            </p:grpSpPr>
            <p:grpSp>
              <p:nvGrpSpPr>
                <p:cNvPr id="327" name="Group 327">
                  <a:extLst>
                    <a:ext uri="{FF2B5EF4-FFF2-40B4-BE49-F238E27FC236}">
                      <a16:creationId xmlns:a16="http://schemas.microsoft.com/office/drawing/2014/main" id="{9A7886E1-08EA-2E4B-837D-DA3595E2A544}"/>
                    </a:ext>
                  </a:extLst>
                </p:cNvPr>
                <p:cNvGrpSpPr>
                  <a:grpSpLocks/>
                </p:cNvGrpSpPr>
                <p:nvPr/>
              </p:nvGrpSpPr>
              <p:grpSpPr bwMode="auto">
                <a:xfrm>
                  <a:off x="1736090" y="2893762"/>
                  <a:ext cx="565150" cy="292100"/>
                  <a:chOff x="1871277" y="1576300"/>
                  <a:chExt cx="1128371" cy="437861"/>
                </a:xfrm>
              </p:grpSpPr>
              <p:sp>
                <p:nvSpPr>
                  <p:cNvPr id="331" name="Oval 330">
                    <a:extLst>
                      <a:ext uri="{FF2B5EF4-FFF2-40B4-BE49-F238E27FC236}">
                        <a16:creationId xmlns:a16="http://schemas.microsoft.com/office/drawing/2014/main" id="{532D9B14-44A1-744C-A2D7-BEEC1B4F859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32" name="Rectangle 331">
                    <a:extLst>
                      <a:ext uri="{FF2B5EF4-FFF2-40B4-BE49-F238E27FC236}">
                        <a16:creationId xmlns:a16="http://schemas.microsoft.com/office/drawing/2014/main" id="{2A2EFB4A-13A5-AF41-8EEE-11C7F8D98CC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3" name="Oval 332">
                    <a:extLst>
                      <a:ext uri="{FF2B5EF4-FFF2-40B4-BE49-F238E27FC236}">
                        <a16:creationId xmlns:a16="http://schemas.microsoft.com/office/drawing/2014/main" id="{AF249073-E608-3E47-9680-EB2AB37E81C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34" name="Freeform 333">
                    <a:extLst>
                      <a:ext uri="{FF2B5EF4-FFF2-40B4-BE49-F238E27FC236}">
                        <a16:creationId xmlns:a16="http://schemas.microsoft.com/office/drawing/2014/main" id="{8BB59055-7770-4047-9EE1-EF83E46481C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5" name="Freeform 334">
                    <a:extLst>
                      <a:ext uri="{FF2B5EF4-FFF2-40B4-BE49-F238E27FC236}">
                        <a16:creationId xmlns:a16="http://schemas.microsoft.com/office/drawing/2014/main" id="{5A26CD9F-E13C-0C4C-938E-AA65DF81477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6" name="Freeform 335">
                    <a:extLst>
                      <a:ext uri="{FF2B5EF4-FFF2-40B4-BE49-F238E27FC236}">
                        <a16:creationId xmlns:a16="http://schemas.microsoft.com/office/drawing/2014/main" id="{78B4C77F-79CD-3C4E-AF1F-32FB2324189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7" name="Freeform 336">
                    <a:extLst>
                      <a:ext uri="{FF2B5EF4-FFF2-40B4-BE49-F238E27FC236}">
                        <a16:creationId xmlns:a16="http://schemas.microsoft.com/office/drawing/2014/main" id="{89696CD5-A4A0-8B4B-80F3-354BD21342A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38" name="Straight Connector 337">
                    <a:extLst>
                      <a:ext uri="{FF2B5EF4-FFF2-40B4-BE49-F238E27FC236}">
                        <a16:creationId xmlns:a16="http://schemas.microsoft.com/office/drawing/2014/main" id="{927A1379-7762-8244-94E4-858920C40ACB}"/>
                      </a:ext>
                    </a:extLst>
                  </p:cNvPr>
                  <p:cNvCxnSpPr>
                    <a:endCxn id="33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39" name="Straight Connector 338">
                    <a:extLst>
                      <a:ext uri="{FF2B5EF4-FFF2-40B4-BE49-F238E27FC236}">
                        <a16:creationId xmlns:a16="http://schemas.microsoft.com/office/drawing/2014/main" id="{0B73741F-7FDF-C443-94A9-9A198E98F2F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28" name="Group 327">
                  <a:extLst>
                    <a:ext uri="{FF2B5EF4-FFF2-40B4-BE49-F238E27FC236}">
                      <a16:creationId xmlns:a16="http://schemas.microsoft.com/office/drawing/2014/main" id="{4AFFC910-6AF2-B64C-9C64-F69CE3FB93A7}"/>
                    </a:ext>
                  </a:extLst>
                </p:cNvPr>
                <p:cNvGrpSpPr/>
                <p:nvPr/>
              </p:nvGrpSpPr>
              <p:grpSpPr>
                <a:xfrm>
                  <a:off x="1770362" y="2873352"/>
                  <a:ext cx="428460" cy="369332"/>
                  <a:chOff x="667045" y="1708643"/>
                  <a:chExt cx="428460" cy="369332"/>
                </a:xfrm>
              </p:grpSpPr>
              <p:sp>
                <p:nvSpPr>
                  <p:cNvPr id="329" name="Oval 328">
                    <a:extLst>
                      <a:ext uri="{FF2B5EF4-FFF2-40B4-BE49-F238E27FC236}">
                        <a16:creationId xmlns:a16="http://schemas.microsoft.com/office/drawing/2014/main" id="{9795B1AE-6991-ED40-8FEC-1206327CE32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0" name="TextBox 329">
                    <a:extLst>
                      <a:ext uri="{FF2B5EF4-FFF2-40B4-BE49-F238E27FC236}">
                        <a16:creationId xmlns:a16="http://schemas.microsoft.com/office/drawing/2014/main" id="{14CB7C98-FD28-644B-95A1-43D21099296E}"/>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307" name="Group 306">
                <a:extLst>
                  <a:ext uri="{FF2B5EF4-FFF2-40B4-BE49-F238E27FC236}">
                    <a16:creationId xmlns:a16="http://schemas.microsoft.com/office/drawing/2014/main" id="{61F9CF47-C970-3A4C-B169-A7A52C552D23}"/>
                  </a:ext>
                </a:extLst>
              </p:cNvPr>
              <p:cNvGrpSpPr/>
              <p:nvPr/>
            </p:nvGrpSpPr>
            <p:grpSpPr>
              <a:xfrm>
                <a:off x="833331" y="3478719"/>
                <a:ext cx="565150" cy="369332"/>
                <a:chOff x="1736090" y="2873352"/>
                <a:chExt cx="565150" cy="369332"/>
              </a:xfrm>
            </p:grpSpPr>
            <p:grpSp>
              <p:nvGrpSpPr>
                <p:cNvPr id="314" name="Group 327">
                  <a:extLst>
                    <a:ext uri="{FF2B5EF4-FFF2-40B4-BE49-F238E27FC236}">
                      <a16:creationId xmlns:a16="http://schemas.microsoft.com/office/drawing/2014/main" id="{F9DED53C-AD56-274E-BB62-36141AAA2398}"/>
                    </a:ext>
                  </a:extLst>
                </p:cNvPr>
                <p:cNvGrpSpPr>
                  <a:grpSpLocks/>
                </p:cNvGrpSpPr>
                <p:nvPr/>
              </p:nvGrpSpPr>
              <p:grpSpPr bwMode="auto">
                <a:xfrm>
                  <a:off x="1736090" y="2893762"/>
                  <a:ext cx="565150" cy="292100"/>
                  <a:chOff x="1871277" y="1576300"/>
                  <a:chExt cx="1128371" cy="437861"/>
                </a:xfrm>
              </p:grpSpPr>
              <p:sp>
                <p:nvSpPr>
                  <p:cNvPr id="318" name="Oval 317">
                    <a:extLst>
                      <a:ext uri="{FF2B5EF4-FFF2-40B4-BE49-F238E27FC236}">
                        <a16:creationId xmlns:a16="http://schemas.microsoft.com/office/drawing/2014/main" id="{B8CD06C3-9989-3C4E-8036-F46194FC0CC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19" name="Rectangle 318">
                    <a:extLst>
                      <a:ext uri="{FF2B5EF4-FFF2-40B4-BE49-F238E27FC236}">
                        <a16:creationId xmlns:a16="http://schemas.microsoft.com/office/drawing/2014/main" id="{4F6344DE-C5D9-4A4C-9CB1-075FFAB59BC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0" name="Oval 319">
                    <a:extLst>
                      <a:ext uri="{FF2B5EF4-FFF2-40B4-BE49-F238E27FC236}">
                        <a16:creationId xmlns:a16="http://schemas.microsoft.com/office/drawing/2014/main" id="{670ED3B3-66E2-774A-A7A7-CE3A2C76ABC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21" name="Freeform 320">
                    <a:extLst>
                      <a:ext uri="{FF2B5EF4-FFF2-40B4-BE49-F238E27FC236}">
                        <a16:creationId xmlns:a16="http://schemas.microsoft.com/office/drawing/2014/main" id="{E7A204A3-9A7F-DC4A-B8B8-0FAEF51963C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2" name="Freeform 321">
                    <a:extLst>
                      <a:ext uri="{FF2B5EF4-FFF2-40B4-BE49-F238E27FC236}">
                        <a16:creationId xmlns:a16="http://schemas.microsoft.com/office/drawing/2014/main" id="{AF9AFEA5-73B4-EF4A-8707-4381B9DFBD8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3" name="Freeform 322">
                    <a:extLst>
                      <a:ext uri="{FF2B5EF4-FFF2-40B4-BE49-F238E27FC236}">
                        <a16:creationId xmlns:a16="http://schemas.microsoft.com/office/drawing/2014/main" id="{93181305-93BB-AC4D-A380-CAE9ACFB6B0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4" name="Freeform 323">
                    <a:extLst>
                      <a:ext uri="{FF2B5EF4-FFF2-40B4-BE49-F238E27FC236}">
                        <a16:creationId xmlns:a16="http://schemas.microsoft.com/office/drawing/2014/main" id="{D8235E85-E84C-6E40-9DA7-7CA36D31CA3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25" name="Straight Connector 324">
                    <a:extLst>
                      <a:ext uri="{FF2B5EF4-FFF2-40B4-BE49-F238E27FC236}">
                        <a16:creationId xmlns:a16="http://schemas.microsoft.com/office/drawing/2014/main" id="{225D6CA1-32FC-2E47-8732-EECB0BA1104A}"/>
                      </a:ext>
                    </a:extLst>
                  </p:cNvPr>
                  <p:cNvCxnSpPr>
                    <a:endCxn id="3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26" name="Straight Connector 325">
                    <a:extLst>
                      <a:ext uri="{FF2B5EF4-FFF2-40B4-BE49-F238E27FC236}">
                        <a16:creationId xmlns:a16="http://schemas.microsoft.com/office/drawing/2014/main" id="{4927E673-C098-944A-9E84-A95844595AE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15" name="Group 314">
                  <a:extLst>
                    <a:ext uri="{FF2B5EF4-FFF2-40B4-BE49-F238E27FC236}">
                      <a16:creationId xmlns:a16="http://schemas.microsoft.com/office/drawing/2014/main" id="{BEECD35D-84C4-3643-97FF-88EC18C4AA52}"/>
                    </a:ext>
                  </a:extLst>
                </p:cNvPr>
                <p:cNvGrpSpPr/>
                <p:nvPr/>
              </p:nvGrpSpPr>
              <p:grpSpPr>
                <a:xfrm>
                  <a:off x="1770362" y="2873352"/>
                  <a:ext cx="441422" cy="369332"/>
                  <a:chOff x="667045" y="1708643"/>
                  <a:chExt cx="441422" cy="369332"/>
                </a:xfrm>
              </p:grpSpPr>
              <p:sp>
                <p:nvSpPr>
                  <p:cNvPr id="316" name="Oval 315">
                    <a:extLst>
                      <a:ext uri="{FF2B5EF4-FFF2-40B4-BE49-F238E27FC236}">
                        <a16:creationId xmlns:a16="http://schemas.microsoft.com/office/drawing/2014/main" id="{0CB91643-3AB0-EF44-A66B-3E3CA829D67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7" name="TextBox 316">
                    <a:extLst>
                      <a:ext uri="{FF2B5EF4-FFF2-40B4-BE49-F238E27FC236}">
                        <a16:creationId xmlns:a16="http://schemas.microsoft.com/office/drawing/2014/main" id="{4CC82E12-E89A-C344-82C9-B41338A31E4C}"/>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308" name="Straight Connector 307">
                <a:extLst>
                  <a:ext uri="{FF2B5EF4-FFF2-40B4-BE49-F238E27FC236}">
                    <a16:creationId xmlns:a16="http://schemas.microsoft.com/office/drawing/2014/main" id="{F656A253-20CE-264C-9E80-23FEAE2DA887}"/>
                  </a:ext>
                </a:extLst>
              </p:cNvPr>
              <p:cNvCxnSpPr>
                <a:stCxn id="356" idx="2"/>
                <a:endCxn id="343"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9" name="Straight Connector 308">
                <a:extLst>
                  <a:ext uri="{FF2B5EF4-FFF2-40B4-BE49-F238E27FC236}">
                    <a16:creationId xmlns:a16="http://schemas.microsoft.com/office/drawing/2014/main" id="{9BBC00CC-6F0E-554D-ADC7-835539ABF185}"/>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0" name="Straight Connector 309">
                <a:extLst>
                  <a:ext uri="{FF2B5EF4-FFF2-40B4-BE49-F238E27FC236}">
                    <a16:creationId xmlns:a16="http://schemas.microsoft.com/office/drawing/2014/main" id="{D22A485A-5AA4-2040-84E6-0B9E613DC6E6}"/>
                  </a:ext>
                </a:extLst>
              </p:cNvPr>
              <p:cNvCxnSpPr>
                <a:stCxn id="357"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1" name="Straight Connector 310">
                <a:extLst>
                  <a:ext uri="{FF2B5EF4-FFF2-40B4-BE49-F238E27FC236}">
                    <a16:creationId xmlns:a16="http://schemas.microsoft.com/office/drawing/2014/main" id="{E9173DF8-EE99-0449-BD86-9D6544D1795C}"/>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2" name="Straight Connector 311">
                <a:extLst>
                  <a:ext uri="{FF2B5EF4-FFF2-40B4-BE49-F238E27FC236}">
                    <a16:creationId xmlns:a16="http://schemas.microsoft.com/office/drawing/2014/main" id="{2EF8F3EC-E56F-3547-BD73-8F94EC8AE371}"/>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3" name="Straight Connector 312">
                <a:extLst>
                  <a:ext uri="{FF2B5EF4-FFF2-40B4-BE49-F238E27FC236}">
                    <a16:creationId xmlns:a16="http://schemas.microsoft.com/office/drawing/2014/main" id="{9336A5D6-EB76-7640-BE17-A08931A95FC6}"/>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grpSp>
        <p:nvGrpSpPr>
          <p:cNvPr id="366" name="Group 365">
            <a:extLst>
              <a:ext uri="{FF2B5EF4-FFF2-40B4-BE49-F238E27FC236}">
                <a16:creationId xmlns:a16="http://schemas.microsoft.com/office/drawing/2014/main" id="{B4E698C4-668E-A84B-AC9E-22D4308391D6}"/>
              </a:ext>
            </a:extLst>
          </p:cNvPr>
          <p:cNvGrpSpPr/>
          <p:nvPr/>
        </p:nvGrpSpPr>
        <p:grpSpPr>
          <a:xfrm>
            <a:off x="7530080" y="2464278"/>
            <a:ext cx="2712783" cy="1853712"/>
            <a:chOff x="-2170772" y="2784954"/>
            <a:chExt cx="2712783" cy="1853712"/>
          </a:xfrm>
        </p:grpSpPr>
        <p:sp>
          <p:nvSpPr>
            <p:cNvPr id="367" name="Freeform 2">
              <a:extLst>
                <a:ext uri="{FF2B5EF4-FFF2-40B4-BE49-F238E27FC236}">
                  <a16:creationId xmlns:a16="http://schemas.microsoft.com/office/drawing/2014/main" id="{8F50EDD4-41BC-C147-9045-1AC751DFD88A}"/>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68" name="Group 367">
              <a:extLst>
                <a:ext uri="{FF2B5EF4-FFF2-40B4-BE49-F238E27FC236}">
                  <a16:creationId xmlns:a16="http://schemas.microsoft.com/office/drawing/2014/main" id="{CE6E1DFD-0E16-E34D-9119-4A1DD7CF4F56}"/>
                </a:ext>
              </a:extLst>
            </p:cNvPr>
            <p:cNvGrpSpPr/>
            <p:nvPr/>
          </p:nvGrpSpPr>
          <p:grpSpPr>
            <a:xfrm>
              <a:off x="-1935370" y="2935816"/>
              <a:ext cx="2333625" cy="1590649"/>
              <a:chOff x="833331" y="2873352"/>
              <a:chExt cx="2333625" cy="1590649"/>
            </a:xfrm>
          </p:grpSpPr>
          <p:grpSp>
            <p:nvGrpSpPr>
              <p:cNvPr id="369" name="Group 368">
                <a:extLst>
                  <a:ext uri="{FF2B5EF4-FFF2-40B4-BE49-F238E27FC236}">
                    <a16:creationId xmlns:a16="http://schemas.microsoft.com/office/drawing/2014/main" id="{1E42DBB4-EF2A-1C4C-A0E4-0DF15571B339}"/>
                  </a:ext>
                </a:extLst>
              </p:cNvPr>
              <p:cNvGrpSpPr/>
              <p:nvPr/>
            </p:nvGrpSpPr>
            <p:grpSpPr>
              <a:xfrm>
                <a:off x="1736090" y="2873352"/>
                <a:ext cx="565150" cy="369332"/>
                <a:chOff x="1736090" y="2873352"/>
                <a:chExt cx="565150" cy="369332"/>
              </a:xfrm>
            </p:grpSpPr>
            <p:grpSp>
              <p:nvGrpSpPr>
                <p:cNvPr id="418" name="Group 327">
                  <a:extLst>
                    <a:ext uri="{FF2B5EF4-FFF2-40B4-BE49-F238E27FC236}">
                      <a16:creationId xmlns:a16="http://schemas.microsoft.com/office/drawing/2014/main" id="{19D96760-368B-6A48-9D91-159071DDA1F0}"/>
                    </a:ext>
                  </a:extLst>
                </p:cNvPr>
                <p:cNvGrpSpPr>
                  <a:grpSpLocks/>
                </p:cNvGrpSpPr>
                <p:nvPr/>
              </p:nvGrpSpPr>
              <p:grpSpPr bwMode="auto">
                <a:xfrm>
                  <a:off x="1736090" y="2893762"/>
                  <a:ext cx="565150" cy="292100"/>
                  <a:chOff x="1871277" y="1576300"/>
                  <a:chExt cx="1128371" cy="437861"/>
                </a:xfrm>
              </p:grpSpPr>
              <p:sp>
                <p:nvSpPr>
                  <p:cNvPr id="422" name="Oval 421">
                    <a:extLst>
                      <a:ext uri="{FF2B5EF4-FFF2-40B4-BE49-F238E27FC236}">
                        <a16:creationId xmlns:a16="http://schemas.microsoft.com/office/drawing/2014/main" id="{7B9DB84B-120A-064F-90AA-33E8F782B83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3" name="Rectangle 422">
                    <a:extLst>
                      <a:ext uri="{FF2B5EF4-FFF2-40B4-BE49-F238E27FC236}">
                        <a16:creationId xmlns:a16="http://schemas.microsoft.com/office/drawing/2014/main" id="{EB76D9E2-FD35-3C4A-9805-91BD6427990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4" name="Oval 423">
                    <a:extLst>
                      <a:ext uri="{FF2B5EF4-FFF2-40B4-BE49-F238E27FC236}">
                        <a16:creationId xmlns:a16="http://schemas.microsoft.com/office/drawing/2014/main" id="{5577FBB7-F58A-9E4E-A7CE-305D1FCDC7A3}"/>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1C1EE56B-F4CB-3648-849A-DE224C58F3C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0110F780-B9FA-F041-B863-73C0CDE9D95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9F917B5B-289C-9A4A-9D65-33D33888143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8" name="Freeform 427">
                    <a:extLst>
                      <a:ext uri="{FF2B5EF4-FFF2-40B4-BE49-F238E27FC236}">
                        <a16:creationId xmlns:a16="http://schemas.microsoft.com/office/drawing/2014/main" id="{FCD5676C-4293-B04F-BBF1-E83F92FF5D7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9" name="Straight Connector 428">
                    <a:extLst>
                      <a:ext uri="{FF2B5EF4-FFF2-40B4-BE49-F238E27FC236}">
                        <a16:creationId xmlns:a16="http://schemas.microsoft.com/office/drawing/2014/main" id="{B3CBECA1-2E96-354A-97C9-2FD64216B13D}"/>
                      </a:ext>
                    </a:extLst>
                  </p:cNvPr>
                  <p:cNvCxnSpPr>
                    <a:endCxn id="42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30" name="Straight Connector 429">
                    <a:extLst>
                      <a:ext uri="{FF2B5EF4-FFF2-40B4-BE49-F238E27FC236}">
                        <a16:creationId xmlns:a16="http://schemas.microsoft.com/office/drawing/2014/main" id="{935CF34B-5A5D-6145-AE19-0AFDC9C54A7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9" name="Group 418">
                  <a:extLst>
                    <a:ext uri="{FF2B5EF4-FFF2-40B4-BE49-F238E27FC236}">
                      <a16:creationId xmlns:a16="http://schemas.microsoft.com/office/drawing/2014/main" id="{05955716-39AA-6741-8048-0B0D7E88B57C}"/>
                    </a:ext>
                  </a:extLst>
                </p:cNvPr>
                <p:cNvGrpSpPr/>
                <p:nvPr/>
              </p:nvGrpSpPr>
              <p:grpSpPr>
                <a:xfrm>
                  <a:off x="1770362" y="2873352"/>
                  <a:ext cx="441422" cy="369332"/>
                  <a:chOff x="667045" y="1708643"/>
                  <a:chExt cx="441422" cy="369332"/>
                </a:xfrm>
              </p:grpSpPr>
              <p:sp>
                <p:nvSpPr>
                  <p:cNvPr id="420" name="Oval 419">
                    <a:extLst>
                      <a:ext uri="{FF2B5EF4-FFF2-40B4-BE49-F238E27FC236}">
                        <a16:creationId xmlns:a16="http://schemas.microsoft.com/office/drawing/2014/main" id="{0E8F3993-0540-5547-B15B-A836DEF2B65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1" name="TextBox 420">
                    <a:extLst>
                      <a:ext uri="{FF2B5EF4-FFF2-40B4-BE49-F238E27FC236}">
                        <a16:creationId xmlns:a16="http://schemas.microsoft.com/office/drawing/2014/main" id="{589E1890-262F-CB4E-8BA9-F32E8C01FDBB}"/>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370" name="Group 369">
                <a:extLst>
                  <a:ext uri="{FF2B5EF4-FFF2-40B4-BE49-F238E27FC236}">
                    <a16:creationId xmlns:a16="http://schemas.microsoft.com/office/drawing/2014/main" id="{C389C532-9F6C-B24E-8007-07DB1970A42B}"/>
                  </a:ext>
                </a:extLst>
              </p:cNvPr>
              <p:cNvGrpSpPr/>
              <p:nvPr/>
            </p:nvGrpSpPr>
            <p:grpSpPr>
              <a:xfrm>
                <a:off x="1740320" y="4094669"/>
                <a:ext cx="565150" cy="369332"/>
                <a:chOff x="1736090" y="2873352"/>
                <a:chExt cx="565150" cy="369332"/>
              </a:xfrm>
            </p:grpSpPr>
            <p:grpSp>
              <p:nvGrpSpPr>
                <p:cNvPr id="405" name="Group 327">
                  <a:extLst>
                    <a:ext uri="{FF2B5EF4-FFF2-40B4-BE49-F238E27FC236}">
                      <a16:creationId xmlns:a16="http://schemas.microsoft.com/office/drawing/2014/main" id="{99E58A91-86E0-9A41-AD32-47399AFED8CF}"/>
                    </a:ext>
                  </a:extLst>
                </p:cNvPr>
                <p:cNvGrpSpPr>
                  <a:grpSpLocks/>
                </p:cNvGrpSpPr>
                <p:nvPr/>
              </p:nvGrpSpPr>
              <p:grpSpPr bwMode="auto">
                <a:xfrm>
                  <a:off x="1736090" y="2893762"/>
                  <a:ext cx="565150" cy="292100"/>
                  <a:chOff x="1871277" y="1576300"/>
                  <a:chExt cx="1128371" cy="437861"/>
                </a:xfrm>
              </p:grpSpPr>
              <p:sp>
                <p:nvSpPr>
                  <p:cNvPr id="409" name="Oval 408">
                    <a:extLst>
                      <a:ext uri="{FF2B5EF4-FFF2-40B4-BE49-F238E27FC236}">
                        <a16:creationId xmlns:a16="http://schemas.microsoft.com/office/drawing/2014/main" id="{8237784B-2EBF-4347-9D1C-A66B4C95097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Rectangle 409">
                    <a:extLst>
                      <a:ext uri="{FF2B5EF4-FFF2-40B4-BE49-F238E27FC236}">
                        <a16:creationId xmlns:a16="http://schemas.microsoft.com/office/drawing/2014/main" id="{ED8D8D24-2794-CF46-9A3D-E1E6A0BF727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Oval 410">
                    <a:extLst>
                      <a:ext uri="{FF2B5EF4-FFF2-40B4-BE49-F238E27FC236}">
                        <a16:creationId xmlns:a16="http://schemas.microsoft.com/office/drawing/2014/main" id="{D1D297FB-D32F-C74F-AFB4-F3DB416FDCE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83D53016-C228-4D46-902B-99277D1B2EF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0F276182-0590-F149-BCBF-849757E26E0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6F6D8CA7-D49D-3A43-8B1F-417701FB70D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5" name="Freeform 414">
                    <a:extLst>
                      <a:ext uri="{FF2B5EF4-FFF2-40B4-BE49-F238E27FC236}">
                        <a16:creationId xmlns:a16="http://schemas.microsoft.com/office/drawing/2014/main" id="{C1D501FE-0FE1-EE49-8EA6-95466D1E316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6" name="Straight Connector 415">
                    <a:extLst>
                      <a:ext uri="{FF2B5EF4-FFF2-40B4-BE49-F238E27FC236}">
                        <a16:creationId xmlns:a16="http://schemas.microsoft.com/office/drawing/2014/main" id="{5705EF95-285C-AA45-B0FD-2D7A910CC0C1}"/>
                      </a:ext>
                    </a:extLst>
                  </p:cNvPr>
                  <p:cNvCxnSpPr>
                    <a:endCxn id="41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7" name="Straight Connector 416">
                    <a:extLst>
                      <a:ext uri="{FF2B5EF4-FFF2-40B4-BE49-F238E27FC236}">
                        <a16:creationId xmlns:a16="http://schemas.microsoft.com/office/drawing/2014/main" id="{2E1F92CC-8093-4749-9295-047AD38EBB1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6" name="Group 405">
                  <a:extLst>
                    <a:ext uri="{FF2B5EF4-FFF2-40B4-BE49-F238E27FC236}">
                      <a16:creationId xmlns:a16="http://schemas.microsoft.com/office/drawing/2014/main" id="{37953D0B-1ABB-C94A-A13F-249DB103CAF5}"/>
                    </a:ext>
                  </a:extLst>
                </p:cNvPr>
                <p:cNvGrpSpPr/>
                <p:nvPr/>
              </p:nvGrpSpPr>
              <p:grpSpPr>
                <a:xfrm>
                  <a:off x="1770362" y="2873352"/>
                  <a:ext cx="441422" cy="369332"/>
                  <a:chOff x="667045" y="1708643"/>
                  <a:chExt cx="441422" cy="369332"/>
                </a:xfrm>
              </p:grpSpPr>
              <p:sp>
                <p:nvSpPr>
                  <p:cNvPr id="407" name="Oval 406">
                    <a:extLst>
                      <a:ext uri="{FF2B5EF4-FFF2-40B4-BE49-F238E27FC236}">
                        <a16:creationId xmlns:a16="http://schemas.microsoft.com/office/drawing/2014/main" id="{27520DAF-20CE-F441-96B5-A8F0348576C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TextBox 407">
                    <a:extLst>
                      <a:ext uri="{FF2B5EF4-FFF2-40B4-BE49-F238E27FC236}">
                        <a16:creationId xmlns:a16="http://schemas.microsoft.com/office/drawing/2014/main" id="{6D313AC0-5B65-FC40-8291-21F4275225B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371" name="Group 370">
                <a:extLst>
                  <a:ext uri="{FF2B5EF4-FFF2-40B4-BE49-F238E27FC236}">
                    <a16:creationId xmlns:a16="http://schemas.microsoft.com/office/drawing/2014/main" id="{9C70624D-098A-B244-9077-1AB9C396702D}"/>
                  </a:ext>
                </a:extLst>
              </p:cNvPr>
              <p:cNvGrpSpPr/>
              <p:nvPr/>
            </p:nvGrpSpPr>
            <p:grpSpPr>
              <a:xfrm>
                <a:off x="2601806" y="3485072"/>
                <a:ext cx="565150" cy="369332"/>
                <a:chOff x="1736090" y="2873352"/>
                <a:chExt cx="565150" cy="369332"/>
              </a:xfrm>
            </p:grpSpPr>
            <p:grpSp>
              <p:nvGrpSpPr>
                <p:cNvPr id="392" name="Group 327">
                  <a:extLst>
                    <a:ext uri="{FF2B5EF4-FFF2-40B4-BE49-F238E27FC236}">
                      <a16:creationId xmlns:a16="http://schemas.microsoft.com/office/drawing/2014/main" id="{15B98BC7-5F33-9741-A19A-C843F4EAEA22}"/>
                    </a:ext>
                  </a:extLst>
                </p:cNvPr>
                <p:cNvGrpSpPr>
                  <a:grpSpLocks/>
                </p:cNvGrpSpPr>
                <p:nvPr/>
              </p:nvGrpSpPr>
              <p:grpSpPr bwMode="auto">
                <a:xfrm>
                  <a:off x="1736090" y="2893762"/>
                  <a:ext cx="565150" cy="292100"/>
                  <a:chOff x="1871277" y="1576300"/>
                  <a:chExt cx="1128371" cy="437861"/>
                </a:xfrm>
              </p:grpSpPr>
              <p:sp>
                <p:nvSpPr>
                  <p:cNvPr id="396" name="Oval 395">
                    <a:extLst>
                      <a:ext uri="{FF2B5EF4-FFF2-40B4-BE49-F238E27FC236}">
                        <a16:creationId xmlns:a16="http://schemas.microsoft.com/office/drawing/2014/main" id="{0F602CB5-B70C-E641-B962-E34B26BC6D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7" name="Rectangle 396">
                    <a:extLst>
                      <a:ext uri="{FF2B5EF4-FFF2-40B4-BE49-F238E27FC236}">
                        <a16:creationId xmlns:a16="http://schemas.microsoft.com/office/drawing/2014/main" id="{B0B57F5B-5412-D243-A2B3-6566D084C25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Oval 397">
                    <a:extLst>
                      <a:ext uri="{FF2B5EF4-FFF2-40B4-BE49-F238E27FC236}">
                        <a16:creationId xmlns:a16="http://schemas.microsoft.com/office/drawing/2014/main" id="{B70585CA-1DC4-964B-8CD8-05EE5B91EDD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9" name="Freeform 398">
                    <a:extLst>
                      <a:ext uri="{FF2B5EF4-FFF2-40B4-BE49-F238E27FC236}">
                        <a16:creationId xmlns:a16="http://schemas.microsoft.com/office/drawing/2014/main" id="{DBD27553-16D1-8C4E-9179-556CD325F95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0" name="Freeform 399">
                    <a:extLst>
                      <a:ext uri="{FF2B5EF4-FFF2-40B4-BE49-F238E27FC236}">
                        <a16:creationId xmlns:a16="http://schemas.microsoft.com/office/drawing/2014/main" id="{086B7346-EF73-D14E-AA39-8A6B845E756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Freeform 400">
                    <a:extLst>
                      <a:ext uri="{FF2B5EF4-FFF2-40B4-BE49-F238E27FC236}">
                        <a16:creationId xmlns:a16="http://schemas.microsoft.com/office/drawing/2014/main" id="{6AD559A5-4712-BA4A-A512-99D60F0791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Freeform 401">
                    <a:extLst>
                      <a:ext uri="{FF2B5EF4-FFF2-40B4-BE49-F238E27FC236}">
                        <a16:creationId xmlns:a16="http://schemas.microsoft.com/office/drawing/2014/main" id="{94F5FA38-66E3-6F4F-AA3E-6FD2FB5AF583}"/>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3" name="Straight Connector 402">
                    <a:extLst>
                      <a:ext uri="{FF2B5EF4-FFF2-40B4-BE49-F238E27FC236}">
                        <a16:creationId xmlns:a16="http://schemas.microsoft.com/office/drawing/2014/main" id="{6CC5B9EB-41AA-7448-8F27-EB917271F59F}"/>
                      </a:ext>
                    </a:extLst>
                  </p:cNvPr>
                  <p:cNvCxnSpPr>
                    <a:endCxn id="39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4" name="Straight Connector 403">
                    <a:extLst>
                      <a:ext uri="{FF2B5EF4-FFF2-40B4-BE49-F238E27FC236}">
                        <a16:creationId xmlns:a16="http://schemas.microsoft.com/office/drawing/2014/main" id="{E783ACFF-A16A-2247-94A8-A25FE4F16F4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3" name="Group 392">
                  <a:extLst>
                    <a:ext uri="{FF2B5EF4-FFF2-40B4-BE49-F238E27FC236}">
                      <a16:creationId xmlns:a16="http://schemas.microsoft.com/office/drawing/2014/main" id="{231470FB-F7D4-4A4A-87D4-61739203FF21}"/>
                    </a:ext>
                  </a:extLst>
                </p:cNvPr>
                <p:cNvGrpSpPr/>
                <p:nvPr/>
              </p:nvGrpSpPr>
              <p:grpSpPr>
                <a:xfrm>
                  <a:off x="1770362" y="2873352"/>
                  <a:ext cx="428460" cy="369332"/>
                  <a:chOff x="667045" y="1708643"/>
                  <a:chExt cx="428460" cy="369332"/>
                </a:xfrm>
              </p:grpSpPr>
              <p:sp>
                <p:nvSpPr>
                  <p:cNvPr id="394" name="Oval 393">
                    <a:extLst>
                      <a:ext uri="{FF2B5EF4-FFF2-40B4-BE49-F238E27FC236}">
                        <a16:creationId xmlns:a16="http://schemas.microsoft.com/office/drawing/2014/main" id="{084834AF-E8D6-9044-A221-3DF5D73245C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TextBox 394">
                    <a:extLst>
                      <a:ext uri="{FF2B5EF4-FFF2-40B4-BE49-F238E27FC236}">
                        <a16:creationId xmlns:a16="http://schemas.microsoft.com/office/drawing/2014/main" id="{A70B5A42-B674-BE45-8819-B3A0C856DE2A}"/>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372" name="Group 371">
                <a:extLst>
                  <a:ext uri="{FF2B5EF4-FFF2-40B4-BE49-F238E27FC236}">
                    <a16:creationId xmlns:a16="http://schemas.microsoft.com/office/drawing/2014/main" id="{EBDA0941-6188-F94C-BAAF-E8BE5AECBD9B}"/>
                  </a:ext>
                </a:extLst>
              </p:cNvPr>
              <p:cNvGrpSpPr/>
              <p:nvPr/>
            </p:nvGrpSpPr>
            <p:grpSpPr>
              <a:xfrm>
                <a:off x="833331" y="3478719"/>
                <a:ext cx="565150" cy="369332"/>
                <a:chOff x="1736090" y="2873352"/>
                <a:chExt cx="565150" cy="369332"/>
              </a:xfrm>
            </p:grpSpPr>
            <p:grpSp>
              <p:nvGrpSpPr>
                <p:cNvPr id="379" name="Group 327">
                  <a:extLst>
                    <a:ext uri="{FF2B5EF4-FFF2-40B4-BE49-F238E27FC236}">
                      <a16:creationId xmlns:a16="http://schemas.microsoft.com/office/drawing/2014/main" id="{665FAE86-DDA2-E943-A79F-3332C3F59D5E}"/>
                    </a:ext>
                  </a:extLst>
                </p:cNvPr>
                <p:cNvGrpSpPr>
                  <a:grpSpLocks/>
                </p:cNvGrpSpPr>
                <p:nvPr/>
              </p:nvGrpSpPr>
              <p:grpSpPr bwMode="auto">
                <a:xfrm>
                  <a:off x="1736090" y="2893762"/>
                  <a:ext cx="565150" cy="292100"/>
                  <a:chOff x="1871277" y="1576300"/>
                  <a:chExt cx="1128371" cy="437861"/>
                </a:xfrm>
              </p:grpSpPr>
              <p:sp>
                <p:nvSpPr>
                  <p:cNvPr id="383" name="Oval 382">
                    <a:extLst>
                      <a:ext uri="{FF2B5EF4-FFF2-40B4-BE49-F238E27FC236}">
                        <a16:creationId xmlns:a16="http://schemas.microsoft.com/office/drawing/2014/main" id="{10608A40-AF9C-7E42-B440-3D5C185F8F4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4" name="Rectangle 383">
                    <a:extLst>
                      <a:ext uri="{FF2B5EF4-FFF2-40B4-BE49-F238E27FC236}">
                        <a16:creationId xmlns:a16="http://schemas.microsoft.com/office/drawing/2014/main" id="{B47D6D27-54FB-1247-92F3-B6372E39134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5" name="Oval 384">
                    <a:extLst>
                      <a:ext uri="{FF2B5EF4-FFF2-40B4-BE49-F238E27FC236}">
                        <a16:creationId xmlns:a16="http://schemas.microsoft.com/office/drawing/2014/main" id="{C0B95F0F-B3AE-CA44-A688-0C1986119A0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6" name="Freeform 385">
                    <a:extLst>
                      <a:ext uri="{FF2B5EF4-FFF2-40B4-BE49-F238E27FC236}">
                        <a16:creationId xmlns:a16="http://schemas.microsoft.com/office/drawing/2014/main" id="{33AA2C8C-5C10-2F4E-887F-17B7696460C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7" name="Freeform 386">
                    <a:extLst>
                      <a:ext uri="{FF2B5EF4-FFF2-40B4-BE49-F238E27FC236}">
                        <a16:creationId xmlns:a16="http://schemas.microsoft.com/office/drawing/2014/main" id="{5F9196CA-FAD0-6942-8893-CC3E165ABBE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8" name="Freeform 387">
                    <a:extLst>
                      <a:ext uri="{FF2B5EF4-FFF2-40B4-BE49-F238E27FC236}">
                        <a16:creationId xmlns:a16="http://schemas.microsoft.com/office/drawing/2014/main" id="{9D5EE819-D99D-B548-BB91-262CCD86F8E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9" name="Freeform 388">
                    <a:extLst>
                      <a:ext uri="{FF2B5EF4-FFF2-40B4-BE49-F238E27FC236}">
                        <a16:creationId xmlns:a16="http://schemas.microsoft.com/office/drawing/2014/main" id="{B8FA780E-A164-5B48-A0E5-58E4AE9249C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0" name="Straight Connector 389">
                    <a:extLst>
                      <a:ext uri="{FF2B5EF4-FFF2-40B4-BE49-F238E27FC236}">
                        <a16:creationId xmlns:a16="http://schemas.microsoft.com/office/drawing/2014/main" id="{BD021C86-0683-294D-A1F0-C9E45B200A32}"/>
                      </a:ext>
                    </a:extLst>
                  </p:cNvPr>
                  <p:cNvCxnSpPr>
                    <a:endCxn id="38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91" name="Straight Connector 390">
                    <a:extLst>
                      <a:ext uri="{FF2B5EF4-FFF2-40B4-BE49-F238E27FC236}">
                        <a16:creationId xmlns:a16="http://schemas.microsoft.com/office/drawing/2014/main" id="{E141CDA7-AB94-1847-A09B-9BDEC5B999C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80" name="Group 379">
                  <a:extLst>
                    <a:ext uri="{FF2B5EF4-FFF2-40B4-BE49-F238E27FC236}">
                      <a16:creationId xmlns:a16="http://schemas.microsoft.com/office/drawing/2014/main" id="{0BB72601-3183-F246-9A0B-2D48AA8ED500}"/>
                    </a:ext>
                  </a:extLst>
                </p:cNvPr>
                <p:cNvGrpSpPr/>
                <p:nvPr/>
              </p:nvGrpSpPr>
              <p:grpSpPr>
                <a:xfrm>
                  <a:off x="1770362" y="2873352"/>
                  <a:ext cx="441422" cy="369332"/>
                  <a:chOff x="667045" y="1708643"/>
                  <a:chExt cx="441422" cy="369332"/>
                </a:xfrm>
              </p:grpSpPr>
              <p:sp>
                <p:nvSpPr>
                  <p:cNvPr id="381" name="Oval 380">
                    <a:extLst>
                      <a:ext uri="{FF2B5EF4-FFF2-40B4-BE49-F238E27FC236}">
                        <a16:creationId xmlns:a16="http://schemas.microsoft.com/office/drawing/2014/main" id="{DAB133BC-FF9E-FA43-A4F7-D92612BE38B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2" name="TextBox 381">
                    <a:extLst>
                      <a:ext uri="{FF2B5EF4-FFF2-40B4-BE49-F238E27FC236}">
                        <a16:creationId xmlns:a16="http://schemas.microsoft.com/office/drawing/2014/main" id="{C301D58D-4755-AD47-A651-655BBEF183A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373" name="Straight Connector 372">
                <a:extLst>
                  <a:ext uri="{FF2B5EF4-FFF2-40B4-BE49-F238E27FC236}">
                    <a16:creationId xmlns:a16="http://schemas.microsoft.com/office/drawing/2014/main" id="{9A1DF12C-66C0-744B-913D-868AA8CB022D}"/>
                  </a:ext>
                </a:extLst>
              </p:cNvPr>
              <p:cNvCxnSpPr>
                <a:stCxn id="421" idx="2"/>
                <a:endCxn id="408"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4" name="Straight Connector 373">
                <a:extLst>
                  <a:ext uri="{FF2B5EF4-FFF2-40B4-BE49-F238E27FC236}">
                    <a16:creationId xmlns:a16="http://schemas.microsoft.com/office/drawing/2014/main" id="{9019AE42-AAC5-DB4C-9F68-FD0133EDF5F8}"/>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5" name="Straight Connector 374">
                <a:extLst>
                  <a:ext uri="{FF2B5EF4-FFF2-40B4-BE49-F238E27FC236}">
                    <a16:creationId xmlns:a16="http://schemas.microsoft.com/office/drawing/2014/main" id="{819AAA66-3D17-9E49-A9F2-7B012117B9BE}"/>
                  </a:ext>
                </a:extLst>
              </p:cNvPr>
              <p:cNvCxnSpPr>
                <a:stCxn id="422"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6" name="Straight Connector 375">
                <a:extLst>
                  <a:ext uri="{FF2B5EF4-FFF2-40B4-BE49-F238E27FC236}">
                    <a16:creationId xmlns:a16="http://schemas.microsoft.com/office/drawing/2014/main" id="{B5D58B47-FCD5-3545-B262-C438BEEA9398}"/>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7" name="Straight Connector 376">
                <a:extLst>
                  <a:ext uri="{FF2B5EF4-FFF2-40B4-BE49-F238E27FC236}">
                    <a16:creationId xmlns:a16="http://schemas.microsoft.com/office/drawing/2014/main" id="{9D1A1ACC-C681-BA4E-A2E3-2C6C71834A9D}"/>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8" name="Straight Connector 377">
                <a:extLst>
                  <a:ext uri="{FF2B5EF4-FFF2-40B4-BE49-F238E27FC236}">
                    <a16:creationId xmlns:a16="http://schemas.microsoft.com/office/drawing/2014/main" id="{2222DD7C-E585-7B4F-9112-7512986C2399}"/>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431" name="Straight Connector 430">
            <a:extLst>
              <a:ext uri="{FF2B5EF4-FFF2-40B4-BE49-F238E27FC236}">
                <a16:creationId xmlns:a16="http://schemas.microsoft.com/office/drawing/2014/main" id="{24F07CA7-5B75-564A-BC27-B6FFE9642DC4}"/>
              </a:ext>
            </a:extLst>
          </p:cNvPr>
          <p:cNvCxnSpPr/>
          <p:nvPr/>
        </p:nvCxnSpPr>
        <p:spPr bwMode="auto">
          <a:xfrm flipH="1">
            <a:off x="4711988" y="2705105"/>
            <a:ext cx="495463" cy="495451"/>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32" name="Straight Connector 431">
            <a:extLst>
              <a:ext uri="{FF2B5EF4-FFF2-40B4-BE49-F238E27FC236}">
                <a16:creationId xmlns:a16="http://schemas.microsoft.com/office/drawing/2014/main" id="{9FF439ED-263B-C24E-94AF-EE4EE36210C4}"/>
              </a:ext>
            </a:extLst>
          </p:cNvPr>
          <p:cNvCxnSpPr>
            <a:endCxn id="331" idx="7"/>
          </p:cNvCxnSpPr>
          <p:nvPr/>
        </p:nvCxnSpPr>
        <p:spPr bwMode="auto">
          <a:xfrm flipH="1" flipV="1">
            <a:off x="7345281" y="2689306"/>
            <a:ext cx="498946" cy="573893"/>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33" name="TextBox 432">
            <a:extLst>
              <a:ext uri="{FF2B5EF4-FFF2-40B4-BE49-F238E27FC236}">
                <a16:creationId xmlns:a16="http://schemas.microsoft.com/office/drawing/2014/main" id="{C24A3C6B-68F8-6E44-9DD7-953428A63071}"/>
              </a:ext>
            </a:extLst>
          </p:cNvPr>
          <p:cNvSpPr txBox="1"/>
          <p:nvPr/>
        </p:nvSpPr>
        <p:spPr>
          <a:xfrm>
            <a:off x="5926240" y="360789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sp>
        <p:nvSpPr>
          <p:cNvPr id="434" name="TextBox 433">
            <a:extLst>
              <a:ext uri="{FF2B5EF4-FFF2-40B4-BE49-F238E27FC236}">
                <a16:creationId xmlns:a16="http://schemas.microsoft.com/office/drawing/2014/main" id="{17760C06-DAEA-6243-AA80-83E56D44BFA9}"/>
              </a:ext>
            </a:extLst>
          </p:cNvPr>
          <p:cNvSpPr txBox="1"/>
          <p:nvPr/>
        </p:nvSpPr>
        <p:spPr>
          <a:xfrm>
            <a:off x="8597533" y="4364108"/>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sp>
        <p:nvSpPr>
          <p:cNvPr id="435" name="TextBox 434">
            <a:extLst>
              <a:ext uri="{FF2B5EF4-FFF2-40B4-BE49-F238E27FC236}">
                <a16:creationId xmlns:a16="http://schemas.microsoft.com/office/drawing/2014/main" id="{6F41EED2-8B55-514F-83D4-8FFF6CD74049}"/>
              </a:ext>
            </a:extLst>
          </p:cNvPr>
          <p:cNvSpPr txBox="1"/>
          <p:nvPr/>
        </p:nvSpPr>
        <p:spPr>
          <a:xfrm>
            <a:off x="3316617" y="4308296"/>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grpSp>
        <p:nvGrpSpPr>
          <p:cNvPr id="436" name="Group 435">
            <a:extLst>
              <a:ext uri="{FF2B5EF4-FFF2-40B4-BE49-F238E27FC236}">
                <a16:creationId xmlns:a16="http://schemas.microsoft.com/office/drawing/2014/main" id="{A18A75F7-048B-F746-9AC4-6012DBA7876A}"/>
              </a:ext>
            </a:extLst>
          </p:cNvPr>
          <p:cNvGrpSpPr/>
          <p:nvPr/>
        </p:nvGrpSpPr>
        <p:grpSpPr>
          <a:xfrm>
            <a:off x="2711421" y="2143251"/>
            <a:ext cx="6465899" cy="3959125"/>
            <a:chOff x="1020408" y="2368720"/>
            <a:chExt cx="6465899" cy="3959125"/>
          </a:xfrm>
        </p:grpSpPr>
        <p:grpSp>
          <p:nvGrpSpPr>
            <p:cNvPr id="437" name="Group 436">
              <a:extLst>
                <a:ext uri="{FF2B5EF4-FFF2-40B4-BE49-F238E27FC236}">
                  <a16:creationId xmlns:a16="http://schemas.microsoft.com/office/drawing/2014/main" id="{A53AC2EB-91C2-F746-B123-4DDFF13D1D57}"/>
                </a:ext>
              </a:extLst>
            </p:cNvPr>
            <p:cNvGrpSpPr/>
            <p:nvPr/>
          </p:nvGrpSpPr>
          <p:grpSpPr>
            <a:xfrm>
              <a:off x="1020408" y="2368720"/>
              <a:ext cx="5734325" cy="3959125"/>
              <a:chOff x="1020408" y="2368720"/>
              <a:chExt cx="5734325" cy="3959125"/>
            </a:xfrm>
          </p:grpSpPr>
          <p:grpSp>
            <p:nvGrpSpPr>
              <p:cNvPr id="439" name="Group 438">
                <a:extLst>
                  <a:ext uri="{FF2B5EF4-FFF2-40B4-BE49-F238E27FC236}">
                    <a16:creationId xmlns:a16="http://schemas.microsoft.com/office/drawing/2014/main" id="{8CDE828F-A571-994C-B96F-B66021FD9E95}"/>
                  </a:ext>
                </a:extLst>
              </p:cNvPr>
              <p:cNvGrpSpPr/>
              <p:nvPr/>
            </p:nvGrpSpPr>
            <p:grpSpPr>
              <a:xfrm>
                <a:off x="1146544" y="5725901"/>
                <a:ext cx="565150" cy="369332"/>
                <a:chOff x="1736090" y="2873352"/>
                <a:chExt cx="565150" cy="369332"/>
              </a:xfrm>
            </p:grpSpPr>
            <p:grpSp>
              <p:nvGrpSpPr>
                <p:cNvPr id="445" name="Group 327">
                  <a:extLst>
                    <a:ext uri="{FF2B5EF4-FFF2-40B4-BE49-F238E27FC236}">
                      <a16:creationId xmlns:a16="http://schemas.microsoft.com/office/drawing/2014/main" id="{7DB507C2-899A-2A48-A472-076F2BBF5888}"/>
                    </a:ext>
                  </a:extLst>
                </p:cNvPr>
                <p:cNvGrpSpPr>
                  <a:grpSpLocks/>
                </p:cNvGrpSpPr>
                <p:nvPr/>
              </p:nvGrpSpPr>
              <p:grpSpPr bwMode="auto">
                <a:xfrm>
                  <a:off x="1736090" y="2893762"/>
                  <a:ext cx="565150" cy="292100"/>
                  <a:chOff x="1871277" y="1576300"/>
                  <a:chExt cx="1128371" cy="437861"/>
                </a:xfrm>
              </p:grpSpPr>
              <p:sp>
                <p:nvSpPr>
                  <p:cNvPr id="449" name="Oval 448">
                    <a:extLst>
                      <a:ext uri="{FF2B5EF4-FFF2-40B4-BE49-F238E27FC236}">
                        <a16:creationId xmlns:a16="http://schemas.microsoft.com/office/drawing/2014/main" id="{F63A2817-46A6-F443-AC44-F44A7ECB9F8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50" name="Rectangle 449">
                    <a:extLst>
                      <a:ext uri="{FF2B5EF4-FFF2-40B4-BE49-F238E27FC236}">
                        <a16:creationId xmlns:a16="http://schemas.microsoft.com/office/drawing/2014/main" id="{64F9A520-9DD5-934F-9649-C563057A358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1" name="Oval 450">
                    <a:extLst>
                      <a:ext uri="{FF2B5EF4-FFF2-40B4-BE49-F238E27FC236}">
                        <a16:creationId xmlns:a16="http://schemas.microsoft.com/office/drawing/2014/main" id="{172E238D-4B7E-9B43-B5DC-B60FD87DB9D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52" name="Freeform 451">
                    <a:extLst>
                      <a:ext uri="{FF2B5EF4-FFF2-40B4-BE49-F238E27FC236}">
                        <a16:creationId xmlns:a16="http://schemas.microsoft.com/office/drawing/2014/main" id="{E0151430-1B7A-8F4A-A43D-E8A0573B179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3" name="Freeform 452">
                    <a:extLst>
                      <a:ext uri="{FF2B5EF4-FFF2-40B4-BE49-F238E27FC236}">
                        <a16:creationId xmlns:a16="http://schemas.microsoft.com/office/drawing/2014/main" id="{3699656C-ED01-8044-A2A9-9CCB143DA58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4" name="Freeform 453">
                    <a:extLst>
                      <a:ext uri="{FF2B5EF4-FFF2-40B4-BE49-F238E27FC236}">
                        <a16:creationId xmlns:a16="http://schemas.microsoft.com/office/drawing/2014/main" id="{B02D3E38-4A22-CD40-AA98-AF5DEB5D7A4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5" name="Freeform 454">
                    <a:extLst>
                      <a:ext uri="{FF2B5EF4-FFF2-40B4-BE49-F238E27FC236}">
                        <a16:creationId xmlns:a16="http://schemas.microsoft.com/office/drawing/2014/main" id="{C8AD0F66-DCC0-C248-AC18-4163E0911E5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56" name="Straight Connector 455">
                    <a:extLst>
                      <a:ext uri="{FF2B5EF4-FFF2-40B4-BE49-F238E27FC236}">
                        <a16:creationId xmlns:a16="http://schemas.microsoft.com/office/drawing/2014/main" id="{4E8CAF2A-B68B-0342-8DB8-CEFAA26C7ACD}"/>
                      </a:ext>
                    </a:extLst>
                  </p:cNvPr>
                  <p:cNvCxnSpPr>
                    <a:endCxn id="45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57" name="Straight Connector 456">
                    <a:extLst>
                      <a:ext uri="{FF2B5EF4-FFF2-40B4-BE49-F238E27FC236}">
                        <a16:creationId xmlns:a16="http://schemas.microsoft.com/office/drawing/2014/main" id="{79808F3B-5338-CA4C-BB20-72DFD3FC58F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46" name="Group 445">
                  <a:extLst>
                    <a:ext uri="{FF2B5EF4-FFF2-40B4-BE49-F238E27FC236}">
                      <a16:creationId xmlns:a16="http://schemas.microsoft.com/office/drawing/2014/main" id="{F7834A01-840C-9641-A3E4-C59BA2DC7FC8}"/>
                    </a:ext>
                  </a:extLst>
                </p:cNvPr>
                <p:cNvGrpSpPr/>
                <p:nvPr/>
              </p:nvGrpSpPr>
              <p:grpSpPr>
                <a:xfrm>
                  <a:off x="1770362" y="2873352"/>
                  <a:ext cx="428460" cy="369332"/>
                  <a:chOff x="667045" y="1708643"/>
                  <a:chExt cx="428460" cy="369332"/>
                </a:xfrm>
              </p:grpSpPr>
              <p:sp>
                <p:nvSpPr>
                  <p:cNvPr id="447" name="Oval 446">
                    <a:extLst>
                      <a:ext uri="{FF2B5EF4-FFF2-40B4-BE49-F238E27FC236}">
                        <a16:creationId xmlns:a16="http://schemas.microsoft.com/office/drawing/2014/main" id="{2A7E029A-75F0-614A-B5E8-B87AD51B8BB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8" name="TextBox 447">
                    <a:extLst>
                      <a:ext uri="{FF2B5EF4-FFF2-40B4-BE49-F238E27FC236}">
                        <a16:creationId xmlns:a16="http://schemas.microsoft.com/office/drawing/2014/main" id="{28310241-BB7D-9A48-BD30-785C2A40B6C7}"/>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sp>
            <p:nvSpPr>
              <p:cNvPr id="440" name="Oval 439">
                <a:extLst>
                  <a:ext uri="{FF2B5EF4-FFF2-40B4-BE49-F238E27FC236}">
                    <a16:creationId xmlns:a16="http://schemas.microsoft.com/office/drawing/2014/main" id="{6A304910-8754-7E45-BA14-8F35CB53B700}"/>
                  </a:ext>
                </a:extLst>
              </p:cNvPr>
              <p:cNvSpPr/>
              <p:nvPr/>
            </p:nvSpPr>
            <p:spPr bwMode="auto">
              <a:xfrm>
                <a:off x="1020408" y="5511349"/>
                <a:ext cx="839004" cy="816496"/>
              </a:xfrm>
              <a:prstGeom prst="ellipse">
                <a:avLst/>
              </a:prstGeom>
              <a:noFill/>
              <a:ln w="19050" cap="flat" cmpd="sng" algn="ctr">
                <a:solidFill>
                  <a:srgbClr val="CC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1" name="Oval 440">
                <a:extLst>
                  <a:ext uri="{FF2B5EF4-FFF2-40B4-BE49-F238E27FC236}">
                    <a16:creationId xmlns:a16="http://schemas.microsoft.com/office/drawing/2014/main" id="{B5398DB6-00AC-E84B-8FC3-AB4E80C61FCA}"/>
                  </a:ext>
                </a:extLst>
              </p:cNvPr>
              <p:cNvSpPr/>
              <p:nvPr/>
            </p:nvSpPr>
            <p:spPr bwMode="auto">
              <a:xfrm>
                <a:off x="2442651" y="3191580"/>
                <a:ext cx="839004" cy="816496"/>
              </a:xfrm>
              <a:prstGeom prst="ellipse">
                <a:avLst/>
              </a:prstGeom>
              <a:noFill/>
              <a:ln w="19050" cap="flat" cmpd="sng" algn="ctr">
                <a:solidFill>
                  <a:srgbClr val="CC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2" name="Oval 441">
                <a:extLst>
                  <a:ext uri="{FF2B5EF4-FFF2-40B4-BE49-F238E27FC236}">
                    <a16:creationId xmlns:a16="http://schemas.microsoft.com/office/drawing/2014/main" id="{4B6D0F25-82B6-4449-8E73-0F9B6AEF718E}"/>
                  </a:ext>
                </a:extLst>
              </p:cNvPr>
              <p:cNvSpPr/>
              <p:nvPr/>
            </p:nvSpPr>
            <p:spPr bwMode="auto">
              <a:xfrm>
                <a:off x="3252649" y="2368720"/>
                <a:ext cx="839004" cy="816496"/>
              </a:xfrm>
              <a:prstGeom prst="ellipse">
                <a:avLst/>
              </a:prstGeom>
              <a:noFill/>
              <a:ln w="19050" cap="flat" cmpd="sng" algn="ctr">
                <a:solidFill>
                  <a:srgbClr val="CC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3" name="Oval 442">
                <a:extLst>
                  <a:ext uri="{FF2B5EF4-FFF2-40B4-BE49-F238E27FC236}">
                    <a16:creationId xmlns:a16="http://schemas.microsoft.com/office/drawing/2014/main" id="{7858B7DD-439C-5A4F-AA12-2ADB525BD534}"/>
                  </a:ext>
                </a:extLst>
              </p:cNvPr>
              <p:cNvSpPr/>
              <p:nvPr/>
            </p:nvSpPr>
            <p:spPr bwMode="auto">
              <a:xfrm>
                <a:off x="5037704" y="2453079"/>
                <a:ext cx="839004" cy="816496"/>
              </a:xfrm>
              <a:prstGeom prst="ellipse">
                <a:avLst/>
              </a:prstGeom>
              <a:noFill/>
              <a:ln w="19050" cap="flat" cmpd="sng" algn="ctr">
                <a:solidFill>
                  <a:srgbClr val="CC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Gill Sans MT"/>
                    <a:ea typeface="+mn-ea"/>
                    <a:cs typeface="+mn-cs"/>
                  </a:rPr>
                  <a:t>∂</a:t>
                </a:r>
              </a:p>
            </p:txBody>
          </p:sp>
          <p:sp>
            <p:nvSpPr>
              <p:cNvPr id="444" name="Oval 443">
                <a:extLst>
                  <a:ext uri="{FF2B5EF4-FFF2-40B4-BE49-F238E27FC236}">
                    <a16:creationId xmlns:a16="http://schemas.microsoft.com/office/drawing/2014/main" id="{12D4F31E-B8A4-8546-AEBC-539E1FA703F2}"/>
                  </a:ext>
                </a:extLst>
              </p:cNvPr>
              <p:cNvSpPr/>
              <p:nvPr/>
            </p:nvSpPr>
            <p:spPr bwMode="auto">
              <a:xfrm>
                <a:off x="5915729" y="3217852"/>
                <a:ext cx="839004" cy="816496"/>
              </a:xfrm>
              <a:prstGeom prst="ellipse">
                <a:avLst/>
              </a:prstGeom>
              <a:noFill/>
              <a:ln w="19050" cap="flat" cmpd="sng" algn="ctr">
                <a:solidFill>
                  <a:srgbClr val="CC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Gill Sans MT"/>
                    <a:ea typeface="+mn-ea"/>
                    <a:cs typeface="+mn-cs"/>
                  </a:rPr>
                  <a:t>∂</a:t>
                </a:r>
              </a:p>
            </p:txBody>
          </p:sp>
        </p:grpSp>
        <p:sp>
          <p:nvSpPr>
            <p:cNvPr id="438" name="TextBox 437">
              <a:extLst>
                <a:ext uri="{FF2B5EF4-FFF2-40B4-BE49-F238E27FC236}">
                  <a16:creationId xmlns:a16="http://schemas.microsoft.com/office/drawing/2014/main" id="{B1D970B4-50AC-DE42-A103-DADA8DD74EC8}"/>
                </a:ext>
              </a:extLst>
            </p:cNvPr>
            <p:cNvSpPr txBox="1"/>
            <p:nvPr/>
          </p:nvSpPr>
          <p:spPr>
            <a:xfrm>
              <a:off x="2018143" y="5692792"/>
              <a:ext cx="5468164"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gateway routers run both eBGP and iBGP protocols</a:t>
              </a:r>
            </a:p>
          </p:txBody>
        </p:sp>
      </p:grpSp>
    </p:spTree>
    <p:extLst>
      <p:ext uri="{BB962C8B-B14F-4D97-AF65-F5344CB8AC3E}">
        <p14:creationId xmlns:p14="http://schemas.microsoft.com/office/powerpoint/2010/main" val="89896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dissolve">
                                      <p:cBhvr>
                                        <p:cTn id="7"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basics</a:t>
            </a:r>
          </a:p>
        </p:txBody>
      </p:sp>
      <p:sp>
        <p:nvSpPr>
          <p:cNvPr id="229" name="Rectangle 4">
            <a:extLst>
              <a:ext uri="{FF2B5EF4-FFF2-40B4-BE49-F238E27FC236}">
                <a16:creationId xmlns:a16="http://schemas.microsoft.com/office/drawing/2014/main" id="{DCAA8DA2-D27E-D149-BF59-3D35D2D4D206}"/>
              </a:ext>
            </a:extLst>
          </p:cNvPr>
          <p:cNvSpPr txBox="1">
            <a:spLocks noChangeArrowheads="1"/>
          </p:cNvSpPr>
          <p:nvPr/>
        </p:nvSpPr>
        <p:spPr>
          <a:xfrm>
            <a:off x="952500" y="2841538"/>
            <a:ext cx="10972278" cy="123402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2575" indent="-282575"/>
            <a:r>
              <a:rPr lang="en-US"/>
              <a:t>when AS3 gateway 3a advertises </a:t>
            </a:r>
            <a:r>
              <a:rPr lang="en-US">
                <a:solidFill>
                  <a:srgbClr val="0000A8"/>
                </a:solidFill>
              </a:rPr>
              <a:t>path </a:t>
            </a:r>
            <a:r>
              <a:rPr lang="en-US" sz="2400">
                <a:solidFill>
                  <a:srgbClr val="0000A8"/>
                </a:solidFill>
              </a:rPr>
              <a:t>AS3,X </a:t>
            </a:r>
            <a:r>
              <a:rPr lang="en-US"/>
              <a:t>to AS2 gateway 2c:</a:t>
            </a:r>
          </a:p>
          <a:p>
            <a:pPr marL="685800" lvl="1" indent="-228600"/>
            <a:r>
              <a:rPr lang="en-US"/>
              <a:t>AS3 </a:t>
            </a:r>
            <a:r>
              <a:rPr lang="en-US" i="1">
                <a:solidFill>
                  <a:srgbClr val="0000A8"/>
                </a:solidFill>
              </a:rPr>
              <a:t>promises</a:t>
            </a:r>
            <a:r>
              <a:rPr lang="en-US"/>
              <a:t> to AS2 it will forward datagrams towards X</a:t>
            </a:r>
          </a:p>
          <a:p>
            <a:pPr marL="0" indent="0">
              <a:buFont typeface="Wingdings" pitchFamily="2" charset="2"/>
              <a:buNone/>
            </a:pPr>
            <a:endParaRPr lang="en-US" sz="2000">
              <a:latin typeface="Gill Sans MT" charset="0"/>
            </a:endParaRPr>
          </a:p>
        </p:txBody>
      </p:sp>
      <p:sp>
        <p:nvSpPr>
          <p:cNvPr id="230" name="Rectangle 116">
            <a:extLst>
              <a:ext uri="{FF2B5EF4-FFF2-40B4-BE49-F238E27FC236}">
                <a16:creationId xmlns:a16="http://schemas.microsoft.com/office/drawing/2014/main" id="{8C17C2DE-65A0-B34D-B3A2-D8B3B612841B}"/>
              </a:ext>
            </a:extLst>
          </p:cNvPr>
          <p:cNvSpPr>
            <a:spLocks noChangeArrowheads="1"/>
          </p:cNvSpPr>
          <p:nvPr/>
        </p:nvSpPr>
        <p:spPr bwMode="auto">
          <a:xfrm>
            <a:off x="952500" y="1307971"/>
            <a:ext cx="10784388" cy="1235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spcBef>
                <a:spcPct val="20000"/>
              </a:spcBef>
              <a:buClr>
                <a:srgbClr val="000099"/>
              </a:buClr>
              <a:buSzPct val="100000"/>
              <a:buFont typeface="Wingdings" charset="2"/>
              <a:buChar char="§"/>
            </a:pPr>
            <a:r>
              <a:rPr lang="en-US" sz="2800">
                <a:solidFill>
                  <a:srgbClr val="CC0000"/>
                </a:solidFill>
              </a:rPr>
              <a:t>BGP session:</a:t>
            </a:r>
            <a:r>
              <a:rPr lang="en-US" sz="2800">
                <a:solidFill>
                  <a:srgbClr val="FF0000"/>
                </a:solidFill>
              </a:rPr>
              <a:t> </a:t>
            </a:r>
            <a:r>
              <a:rPr lang="en-US" sz="2800"/>
              <a:t>two BGP routers (“</a:t>
            </a:r>
            <a:r>
              <a:rPr lang="en-US" altLang="ja-JP" sz="2800"/>
              <a:t>peers”) exchange BGP messages over TCP connection:</a:t>
            </a:r>
          </a:p>
          <a:p>
            <a:pPr marL="685800" lvl="1" indent="-228600">
              <a:lnSpc>
                <a:spcPct val="85000"/>
              </a:lnSpc>
              <a:spcBef>
                <a:spcPct val="20000"/>
              </a:spcBef>
              <a:buClr>
                <a:srgbClr val="000099"/>
              </a:buClr>
              <a:buFont typeface="Arial"/>
              <a:buChar char="•"/>
            </a:pPr>
            <a:r>
              <a:rPr lang="en-US" sz="2400">
                <a:cs typeface="Gill Sans MT"/>
              </a:rPr>
              <a:t>advertising </a:t>
            </a:r>
            <a:r>
              <a:rPr lang="en-US" sz="2400" i="1">
                <a:solidFill>
                  <a:srgbClr val="0000A8"/>
                </a:solidFill>
                <a:cs typeface="Gill Sans MT"/>
              </a:rPr>
              <a:t>paths</a:t>
            </a:r>
            <a:r>
              <a:rPr lang="en-US" sz="2400">
                <a:solidFill>
                  <a:srgbClr val="0000A8"/>
                </a:solidFill>
                <a:cs typeface="Gill Sans MT"/>
              </a:rPr>
              <a:t> </a:t>
            </a:r>
            <a:r>
              <a:rPr lang="en-US" sz="2400">
                <a:cs typeface="Gill Sans MT"/>
              </a:rPr>
              <a:t>to different destination network prefixes (BGP  is a “</a:t>
            </a:r>
            <a:r>
              <a:rPr lang="en-US" altLang="ja-JP" sz="2400">
                <a:cs typeface="Gill Sans MT"/>
              </a:rPr>
              <a:t>path vector” protocol)</a:t>
            </a:r>
            <a:endParaRPr lang="en-US" sz="2400">
              <a:solidFill>
                <a:srgbClr val="FF0000"/>
              </a:solidFill>
              <a:cs typeface="Gill Sans MT"/>
            </a:endParaRPr>
          </a:p>
        </p:txBody>
      </p:sp>
      <p:grpSp>
        <p:nvGrpSpPr>
          <p:cNvPr id="8" name="Group 7">
            <a:extLst>
              <a:ext uri="{FF2B5EF4-FFF2-40B4-BE49-F238E27FC236}">
                <a16:creationId xmlns:a16="http://schemas.microsoft.com/office/drawing/2014/main" id="{7C674B87-B4BA-724F-B30D-3B31649B8484}"/>
              </a:ext>
            </a:extLst>
          </p:cNvPr>
          <p:cNvGrpSpPr/>
          <p:nvPr/>
        </p:nvGrpSpPr>
        <p:grpSpPr>
          <a:xfrm>
            <a:off x="4625977" y="4850481"/>
            <a:ext cx="2545688" cy="1720535"/>
            <a:chOff x="4625977" y="4850481"/>
            <a:chExt cx="2545688" cy="1720535"/>
          </a:xfrm>
        </p:grpSpPr>
        <p:grpSp>
          <p:nvGrpSpPr>
            <p:cNvPr id="962" name="Group 961">
              <a:extLst>
                <a:ext uri="{FF2B5EF4-FFF2-40B4-BE49-F238E27FC236}">
                  <a16:creationId xmlns:a16="http://schemas.microsoft.com/office/drawing/2014/main" id="{8F9DA6AD-85D5-0849-B2A3-E35267E2902B}"/>
                </a:ext>
              </a:extLst>
            </p:cNvPr>
            <p:cNvGrpSpPr/>
            <p:nvPr/>
          </p:nvGrpSpPr>
          <p:grpSpPr>
            <a:xfrm>
              <a:off x="4625977" y="4850481"/>
              <a:ext cx="2545688" cy="1720535"/>
              <a:chOff x="-2170772" y="2784954"/>
              <a:chExt cx="2712783" cy="1853712"/>
            </a:xfrm>
          </p:grpSpPr>
          <p:sp>
            <p:nvSpPr>
              <p:cNvPr id="963" name="Freeform 2">
                <a:extLst>
                  <a:ext uri="{FF2B5EF4-FFF2-40B4-BE49-F238E27FC236}">
                    <a16:creationId xmlns:a16="http://schemas.microsoft.com/office/drawing/2014/main" id="{47CA5C69-ECB9-9243-BCB2-19799366B83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964" name="Group 963">
                <a:extLst>
                  <a:ext uri="{FF2B5EF4-FFF2-40B4-BE49-F238E27FC236}">
                    <a16:creationId xmlns:a16="http://schemas.microsoft.com/office/drawing/2014/main" id="{47F10EB0-0B3F-2C4A-8FCF-EA8D8DC5F8A6}"/>
                  </a:ext>
                </a:extLst>
              </p:cNvPr>
              <p:cNvGrpSpPr/>
              <p:nvPr/>
            </p:nvGrpSpPr>
            <p:grpSpPr>
              <a:xfrm>
                <a:off x="-1935370" y="2935816"/>
                <a:ext cx="2333625" cy="1590649"/>
                <a:chOff x="833331" y="2873352"/>
                <a:chExt cx="2333625" cy="1590649"/>
              </a:xfrm>
            </p:grpSpPr>
            <p:grpSp>
              <p:nvGrpSpPr>
                <p:cNvPr id="965" name="Group 964">
                  <a:extLst>
                    <a:ext uri="{FF2B5EF4-FFF2-40B4-BE49-F238E27FC236}">
                      <a16:creationId xmlns:a16="http://schemas.microsoft.com/office/drawing/2014/main" id="{92EEF5F0-55EF-074D-AF81-D0B81445743A}"/>
                    </a:ext>
                  </a:extLst>
                </p:cNvPr>
                <p:cNvGrpSpPr/>
                <p:nvPr/>
              </p:nvGrpSpPr>
              <p:grpSpPr>
                <a:xfrm>
                  <a:off x="1736090" y="2873352"/>
                  <a:ext cx="565150" cy="369332"/>
                  <a:chOff x="1736090" y="2873352"/>
                  <a:chExt cx="565150" cy="369332"/>
                </a:xfrm>
              </p:grpSpPr>
              <p:grpSp>
                <p:nvGrpSpPr>
                  <p:cNvPr id="1014" name="Group 327">
                    <a:extLst>
                      <a:ext uri="{FF2B5EF4-FFF2-40B4-BE49-F238E27FC236}">
                        <a16:creationId xmlns:a16="http://schemas.microsoft.com/office/drawing/2014/main" id="{9099EC2B-37EA-0C44-A088-AA0BEFBABEF8}"/>
                      </a:ext>
                    </a:extLst>
                  </p:cNvPr>
                  <p:cNvGrpSpPr>
                    <a:grpSpLocks/>
                  </p:cNvGrpSpPr>
                  <p:nvPr/>
                </p:nvGrpSpPr>
                <p:grpSpPr bwMode="auto">
                  <a:xfrm>
                    <a:off x="1736090" y="2893762"/>
                    <a:ext cx="565150" cy="292100"/>
                    <a:chOff x="1871277" y="1576300"/>
                    <a:chExt cx="1128371" cy="437861"/>
                  </a:xfrm>
                </p:grpSpPr>
                <p:sp>
                  <p:nvSpPr>
                    <p:cNvPr id="1018" name="Oval 1017">
                      <a:extLst>
                        <a:ext uri="{FF2B5EF4-FFF2-40B4-BE49-F238E27FC236}">
                          <a16:creationId xmlns:a16="http://schemas.microsoft.com/office/drawing/2014/main" id="{06383681-CBA2-9F48-A51E-F788141B774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19" name="Rectangle 1018">
                      <a:extLst>
                        <a:ext uri="{FF2B5EF4-FFF2-40B4-BE49-F238E27FC236}">
                          <a16:creationId xmlns:a16="http://schemas.microsoft.com/office/drawing/2014/main" id="{C97104E9-B1EC-7E41-B759-021AFA8E645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0" name="Oval 1019">
                      <a:extLst>
                        <a:ext uri="{FF2B5EF4-FFF2-40B4-BE49-F238E27FC236}">
                          <a16:creationId xmlns:a16="http://schemas.microsoft.com/office/drawing/2014/main" id="{BF9F014E-B0FD-F247-A45F-A48C1CFFDE4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21" name="Freeform 1020">
                      <a:extLst>
                        <a:ext uri="{FF2B5EF4-FFF2-40B4-BE49-F238E27FC236}">
                          <a16:creationId xmlns:a16="http://schemas.microsoft.com/office/drawing/2014/main" id="{61599743-05A4-1146-8FBE-0F906AA7C65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2" name="Freeform 1021">
                      <a:extLst>
                        <a:ext uri="{FF2B5EF4-FFF2-40B4-BE49-F238E27FC236}">
                          <a16:creationId xmlns:a16="http://schemas.microsoft.com/office/drawing/2014/main" id="{C12C52A6-B76E-504C-A6F5-1BB5FBE50DA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3" name="Freeform 1022">
                      <a:extLst>
                        <a:ext uri="{FF2B5EF4-FFF2-40B4-BE49-F238E27FC236}">
                          <a16:creationId xmlns:a16="http://schemas.microsoft.com/office/drawing/2014/main" id="{16FD35BC-2DCF-F147-823E-1C428EC4F07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4" name="Freeform 1023">
                      <a:extLst>
                        <a:ext uri="{FF2B5EF4-FFF2-40B4-BE49-F238E27FC236}">
                          <a16:creationId xmlns:a16="http://schemas.microsoft.com/office/drawing/2014/main" id="{B43EF249-F243-EB4A-BFD2-58BAB022F4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5" name="Straight Connector 1024">
                      <a:extLst>
                        <a:ext uri="{FF2B5EF4-FFF2-40B4-BE49-F238E27FC236}">
                          <a16:creationId xmlns:a16="http://schemas.microsoft.com/office/drawing/2014/main" id="{E53DFABB-EBD9-034A-9DB9-C96A270F2368}"/>
                        </a:ext>
                      </a:extLst>
                    </p:cNvPr>
                    <p:cNvCxnSpPr>
                      <a:endCxn id="10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26" name="Straight Connector 1025">
                      <a:extLst>
                        <a:ext uri="{FF2B5EF4-FFF2-40B4-BE49-F238E27FC236}">
                          <a16:creationId xmlns:a16="http://schemas.microsoft.com/office/drawing/2014/main" id="{5916D393-831E-B742-8DE4-79D7248B8F4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15" name="Group 1014">
                    <a:extLst>
                      <a:ext uri="{FF2B5EF4-FFF2-40B4-BE49-F238E27FC236}">
                        <a16:creationId xmlns:a16="http://schemas.microsoft.com/office/drawing/2014/main" id="{C264299E-26BE-1F42-94CE-1F9FBD298757}"/>
                      </a:ext>
                    </a:extLst>
                  </p:cNvPr>
                  <p:cNvGrpSpPr/>
                  <p:nvPr/>
                </p:nvGrpSpPr>
                <p:grpSpPr>
                  <a:xfrm>
                    <a:off x="1770362" y="2873352"/>
                    <a:ext cx="441422" cy="369332"/>
                    <a:chOff x="667045" y="1708643"/>
                    <a:chExt cx="441422" cy="369332"/>
                  </a:xfrm>
                </p:grpSpPr>
                <p:sp>
                  <p:nvSpPr>
                    <p:cNvPr id="1016" name="Oval 1015">
                      <a:extLst>
                        <a:ext uri="{FF2B5EF4-FFF2-40B4-BE49-F238E27FC236}">
                          <a16:creationId xmlns:a16="http://schemas.microsoft.com/office/drawing/2014/main" id="{47D37841-E845-004B-A7D0-AEC5E1F8BD7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7" name="TextBox 1016">
                      <a:extLst>
                        <a:ext uri="{FF2B5EF4-FFF2-40B4-BE49-F238E27FC236}">
                          <a16:creationId xmlns:a16="http://schemas.microsoft.com/office/drawing/2014/main" id="{0523D9FC-EEC1-2947-959E-941AD744966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966" name="Group 965">
                  <a:extLst>
                    <a:ext uri="{FF2B5EF4-FFF2-40B4-BE49-F238E27FC236}">
                      <a16:creationId xmlns:a16="http://schemas.microsoft.com/office/drawing/2014/main" id="{B7FC3005-A2CD-E84D-BA1F-366A68D58FAE}"/>
                    </a:ext>
                  </a:extLst>
                </p:cNvPr>
                <p:cNvGrpSpPr/>
                <p:nvPr/>
              </p:nvGrpSpPr>
              <p:grpSpPr>
                <a:xfrm>
                  <a:off x="1740320" y="4094669"/>
                  <a:ext cx="565150" cy="369332"/>
                  <a:chOff x="1736090" y="2873352"/>
                  <a:chExt cx="565150" cy="369332"/>
                </a:xfrm>
              </p:grpSpPr>
              <p:grpSp>
                <p:nvGrpSpPr>
                  <p:cNvPr id="1001" name="Group 327">
                    <a:extLst>
                      <a:ext uri="{FF2B5EF4-FFF2-40B4-BE49-F238E27FC236}">
                        <a16:creationId xmlns:a16="http://schemas.microsoft.com/office/drawing/2014/main" id="{3B81F62B-02C3-584F-81B5-BF82FDBEC3ED}"/>
                      </a:ext>
                    </a:extLst>
                  </p:cNvPr>
                  <p:cNvGrpSpPr>
                    <a:grpSpLocks/>
                  </p:cNvGrpSpPr>
                  <p:nvPr/>
                </p:nvGrpSpPr>
                <p:grpSpPr bwMode="auto">
                  <a:xfrm>
                    <a:off x="1736090" y="2893762"/>
                    <a:ext cx="565150" cy="292100"/>
                    <a:chOff x="1871277" y="1576300"/>
                    <a:chExt cx="1128371" cy="437861"/>
                  </a:xfrm>
                </p:grpSpPr>
                <p:sp>
                  <p:nvSpPr>
                    <p:cNvPr id="1005" name="Oval 1004">
                      <a:extLst>
                        <a:ext uri="{FF2B5EF4-FFF2-40B4-BE49-F238E27FC236}">
                          <a16:creationId xmlns:a16="http://schemas.microsoft.com/office/drawing/2014/main" id="{689F06F8-658D-4041-9E29-B3A90F77D7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6" name="Rectangle 1005">
                      <a:extLst>
                        <a:ext uri="{FF2B5EF4-FFF2-40B4-BE49-F238E27FC236}">
                          <a16:creationId xmlns:a16="http://schemas.microsoft.com/office/drawing/2014/main" id="{404921C5-F47B-5C4E-8BD9-97DA2678903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Oval 1006">
                      <a:extLst>
                        <a:ext uri="{FF2B5EF4-FFF2-40B4-BE49-F238E27FC236}">
                          <a16:creationId xmlns:a16="http://schemas.microsoft.com/office/drawing/2014/main" id="{0D6B9DCC-966F-8747-91CA-CE410A339C3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8" name="Freeform 1007">
                      <a:extLst>
                        <a:ext uri="{FF2B5EF4-FFF2-40B4-BE49-F238E27FC236}">
                          <a16:creationId xmlns:a16="http://schemas.microsoft.com/office/drawing/2014/main" id="{91138181-1C39-4443-AD4F-304207B3231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9" name="Freeform 1008">
                      <a:extLst>
                        <a:ext uri="{FF2B5EF4-FFF2-40B4-BE49-F238E27FC236}">
                          <a16:creationId xmlns:a16="http://schemas.microsoft.com/office/drawing/2014/main" id="{C609919A-CD2F-0149-AFED-170D09F635C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0" name="Freeform 1009">
                      <a:extLst>
                        <a:ext uri="{FF2B5EF4-FFF2-40B4-BE49-F238E27FC236}">
                          <a16:creationId xmlns:a16="http://schemas.microsoft.com/office/drawing/2014/main" id="{E4639939-D1A9-7448-870F-2CAADF89B60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1" name="Freeform 1010">
                      <a:extLst>
                        <a:ext uri="{FF2B5EF4-FFF2-40B4-BE49-F238E27FC236}">
                          <a16:creationId xmlns:a16="http://schemas.microsoft.com/office/drawing/2014/main" id="{DACEEDF1-E984-6A40-9D14-57FFDA6F808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2" name="Straight Connector 1011">
                      <a:extLst>
                        <a:ext uri="{FF2B5EF4-FFF2-40B4-BE49-F238E27FC236}">
                          <a16:creationId xmlns:a16="http://schemas.microsoft.com/office/drawing/2014/main" id="{D5720AC2-9EB4-FA41-8292-7942F8123F58}"/>
                        </a:ext>
                      </a:extLst>
                    </p:cNvPr>
                    <p:cNvCxnSpPr>
                      <a:endCxn id="10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13" name="Straight Connector 1012">
                      <a:extLst>
                        <a:ext uri="{FF2B5EF4-FFF2-40B4-BE49-F238E27FC236}">
                          <a16:creationId xmlns:a16="http://schemas.microsoft.com/office/drawing/2014/main" id="{DD299BD0-103D-9640-BFB3-BA317A78BB9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02" name="Group 1001">
                    <a:extLst>
                      <a:ext uri="{FF2B5EF4-FFF2-40B4-BE49-F238E27FC236}">
                        <a16:creationId xmlns:a16="http://schemas.microsoft.com/office/drawing/2014/main" id="{A5D79156-4411-1C4A-A06C-CC57F40DAEF1}"/>
                      </a:ext>
                    </a:extLst>
                  </p:cNvPr>
                  <p:cNvGrpSpPr/>
                  <p:nvPr/>
                </p:nvGrpSpPr>
                <p:grpSpPr>
                  <a:xfrm>
                    <a:off x="1770362" y="2873352"/>
                    <a:ext cx="441422" cy="369332"/>
                    <a:chOff x="667045" y="1708643"/>
                    <a:chExt cx="441422" cy="369332"/>
                  </a:xfrm>
                </p:grpSpPr>
                <p:sp>
                  <p:nvSpPr>
                    <p:cNvPr id="1003" name="Oval 1002">
                      <a:extLst>
                        <a:ext uri="{FF2B5EF4-FFF2-40B4-BE49-F238E27FC236}">
                          <a16:creationId xmlns:a16="http://schemas.microsoft.com/office/drawing/2014/main" id="{6ED8E43D-C048-2C4A-AD7E-166A6240F91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4" name="TextBox 1003">
                      <a:extLst>
                        <a:ext uri="{FF2B5EF4-FFF2-40B4-BE49-F238E27FC236}">
                          <a16:creationId xmlns:a16="http://schemas.microsoft.com/office/drawing/2014/main" id="{C7EC272F-F615-3449-A57B-0BE1C7CF234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967" name="Group 966">
                  <a:extLst>
                    <a:ext uri="{FF2B5EF4-FFF2-40B4-BE49-F238E27FC236}">
                      <a16:creationId xmlns:a16="http://schemas.microsoft.com/office/drawing/2014/main" id="{4F28AF41-B5E5-1842-9D74-E89006EEF884}"/>
                    </a:ext>
                  </a:extLst>
                </p:cNvPr>
                <p:cNvGrpSpPr/>
                <p:nvPr/>
              </p:nvGrpSpPr>
              <p:grpSpPr>
                <a:xfrm>
                  <a:off x="2601806" y="3485072"/>
                  <a:ext cx="565150" cy="369332"/>
                  <a:chOff x="1736090" y="2873352"/>
                  <a:chExt cx="565150" cy="369332"/>
                </a:xfrm>
              </p:grpSpPr>
              <p:grpSp>
                <p:nvGrpSpPr>
                  <p:cNvPr id="988" name="Group 327">
                    <a:extLst>
                      <a:ext uri="{FF2B5EF4-FFF2-40B4-BE49-F238E27FC236}">
                        <a16:creationId xmlns:a16="http://schemas.microsoft.com/office/drawing/2014/main" id="{0D306E73-B14D-2E45-B568-09A0971DA72F}"/>
                      </a:ext>
                    </a:extLst>
                  </p:cNvPr>
                  <p:cNvGrpSpPr>
                    <a:grpSpLocks/>
                  </p:cNvGrpSpPr>
                  <p:nvPr/>
                </p:nvGrpSpPr>
                <p:grpSpPr bwMode="auto">
                  <a:xfrm>
                    <a:off x="1736090" y="2893762"/>
                    <a:ext cx="565150" cy="292100"/>
                    <a:chOff x="1871277" y="1576300"/>
                    <a:chExt cx="1128371" cy="437861"/>
                  </a:xfrm>
                </p:grpSpPr>
                <p:sp>
                  <p:nvSpPr>
                    <p:cNvPr id="992" name="Oval 991">
                      <a:extLst>
                        <a:ext uri="{FF2B5EF4-FFF2-40B4-BE49-F238E27FC236}">
                          <a16:creationId xmlns:a16="http://schemas.microsoft.com/office/drawing/2014/main" id="{FF29EC4E-6159-484A-B0A2-38BBB0F0236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3" name="Rectangle 992">
                      <a:extLst>
                        <a:ext uri="{FF2B5EF4-FFF2-40B4-BE49-F238E27FC236}">
                          <a16:creationId xmlns:a16="http://schemas.microsoft.com/office/drawing/2014/main" id="{EA6365B2-8D40-444B-B4D2-864A071BE97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a16="http://schemas.microsoft.com/office/drawing/2014/main" id="{7DBB63AF-3293-FC44-861A-65FC5EE0F14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5" name="Freeform 994">
                      <a:extLst>
                        <a:ext uri="{FF2B5EF4-FFF2-40B4-BE49-F238E27FC236}">
                          <a16:creationId xmlns:a16="http://schemas.microsoft.com/office/drawing/2014/main" id="{1F05B204-2255-2C42-893C-91BA84BB24A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6" name="Freeform 995">
                      <a:extLst>
                        <a:ext uri="{FF2B5EF4-FFF2-40B4-BE49-F238E27FC236}">
                          <a16:creationId xmlns:a16="http://schemas.microsoft.com/office/drawing/2014/main" id="{974F3861-59A0-9D47-94DD-C130E0EDD48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7" name="Freeform 996">
                      <a:extLst>
                        <a:ext uri="{FF2B5EF4-FFF2-40B4-BE49-F238E27FC236}">
                          <a16:creationId xmlns:a16="http://schemas.microsoft.com/office/drawing/2014/main" id="{4AC5F9E8-F7CF-6741-B3B9-726D1328262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8" name="Freeform 997">
                      <a:extLst>
                        <a:ext uri="{FF2B5EF4-FFF2-40B4-BE49-F238E27FC236}">
                          <a16:creationId xmlns:a16="http://schemas.microsoft.com/office/drawing/2014/main" id="{CA1C120F-A263-5C48-9425-3FD9C6FCBA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9" name="Straight Connector 998">
                      <a:extLst>
                        <a:ext uri="{FF2B5EF4-FFF2-40B4-BE49-F238E27FC236}">
                          <a16:creationId xmlns:a16="http://schemas.microsoft.com/office/drawing/2014/main" id="{C156B9C8-F289-0740-B093-B4C792F37C4F}"/>
                        </a:ext>
                      </a:extLst>
                    </p:cNvPr>
                    <p:cNvCxnSpPr>
                      <a:endCxn id="9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00" name="Straight Connector 999">
                      <a:extLst>
                        <a:ext uri="{FF2B5EF4-FFF2-40B4-BE49-F238E27FC236}">
                          <a16:creationId xmlns:a16="http://schemas.microsoft.com/office/drawing/2014/main" id="{B4564C5C-13AE-D441-9331-0A1D44075F9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89" name="Group 988">
                    <a:extLst>
                      <a:ext uri="{FF2B5EF4-FFF2-40B4-BE49-F238E27FC236}">
                        <a16:creationId xmlns:a16="http://schemas.microsoft.com/office/drawing/2014/main" id="{BCDC05FE-2039-2943-8445-E442006B98DA}"/>
                      </a:ext>
                    </a:extLst>
                  </p:cNvPr>
                  <p:cNvGrpSpPr/>
                  <p:nvPr/>
                </p:nvGrpSpPr>
                <p:grpSpPr>
                  <a:xfrm>
                    <a:off x="1770362" y="2873352"/>
                    <a:ext cx="428460" cy="369332"/>
                    <a:chOff x="667045" y="1708643"/>
                    <a:chExt cx="428460" cy="369332"/>
                  </a:xfrm>
                </p:grpSpPr>
                <p:sp>
                  <p:nvSpPr>
                    <p:cNvPr id="990" name="Oval 989">
                      <a:extLst>
                        <a:ext uri="{FF2B5EF4-FFF2-40B4-BE49-F238E27FC236}">
                          <a16:creationId xmlns:a16="http://schemas.microsoft.com/office/drawing/2014/main" id="{65923287-6329-654B-A1C8-19F246809A0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1" name="TextBox 990">
                      <a:extLst>
                        <a:ext uri="{FF2B5EF4-FFF2-40B4-BE49-F238E27FC236}">
                          <a16:creationId xmlns:a16="http://schemas.microsoft.com/office/drawing/2014/main" id="{F5CEC04E-82B5-C343-AFAD-AE6932C3A232}"/>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968" name="Group 967">
                  <a:extLst>
                    <a:ext uri="{FF2B5EF4-FFF2-40B4-BE49-F238E27FC236}">
                      <a16:creationId xmlns:a16="http://schemas.microsoft.com/office/drawing/2014/main" id="{5D8A6EA5-58E5-5347-8B53-909B09FE4857}"/>
                    </a:ext>
                  </a:extLst>
                </p:cNvPr>
                <p:cNvGrpSpPr/>
                <p:nvPr/>
              </p:nvGrpSpPr>
              <p:grpSpPr>
                <a:xfrm>
                  <a:off x="833331" y="3478719"/>
                  <a:ext cx="565150" cy="369332"/>
                  <a:chOff x="1736090" y="2873352"/>
                  <a:chExt cx="565150" cy="369332"/>
                </a:xfrm>
              </p:grpSpPr>
              <p:grpSp>
                <p:nvGrpSpPr>
                  <p:cNvPr id="975" name="Group 327">
                    <a:extLst>
                      <a:ext uri="{FF2B5EF4-FFF2-40B4-BE49-F238E27FC236}">
                        <a16:creationId xmlns:a16="http://schemas.microsoft.com/office/drawing/2014/main" id="{987E263B-209C-B841-A72D-82CDF16A357C}"/>
                      </a:ext>
                    </a:extLst>
                  </p:cNvPr>
                  <p:cNvGrpSpPr>
                    <a:grpSpLocks/>
                  </p:cNvGrpSpPr>
                  <p:nvPr/>
                </p:nvGrpSpPr>
                <p:grpSpPr bwMode="auto">
                  <a:xfrm>
                    <a:off x="1736090" y="2893762"/>
                    <a:ext cx="565150" cy="292100"/>
                    <a:chOff x="1871277" y="1576300"/>
                    <a:chExt cx="1128371" cy="437861"/>
                  </a:xfrm>
                </p:grpSpPr>
                <p:sp>
                  <p:nvSpPr>
                    <p:cNvPr id="979" name="Oval 978">
                      <a:extLst>
                        <a:ext uri="{FF2B5EF4-FFF2-40B4-BE49-F238E27FC236}">
                          <a16:creationId xmlns:a16="http://schemas.microsoft.com/office/drawing/2014/main" id="{45DA5A54-C971-DA46-816D-92FDEDBFD2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0" name="Rectangle 979">
                      <a:extLst>
                        <a:ext uri="{FF2B5EF4-FFF2-40B4-BE49-F238E27FC236}">
                          <a16:creationId xmlns:a16="http://schemas.microsoft.com/office/drawing/2014/main" id="{FBC3CBFB-81ED-4047-AC10-14B567818F1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1" name="Oval 980">
                      <a:extLst>
                        <a:ext uri="{FF2B5EF4-FFF2-40B4-BE49-F238E27FC236}">
                          <a16:creationId xmlns:a16="http://schemas.microsoft.com/office/drawing/2014/main" id="{4AF63E3D-6F0C-4E46-9B57-26B02D7D4E5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2" name="Freeform 981">
                      <a:extLst>
                        <a:ext uri="{FF2B5EF4-FFF2-40B4-BE49-F238E27FC236}">
                          <a16:creationId xmlns:a16="http://schemas.microsoft.com/office/drawing/2014/main" id="{018175B4-4646-A241-8298-B68D459D822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3" name="Freeform 982">
                      <a:extLst>
                        <a:ext uri="{FF2B5EF4-FFF2-40B4-BE49-F238E27FC236}">
                          <a16:creationId xmlns:a16="http://schemas.microsoft.com/office/drawing/2014/main" id="{2D4DF999-0429-B24E-A8FF-940E30D8E53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4" name="Freeform 983">
                      <a:extLst>
                        <a:ext uri="{FF2B5EF4-FFF2-40B4-BE49-F238E27FC236}">
                          <a16:creationId xmlns:a16="http://schemas.microsoft.com/office/drawing/2014/main" id="{713AE350-068A-274C-87A0-55247EF72F1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Freeform 984">
                      <a:extLst>
                        <a:ext uri="{FF2B5EF4-FFF2-40B4-BE49-F238E27FC236}">
                          <a16:creationId xmlns:a16="http://schemas.microsoft.com/office/drawing/2014/main" id="{C169EAB4-5C1D-8A48-8864-B86DF9865D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6" name="Straight Connector 985">
                      <a:extLst>
                        <a:ext uri="{FF2B5EF4-FFF2-40B4-BE49-F238E27FC236}">
                          <a16:creationId xmlns:a16="http://schemas.microsoft.com/office/drawing/2014/main" id="{6E324783-1628-6A4C-BB41-2788B16F009A}"/>
                        </a:ext>
                      </a:extLst>
                    </p:cNvPr>
                    <p:cNvCxnSpPr>
                      <a:endCxn id="9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87" name="Straight Connector 986">
                      <a:extLst>
                        <a:ext uri="{FF2B5EF4-FFF2-40B4-BE49-F238E27FC236}">
                          <a16:creationId xmlns:a16="http://schemas.microsoft.com/office/drawing/2014/main" id="{84412028-5AD6-D447-A378-01E2FD57457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76" name="Group 975">
                    <a:extLst>
                      <a:ext uri="{FF2B5EF4-FFF2-40B4-BE49-F238E27FC236}">
                        <a16:creationId xmlns:a16="http://schemas.microsoft.com/office/drawing/2014/main" id="{14A502AB-FDED-574D-A3A2-E827358D6ABB}"/>
                      </a:ext>
                    </a:extLst>
                  </p:cNvPr>
                  <p:cNvGrpSpPr/>
                  <p:nvPr/>
                </p:nvGrpSpPr>
                <p:grpSpPr>
                  <a:xfrm>
                    <a:off x="1770362" y="2873352"/>
                    <a:ext cx="441422" cy="369332"/>
                    <a:chOff x="667045" y="1708643"/>
                    <a:chExt cx="441422" cy="369332"/>
                  </a:xfrm>
                </p:grpSpPr>
                <p:sp>
                  <p:nvSpPr>
                    <p:cNvPr id="977" name="Oval 976">
                      <a:extLst>
                        <a:ext uri="{FF2B5EF4-FFF2-40B4-BE49-F238E27FC236}">
                          <a16:creationId xmlns:a16="http://schemas.microsoft.com/office/drawing/2014/main" id="{19416E38-67D6-0442-8F48-E8493F2FD79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8" name="TextBox 977">
                      <a:extLst>
                        <a:ext uri="{FF2B5EF4-FFF2-40B4-BE49-F238E27FC236}">
                          <a16:creationId xmlns:a16="http://schemas.microsoft.com/office/drawing/2014/main" id="{5246B96B-3A43-A645-9718-340F085B233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971" name="Straight Connector 970">
                  <a:extLst>
                    <a:ext uri="{FF2B5EF4-FFF2-40B4-BE49-F238E27FC236}">
                      <a16:creationId xmlns:a16="http://schemas.microsoft.com/office/drawing/2014/main" id="{6B4BCBD1-C954-6541-8254-DF07CDA0475D}"/>
                    </a:ext>
                  </a:extLst>
                </p:cNvPr>
                <p:cNvCxnSpPr>
                  <a:stCxn id="10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2" name="Straight Connector 971">
                  <a:extLst>
                    <a:ext uri="{FF2B5EF4-FFF2-40B4-BE49-F238E27FC236}">
                      <a16:creationId xmlns:a16="http://schemas.microsoft.com/office/drawing/2014/main" id="{386E43E5-D30F-4F47-A035-82F1414B18F0}"/>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3" name="Straight Connector 972">
                  <a:extLst>
                    <a:ext uri="{FF2B5EF4-FFF2-40B4-BE49-F238E27FC236}">
                      <a16:creationId xmlns:a16="http://schemas.microsoft.com/office/drawing/2014/main" id="{43A4E04D-2290-384D-88C2-85BF6AEF84DB}"/>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3" name="TextBox 1092">
              <a:extLst>
                <a:ext uri="{FF2B5EF4-FFF2-40B4-BE49-F238E27FC236}">
                  <a16:creationId xmlns:a16="http://schemas.microsoft.com/office/drawing/2014/main" id="{6FA575AB-C50C-E04A-A594-9704EE05D45C}"/>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11" name="Group 10">
            <a:extLst>
              <a:ext uri="{FF2B5EF4-FFF2-40B4-BE49-F238E27FC236}">
                <a16:creationId xmlns:a16="http://schemas.microsoft.com/office/drawing/2014/main" id="{1CD4E330-3964-7840-8A54-F926B5DFAA92}"/>
              </a:ext>
            </a:extLst>
          </p:cNvPr>
          <p:cNvGrpSpPr/>
          <p:nvPr/>
        </p:nvGrpSpPr>
        <p:grpSpPr>
          <a:xfrm>
            <a:off x="8100574" y="3694542"/>
            <a:ext cx="2575521" cy="1672516"/>
            <a:chOff x="8100574" y="3694542"/>
            <a:chExt cx="2575521" cy="1672516"/>
          </a:xfrm>
        </p:grpSpPr>
        <p:sp>
          <p:nvSpPr>
            <p:cNvPr id="1027" name="Freeform 2">
              <a:extLst>
                <a:ext uri="{FF2B5EF4-FFF2-40B4-BE49-F238E27FC236}">
                  <a16:creationId xmlns:a16="http://schemas.microsoft.com/office/drawing/2014/main" id="{A8995EC3-2960-C740-9B77-5B1035684A1A}"/>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10" name="Group 9">
              <a:extLst>
                <a:ext uri="{FF2B5EF4-FFF2-40B4-BE49-F238E27FC236}">
                  <a16:creationId xmlns:a16="http://schemas.microsoft.com/office/drawing/2014/main" id="{6F85CF47-ED05-F641-88E4-95BB18169A01}"/>
                </a:ext>
              </a:extLst>
            </p:cNvPr>
            <p:cNvGrpSpPr/>
            <p:nvPr/>
          </p:nvGrpSpPr>
          <p:grpSpPr>
            <a:xfrm>
              <a:off x="8136838" y="3735782"/>
              <a:ext cx="2402775" cy="1530043"/>
              <a:chOff x="8136838" y="3735782"/>
              <a:chExt cx="2402775" cy="1530043"/>
            </a:xfrm>
          </p:grpSpPr>
          <p:grpSp>
            <p:nvGrpSpPr>
              <p:cNvPr id="1028" name="Group 1027">
                <a:extLst>
                  <a:ext uri="{FF2B5EF4-FFF2-40B4-BE49-F238E27FC236}">
                    <a16:creationId xmlns:a16="http://schemas.microsoft.com/office/drawing/2014/main" id="{0AB2BE47-7FE4-2D4D-8C07-E8F629E5CE61}"/>
                  </a:ext>
                </a:extLst>
              </p:cNvPr>
              <p:cNvGrpSpPr/>
              <p:nvPr/>
            </p:nvGrpSpPr>
            <p:grpSpPr>
              <a:xfrm>
                <a:off x="8324065" y="3830658"/>
                <a:ext cx="2215548" cy="1435167"/>
                <a:chOff x="833331" y="2873352"/>
                <a:chExt cx="2333625" cy="1590649"/>
              </a:xfrm>
            </p:grpSpPr>
            <p:grpSp>
              <p:nvGrpSpPr>
                <p:cNvPr id="1029" name="Group 1028">
                  <a:extLst>
                    <a:ext uri="{FF2B5EF4-FFF2-40B4-BE49-F238E27FC236}">
                      <a16:creationId xmlns:a16="http://schemas.microsoft.com/office/drawing/2014/main" id="{D5A4365B-9128-2347-890C-2CC4559CDA4A}"/>
                    </a:ext>
                  </a:extLst>
                </p:cNvPr>
                <p:cNvGrpSpPr/>
                <p:nvPr/>
              </p:nvGrpSpPr>
              <p:grpSpPr>
                <a:xfrm>
                  <a:off x="1736090" y="2873352"/>
                  <a:ext cx="565150" cy="369332"/>
                  <a:chOff x="1736090" y="2873352"/>
                  <a:chExt cx="565150" cy="369332"/>
                </a:xfrm>
              </p:grpSpPr>
              <p:grpSp>
                <p:nvGrpSpPr>
                  <p:cNvPr id="1078" name="Group 327">
                    <a:extLst>
                      <a:ext uri="{FF2B5EF4-FFF2-40B4-BE49-F238E27FC236}">
                        <a16:creationId xmlns:a16="http://schemas.microsoft.com/office/drawing/2014/main" id="{DBFB1141-ABD7-934D-8AA7-11C243E463D5}"/>
                      </a:ext>
                    </a:extLst>
                  </p:cNvPr>
                  <p:cNvGrpSpPr>
                    <a:grpSpLocks/>
                  </p:cNvGrpSpPr>
                  <p:nvPr/>
                </p:nvGrpSpPr>
                <p:grpSpPr bwMode="auto">
                  <a:xfrm>
                    <a:off x="1736090" y="2893762"/>
                    <a:ext cx="565150" cy="292100"/>
                    <a:chOff x="1871277" y="1576300"/>
                    <a:chExt cx="1128371" cy="437861"/>
                  </a:xfrm>
                </p:grpSpPr>
                <p:sp>
                  <p:nvSpPr>
                    <p:cNvPr id="1082" name="Oval 1081">
                      <a:extLst>
                        <a:ext uri="{FF2B5EF4-FFF2-40B4-BE49-F238E27FC236}">
                          <a16:creationId xmlns:a16="http://schemas.microsoft.com/office/drawing/2014/main" id="{20839E50-AD9A-F34D-ADF2-CC6EEB2899F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3" name="Rectangle 1082">
                      <a:extLst>
                        <a:ext uri="{FF2B5EF4-FFF2-40B4-BE49-F238E27FC236}">
                          <a16:creationId xmlns:a16="http://schemas.microsoft.com/office/drawing/2014/main" id="{A87358B7-BD56-CB4F-B1D0-7FD4D96E1FD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Oval 1083">
                      <a:extLst>
                        <a:ext uri="{FF2B5EF4-FFF2-40B4-BE49-F238E27FC236}">
                          <a16:creationId xmlns:a16="http://schemas.microsoft.com/office/drawing/2014/main" id="{96955B75-57D9-E849-8E48-60C1793AAE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5" name="Freeform 1084">
                      <a:extLst>
                        <a:ext uri="{FF2B5EF4-FFF2-40B4-BE49-F238E27FC236}">
                          <a16:creationId xmlns:a16="http://schemas.microsoft.com/office/drawing/2014/main" id="{FB3859DC-298A-DB40-9873-532162B65A4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6" name="Freeform 1085">
                      <a:extLst>
                        <a:ext uri="{FF2B5EF4-FFF2-40B4-BE49-F238E27FC236}">
                          <a16:creationId xmlns:a16="http://schemas.microsoft.com/office/drawing/2014/main" id="{9A326424-F3EB-D348-9E16-65BE23151DC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7" name="Freeform 1086">
                      <a:extLst>
                        <a:ext uri="{FF2B5EF4-FFF2-40B4-BE49-F238E27FC236}">
                          <a16:creationId xmlns:a16="http://schemas.microsoft.com/office/drawing/2014/main" id="{0D7CEEF9-2BDC-DE40-BC1F-272BC1D3E6B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8" name="Freeform 1087">
                      <a:extLst>
                        <a:ext uri="{FF2B5EF4-FFF2-40B4-BE49-F238E27FC236}">
                          <a16:creationId xmlns:a16="http://schemas.microsoft.com/office/drawing/2014/main" id="{ECDB8519-A385-E445-B6D2-305B11AAE7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89" name="Straight Connector 1088">
                      <a:extLst>
                        <a:ext uri="{FF2B5EF4-FFF2-40B4-BE49-F238E27FC236}">
                          <a16:creationId xmlns:a16="http://schemas.microsoft.com/office/drawing/2014/main" id="{04A08060-4B09-E24F-83FD-65DCD15A7032}"/>
                        </a:ext>
                      </a:extLst>
                    </p:cNvPr>
                    <p:cNvCxnSpPr>
                      <a:endCxn id="108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90" name="Straight Connector 1089">
                      <a:extLst>
                        <a:ext uri="{FF2B5EF4-FFF2-40B4-BE49-F238E27FC236}">
                          <a16:creationId xmlns:a16="http://schemas.microsoft.com/office/drawing/2014/main" id="{163D1BB2-10CE-D441-9C5C-7566C46A599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79" name="Group 1078">
                    <a:extLst>
                      <a:ext uri="{FF2B5EF4-FFF2-40B4-BE49-F238E27FC236}">
                        <a16:creationId xmlns:a16="http://schemas.microsoft.com/office/drawing/2014/main" id="{DB44CBE6-0B34-F14C-8665-B725855D2BAD}"/>
                      </a:ext>
                    </a:extLst>
                  </p:cNvPr>
                  <p:cNvGrpSpPr/>
                  <p:nvPr/>
                </p:nvGrpSpPr>
                <p:grpSpPr>
                  <a:xfrm>
                    <a:off x="1770362" y="2873352"/>
                    <a:ext cx="441422" cy="369332"/>
                    <a:chOff x="667045" y="1708643"/>
                    <a:chExt cx="441422" cy="369332"/>
                  </a:xfrm>
                </p:grpSpPr>
                <p:sp>
                  <p:nvSpPr>
                    <p:cNvPr id="1080" name="Oval 1079">
                      <a:extLst>
                        <a:ext uri="{FF2B5EF4-FFF2-40B4-BE49-F238E27FC236}">
                          <a16:creationId xmlns:a16="http://schemas.microsoft.com/office/drawing/2014/main" id="{83160397-2E36-6F4E-BB78-8B545B588F2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1" name="TextBox 1080">
                      <a:extLst>
                        <a:ext uri="{FF2B5EF4-FFF2-40B4-BE49-F238E27FC236}">
                          <a16:creationId xmlns:a16="http://schemas.microsoft.com/office/drawing/2014/main" id="{E5E5804F-B654-A346-BA03-447CCD7BC32F}"/>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1030" name="Group 1029">
                  <a:extLst>
                    <a:ext uri="{FF2B5EF4-FFF2-40B4-BE49-F238E27FC236}">
                      <a16:creationId xmlns:a16="http://schemas.microsoft.com/office/drawing/2014/main" id="{5E96A305-4023-704A-8D22-13C4716E693E}"/>
                    </a:ext>
                  </a:extLst>
                </p:cNvPr>
                <p:cNvGrpSpPr/>
                <p:nvPr/>
              </p:nvGrpSpPr>
              <p:grpSpPr>
                <a:xfrm>
                  <a:off x="1740320" y="4094669"/>
                  <a:ext cx="565150" cy="369332"/>
                  <a:chOff x="1736090" y="2873352"/>
                  <a:chExt cx="565150" cy="369332"/>
                </a:xfrm>
              </p:grpSpPr>
              <p:grpSp>
                <p:nvGrpSpPr>
                  <p:cNvPr id="1065" name="Group 327">
                    <a:extLst>
                      <a:ext uri="{FF2B5EF4-FFF2-40B4-BE49-F238E27FC236}">
                        <a16:creationId xmlns:a16="http://schemas.microsoft.com/office/drawing/2014/main" id="{D747FDA4-4C88-9D47-8305-855711E13E2F}"/>
                      </a:ext>
                    </a:extLst>
                  </p:cNvPr>
                  <p:cNvGrpSpPr>
                    <a:grpSpLocks/>
                  </p:cNvGrpSpPr>
                  <p:nvPr/>
                </p:nvGrpSpPr>
                <p:grpSpPr bwMode="auto">
                  <a:xfrm>
                    <a:off x="1736090" y="2893762"/>
                    <a:ext cx="565150" cy="292100"/>
                    <a:chOff x="1871277" y="1576300"/>
                    <a:chExt cx="1128371" cy="437861"/>
                  </a:xfrm>
                </p:grpSpPr>
                <p:sp>
                  <p:nvSpPr>
                    <p:cNvPr id="1069" name="Oval 1068">
                      <a:extLst>
                        <a:ext uri="{FF2B5EF4-FFF2-40B4-BE49-F238E27FC236}">
                          <a16:creationId xmlns:a16="http://schemas.microsoft.com/office/drawing/2014/main" id="{1B151A5F-F681-D946-9244-71A8EC57347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0" name="Rectangle 1069">
                      <a:extLst>
                        <a:ext uri="{FF2B5EF4-FFF2-40B4-BE49-F238E27FC236}">
                          <a16:creationId xmlns:a16="http://schemas.microsoft.com/office/drawing/2014/main" id="{A2C1E502-CECA-7E46-91F4-CD5F25AE9F8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1" name="Oval 1070">
                      <a:extLst>
                        <a:ext uri="{FF2B5EF4-FFF2-40B4-BE49-F238E27FC236}">
                          <a16:creationId xmlns:a16="http://schemas.microsoft.com/office/drawing/2014/main" id="{36C48F76-D7E7-9749-9E15-DFC6BE9F20A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2" name="Freeform 1071">
                      <a:extLst>
                        <a:ext uri="{FF2B5EF4-FFF2-40B4-BE49-F238E27FC236}">
                          <a16:creationId xmlns:a16="http://schemas.microsoft.com/office/drawing/2014/main" id="{D7CE2495-9819-5243-852A-EA83FB7EA0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3" name="Freeform 1072">
                      <a:extLst>
                        <a:ext uri="{FF2B5EF4-FFF2-40B4-BE49-F238E27FC236}">
                          <a16:creationId xmlns:a16="http://schemas.microsoft.com/office/drawing/2014/main" id="{302E66C6-34A3-EC45-A4E8-A67C69637BD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a16="http://schemas.microsoft.com/office/drawing/2014/main" id="{3F5321FE-4B37-4349-8CC8-E089B20219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5" name="Freeform 1074">
                      <a:extLst>
                        <a:ext uri="{FF2B5EF4-FFF2-40B4-BE49-F238E27FC236}">
                          <a16:creationId xmlns:a16="http://schemas.microsoft.com/office/drawing/2014/main" id="{FF437BA3-131E-3645-B858-E68D026D4C9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76" name="Straight Connector 1075">
                      <a:extLst>
                        <a:ext uri="{FF2B5EF4-FFF2-40B4-BE49-F238E27FC236}">
                          <a16:creationId xmlns:a16="http://schemas.microsoft.com/office/drawing/2014/main" id="{3F578B11-6A18-F74C-9989-A05AA2A37406}"/>
                        </a:ext>
                      </a:extLst>
                    </p:cNvPr>
                    <p:cNvCxnSpPr>
                      <a:endCxn id="107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77" name="Straight Connector 1076">
                      <a:extLst>
                        <a:ext uri="{FF2B5EF4-FFF2-40B4-BE49-F238E27FC236}">
                          <a16:creationId xmlns:a16="http://schemas.microsoft.com/office/drawing/2014/main" id="{248EC359-3525-5E42-8751-35C3A9B8A7C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66" name="Group 1065">
                    <a:extLst>
                      <a:ext uri="{FF2B5EF4-FFF2-40B4-BE49-F238E27FC236}">
                        <a16:creationId xmlns:a16="http://schemas.microsoft.com/office/drawing/2014/main" id="{A65E574C-567C-3747-9EDE-E14287807577}"/>
                      </a:ext>
                    </a:extLst>
                  </p:cNvPr>
                  <p:cNvGrpSpPr/>
                  <p:nvPr/>
                </p:nvGrpSpPr>
                <p:grpSpPr>
                  <a:xfrm>
                    <a:off x="1770362" y="2873352"/>
                    <a:ext cx="441422" cy="369332"/>
                    <a:chOff x="667045" y="1708643"/>
                    <a:chExt cx="441422" cy="369332"/>
                  </a:xfrm>
                </p:grpSpPr>
                <p:sp>
                  <p:nvSpPr>
                    <p:cNvPr id="1067" name="Oval 1066">
                      <a:extLst>
                        <a:ext uri="{FF2B5EF4-FFF2-40B4-BE49-F238E27FC236}">
                          <a16:creationId xmlns:a16="http://schemas.microsoft.com/office/drawing/2014/main" id="{107FD019-1EF0-8445-AE51-848CAF36C9C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8" name="TextBox 1067">
                      <a:extLst>
                        <a:ext uri="{FF2B5EF4-FFF2-40B4-BE49-F238E27FC236}">
                          <a16:creationId xmlns:a16="http://schemas.microsoft.com/office/drawing/2014/main" id="{57DDD4C6-F515-CE46-9264-22DD8A8544B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1031" name="Group 1030">
                  <a:extLst>
                    <a:ext uri="{FF2B5EF4-FFF2-40B4-BE49-F238E27FC236}">
                      <a16:creationId xmlns:a16="http://schemas.microsoft.com/office/drawing/2014/main" id="{D530E660-0014-264A-B1D6-6F66737A05E0}"/>
                    </a:ext>
                  </a:extLst>
                </p:cNvPr>
                <p:cNvGrpSpPr/>
                <p:nvPr/>
              </p:nvGrpSpPr>
              <p:grpSpPr>
                <a:xfrm>
                  <a:off x="2601806" y="3485072"/>
                  <a:ext cx="565150" cy="369332"/>
                  <a:chOff x="1736090" y="2873352"/>
                  <a:chExt cx="565150" cy="369332"/>
                </a:xfrm>
              </p:grpSpPr>
              <p:grpSp>
                <p:nvGrpSpPr>
                  <p:cNvPr id="1052" name="Group 327">
                    <a:extLst>
                      <a:ext uri="{FF2B5EF4-FFF2-40B4-BE49-F238E27FC236}">
                        <a16:creationId xmlns:a16="http://schemas.microsoft.com/office/drawing/2014/main" id="{D477AE5E-640A-8540-B110-A4532B55515E}"/>
                      </a:ext>
                    </a:extLst>
                  </p:cNvPr>
                  <p:cNvGrpSpPr>
                    <a:grpSpLocks/>
                  </p:cNvGrpSpPr>
                  <p:nvPr/>
                </p:nvGrpSpPr>
                <p:grpSpPr bwMode="auto">
                  <a:xfrm>
                    <a:off x="1736090" y="2893762"/>
                    <a:ext cx="565150" cy="292100"/>
                    <a:chOff x="1871277" y="1576300"/>
                    <a:chExt cx="1128371" cy="437861"/>
                  </a:xfrm>
                </p:grpSpPr>
                <p:sp>
                  <p:nvSpPr>
                    <p:cNvPr id="1056" name="Oval 1055">
                      <a:extLst>
                        <a:ext uri="{FF2B5EF4-FFF2-40B4-BE49-F238E27FC236}">
                          <a16:creationId xmlns:a16="http://schemas.microsoft.com/office/drawing/2014/main" id="{C033219E-8D5F-D44A-8A61-F4B8BE9640D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7" name="Rectangle 1056">
                      <a:extLst>
                        <a:ext uri="{FF2B5EF4-FFF2-40B4-BE49-F238E27FC236}">
                          <a16:creationId xmlns:a16="http://schemas.microsoft.com/office/drawing/2014/main" id="{AC334490-7663-4D48-94EB-5D76EDEA134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8" name="Oval 1057">
                      <a:extLst>
                        <a:ext uri="{FF2B5EF4-FFF2-40B4-BE49-F238E27FC236}">
                          <a16:creationId xmlns:a16="http://schemas.microsoft.com/office/drawing/2014/main" id="{D5EF1EC3-2B4A-C84A-B2C8-70340D10FAA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9" name="Freeform 1058">
                      <a:extLst>
                        <a:ext uri="{FF2B5EF4-FFF2-40B4-BE49-F238E27FC236}">
                          <a16:creationId xmlns:a16="http://schemas.microsoft.com/office/drawing/2014/main" id="{9832FD52-D5B0-5241-8BF3-51E03C1023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0" name="Freeform 1059">
                      <a:extLst>
                        <a:ext uri="{FF2B5EF4-FFF2-40B4-BE49-F238E27FC236}">
                          <a16:creationId xmlns:a16="http://schemas.microsoft.com/office/drawing/2014/main" id="{E4186070-339D-304C-A4F0-A2E3AF6FD62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1" name="Freeform 1060">
                      <a:extLst>
                        <a:ext uri="{FF2B5EF4-FFF2-40B4-BE49-F238E27FC236}">
                          <a16:creationId xmlns:a16="http://schemas.microsoft.com/office/drawing/2014/main" id="{18C87C4C-FF28-C64C-B8FD-60AA93E41DC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2" name="Freeform 1061">
                      <a:extLst>
                        <a:ext uri="{FF2B5EF4-FFF2-40B4-BE49-F238E27FC236}">
                          <a16:creationId xmlns:a16="http://schemas.microsoft.com/office/drawing/2014/main" id="{C317B177-A946-9E45-92CA-442B072B2D5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3" name="Straight Connector 1062">
                      <a:extLst>
                        <a:ext uri="{FF2B5EF4-FFF2-40B4-BE49-F238E27FC236}">
                          <a16:creationId xmlns:a16="http://schemas.microsoft.com/office/drawing/2014/main" id="{9E001FBE-D690-BD44-991D-23D39B6C772F}"/>
                        </a:ext>
                      </a:extLst>
                    </p:cNvPr>
                    <p:cNvCxnSpPr>
                      <a:endCxn id="105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64" name="Straight Connector 1063">
                      <a:extLst>
                        <a:ext uri="{FF2B5EF4-FFF2-40B4-BE49-F238E27FC236}">
                          <a16:creationId xmlns:a16="http://schemas.microsoft.com/office/drawing/2014/main" id="{4E11801A-0F78-B645-9708-E660C1812CE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53" name="Group 1052">
                    <a:extLst>
                      <a:ext uri="{FF2B5EF4-FFF2-40B4-BE49-F238E27FC236}">
                        <a16:creationId xmlns:a16="http://schemas.microsoft.com/office/drawing/2014/main" id="{45BB2031-F330-6845-A425-CFE11004879C}"/>
                      </a:ext>
                    </a:extLst>
                  </p:cNvPr>
                  <p:cNvGrpSpPr/>
                  <p:nvPr/>
                </p:nvGrpSpPr>
                <p:grpSpPr>
                  <a:xfrm>
                    <a:off x="1770362" y="2873352"/>
                    <a:ext cx="428460" cy="369332"/>
                    <a:chOff x="667045" y="1708643"/>
                    <a:chExt cx="428460" cy="369332"/>
                  </a:xfrm>
                </p:grpSpPr>
                <p:sp>
                  <p:nvSpPr>
                    <p:cNvPr id="1054" name="Oval 1053">
                      <a:extLst>
                        <a:ext uri="{FF2B5EF4-FFF2-40B4-BE49-F238E27FC236}">
                          <a16:creationId xmlns:a16="http://schemas.microsoft.com/office/drawing/2014/main" id="{3333E946-4DE6-494A-9A01-66977F2CE40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5" name="TextBox 1054">
                      <a:extLst>
                        <a:ext uri="{FF2B5EF4-FFF2-40B4-BE49-F238E27FC236}">
                          <a16:creationId xmlns:a16="http://schemas.microsoft.com/office/drawing/2014/main" id="{684DDE4B-2972-6C4A-A15D-CA2818B42ED3}"/>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1032" name="Group 1031">
                  <a:extLst>
                    <a:ext uri="{FF2B5EF4-FFF2-40B4-BE49-F238E27FC236}">
                      <a16:creationId xmlns:a16="http://schemas.microsoft.com/office/drawing/2014/main" id="{8CE07EB0-F47E-4747-BA65-DE57469144C9}"/>
                    </a:ext>
                  </a:extLst>
                </p:cNvPr>
                <p:cNvGrpSpPr/>
                <p:nvPr/>
              </p:nvGrpSpPr>
              <p:grpSpPr>
                <a:xfrm>
                  <a:off x="833331" y="3478719"/>
                  <a:ext cx="565150" cy="369332"/>
                  <a:chOff x="1736090" y="2873352"/>
                  <a:chExt cx="565150" cy="369332"/>
                </a:xfrm>
              </p:grpSpPr>
              <p:grpSp>
                <p:nvGrpSpPr>
                  <p:cNvPr id="1039" name="Group 327">
                    <a:extLst>
                      <a:ext uri="{FF2B5EF4-FFF2-40B4-BE49-F238E27FC236}">
                        <a16:creationId xmlns:a16="http://schemas.microsoft.com/office/drawing/2014/main" id="{9FD096E4-009C-454B-9581-2E55E4EE50BD}"/>
                      </a:ext>
                    </a:extLst>
                  </p:cNvPr>
                  <p:cNvGrpSpPr>
                    <a:grpSpLocks/>
                  </p:cNvGrpSpPr>
                  <p:nvPr/>
                </p:nvGrpSpPr>
                <p:grpSpPr bwMode="auto">
                  <a:xfrm>
                    <a:off x="1736090" y="2893762"/>
                    <a:ext cx="565150" cy="292100"/>
                    <a:chOff x="1871277" y="1576300"/>
                    <a:chExt cx="1128371" cy="437861"/>
                  </a:xfrm>
                </p:grpSpPr>
                <p:sp>
                  <p:nvSpPr>
                    <p:cNvPr id="1043" name="Oval 1042">
                      <a:extLst>
                        <a:ext uri="{FF2B5EF4-FFF2-40B4-BE49-F238E27FC236}">
                          <a16:creationId xmlns:a16="http://schemas.microsoft.com/office/drawing/2014/main" id="{9B87F5EF-E7B5-1845-B8CC-C47A6679FB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4" name="Rectangle 1043">
                      <a:extLst>
                        <a:ext uri="{FF2B5EF4-FFF2-40B4-BE49-F238E27FC236}">
                          <a16:creationId xmlns:a16="http://schemas.microsoft.com/office/drawing/2014/main" id="{0F087E13-46F9-2A42-9A56-CD5B1B06888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5" name="Oval 1044">
                      <a:extLst>
                        <a:ext uri="{FF2B5EF4-FFF2-40B4-BE49-F238E27FC236}">
                          <a16:creationId xmlns:a16="http://schemas.microsoft.com/office/drawing/2014/main" id="{0301D63A-B313-8A4D-B1D8-A983D85834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6" name="Freeform 1045">
                      <a:extLst>
                        <a:ext uri="{FF2B5EF4-FFF2-40B4-BE49-F238E27FC236}">
                          <a16:creationId xmlns:a16="http://schemas.microsoft.com/office/drawing/2014/main" id="{4E362B7E-420A-3740-BB12-BCE73DE1BC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7" name="Freeform 1046">
                      <a:extLst>
                        <a:ext uri="{FF2B5EF4-FFF2-40B4-BE49-F238E27FC236}">
                          <a16:creationId xmlns:a16="http://schemas.microsoft.com/office/drawing/2014/main" id="{82AAF346-107E-424A-A0F1-E466FE1E2AB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8" name="Freeform 1047">
                      <a:extLst>
                        <a:ext uri="{FF2B5EF4-FFF2-40B4-BE49-F238E27FC236}">
                          <a16:creationId xmlns:a16="http://schemas.microsoft.com/office/drawing/2014/main" id="{BB2AB426-4C1D-3A43-BA01-1EAE2FC02F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9" name="Freeform 1048">
                      <a:extLst>
                        <a:ext uri="{FF2B5EF4-FFF2-40B4-BE49-F238E27FC236}">
                          <a16:creationId xmlns:a16="http://schemas.microsoft.com/office/drawing/2014/main" id="{5B3A91DB-C88F-5644-BFCD-12EC9054C3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a16="http://schemas.microsoft.com/office/drawing/2014/main" id="{4A1E4451-A57B-F747-958A-46201ABEE570}"/>
                        </a:ext>
                      </a:extLst>
                    </p:cNvPr>
                    <p:cNvCxnSpPr>
                      <a:endCxn id="104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51" name="Straight Connector 1050">
                      <a:extLst>
                        <a:ext uri="{FF2B5EF4-FFF2-40B4-BE49-F238E27FC236}">
                          <a16:creationId xmlns:a16="http://schemas.microsoft.com/office/drawing/2014/main" id="{9CE8B3D7-FF8D-2B49-A279-B30F8F6D3A1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40" name="Group 1039">
                    <a:extLst>
                      <a:ext uri="{FF2B5EF4-FFF2-40B4-BE49-F238E27FC236}">
                        <a16:creationId xmlns:a16="http://schemas.microsoft.com/office/drawing/2014/main" id="{60AFBDA7-D8EA-1D41-8A3D-78DBBA347DC7}"/>
                      </a:ext>
                    </a:extLst>
                  </p:cNvPr>
                  <p:cNvGrpSpPr/>
                  <p:nvPr/>
                </p:nvGrpSpPr>
                <p:grpSpPr>
                  <a:xfrm>
                    <a:off x="1770362" y="2873352"/>
                    <a:ext cx="441422" cy="369332"/>
                    <a:chOff x="667045" y="1708643"/>
                    <a:chExt cx="441422" cy="369332"/>
                  </a:xfrm>
                </p:grpSpPr>
                <p:sp>
                  <p:nvSpPr>
                    <p:cNvPr id="1041" name="Oval 1040">
                      <a:extLst>
                        <a:ext uri="{FF2B5EF4-FFF2-40B4-BE49-F238E27FC236}">
                          <a16:creationId xmlns:a16="http://schemas.microsoft.com/office/drawing/2014/main" id="{B44C04C8-C22F-0E40-BFE5-46442F681A3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2" name="TextBox 1041">
                      <a:extLst>
                        <a:ext uri="{FF2B5EF4-FFF2-40B4-BE49-F238E27FC236}">
                          <a16:creationId xmlns:a16="http://schemas.microsoft.com/office/drawing/2014/main" id="{3DA4745A-6B3B-4645-A5E2-6DD5C65F446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1033" name="Straight Connector 1032">
                  <a:extLst>
                    <a:ext uri="{FF2B5EF4-FFF2-40B4-BE49-F238E27FC236}">
                      <a16:creationId xmlns:a16="http://schemas.microsoft.com/office/drawing/2014/main" id="{0FA948A4-19D6-B543-B2C7-122263EA68EF}"/>
                    </a:ext>
                  </a:extLst>
                </p:cNvPr>
                <p:cNvCxnSpPr>
                  <a:stCxn id="1081" idx="2"/>
                  <a:endCxn id="1068"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4" name="Straight Connector 1033">
                  <a:extLst>
                    <a:ext uri="{FF2B5EF4-FFF2-40B4-BE49-F238E27FC236}">
                      <a16:creationId xmlns:a16="http://schemas.microsoft.com/office/drawing/2014/main" id="{93A2528A-2D79-9C44-9154-CEF430467554}"/>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5" name="Straight Connector 1034">
                  <a:extLst>
                    <a:ext uri="{FF2B5EF4-FFF2-40B4-BE49-F238E27FC236}">
                      <a16:creationId xmlns:a16="http://schemas.microsoft.com/office/drawing/2014/main" id="{6BCA322E-7172-0E45-A276-B5C96230E3A5}"/>
                    </a:ext>
                  </a:extLst>
                </p:cNvPr>
                <p:cNvCxnSpPr>
                  <a:stCxn id="1082"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6" name="Straight Connector 1035">
                  <a:extLst>
                    <a:ext uri="{FF2B5EF4-FFF2-40B4-BE49-F238E27FC236}">
                      <a16:creationId xmlns:a16="http://schemas.microsoft.com/office/drawing/2014/main" id="{6ED4BD34-555B-E846-888B-9F26A28C9D7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8" name="Straight Connector 1037">
                  <a:extLst>
                    <a:ext uri="{FF2B5EF4-FFF2-40B4-BE49-F238E27FC236}">
                      <a16:creationId xmlns:a16="http://schemas.microsoft.com/office/drawing/2014/main" id="{22C8F685-9275-D944-96F8-541247ED5EA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94" name="TextBox 1093">
                <a:extLst>
                  <a:ext uri="{FF2B5EF4-FFF2-40B4-BE49-F238E27FC236}">
                    <a16:creationId xmlns:a16="http://schemas.microsoft.com/office/drawing/2014/main" id="{5B090BCE-17C7-4F48-B51A-B30ED15D2A0B}"/>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7" name="Group 6">
            <a:extLst>
              <a:ext uri="{FF2B5EF4-FFF2-40B4-BE49-F238E27FC236}">
                <a16:creationId xmlns:a16="http://schemas.microsoft.com/office/drawing/2014/main" id="{5AD6AB4E-1CAE-9744-B381-27E469100A58}"/>
              </a:ext>
            </a:extLst>
          </p:cNvPr>
          <p:cNvGrpSpPr/>
          <p:nvPr/>
        </p:nvGrpSpPr>
        <p:grpSpPr>
          <a:xfrm>
            <a:off x="1426553" y="4136253"/>
            <a:ext cx="3452487" cy="1719017"/>
            <a:chOff x="1426553" y="4136253"/>
            <a:chExt cx="3452487" cy="1719017"/>
          </a:xfrm>
        </p:grpSpPr>
        <p:grpSp>
          <p:nvGrpSpPr>
            <p:cNvPr id="897" name="Group 896">
              <a:extLst>
                <a:ext uri="{FF2B5EF4-FFF2-40B4-BE49-F238E27FC236}">
                  <a16:creationId xmlns:a16="http://schemas.microsoft.com/office/drawing/2014/main" id="{3CE71B4E-855C-C840-ADE8-6B3004A16E6F}"/>
                </a:ext>
              </a:extLst>
            </p:cNvPr>
            <p:cNvGrpSpPr/>
            <p:nvPr/>
          </p:nvGrpSpPr>
          <p:grpSpPr>
            <a:xfrm>
              <a:off x="1426553" y="4136253"/>
              <a:ext cx="2557336" cy="1719017"/>
              <a:chOff x="-2170772" y="2784954"/>
              <a:chExt cx="2712783" cy="1853712"/>
            </a:xfrm>
          </p:grpSpPr>
          <p:sp>
            <p:nvSpPr>
              <p:cNvPr id="898" name="Freeform 2">
                <a:extLst>
                  <a:ext uri="{FF2B5EF4-FFF2-40B4-BE49-F238E27FC236}">
                    <a16:creationId xmlns:a16="http://schemas.microsoft.com/office/drawing/2014/main" id="{283A80A6-ACCE-9042-8C8B-198A5A1D2CB8}"/>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899" name="Group 898">
                <a:extLst>
                  <a:ext uri="{FF2B5EF4-FFF2-40B4-BE49-F238E27FC236}">
                    <a16:creationId xmlns:a16="http://schemas.microsoft.com/office/drawing/2014/main" id="{9FC17377-884C-414F-8E1D-B308CBDD5468}"/>
                  </a:ext>
                </a:extLst>
              </p:cNvPr>
              <p:cNvGrpSpPr/>
              <p:nvPr/>
            </p:nvGrpSpPr>
            <p:grpSpPr>
              <a:xfrm>
                <a:off x="-1935370" y="2935816"/>
                <a:ext cx="2333625" cy="1590649"/>
                <a:chOff x="833331" y="2873352"/>
                <a:chExt cx="2333625" cy="1590649"/>
              </a:xfrm>
            </p:grpSpPr>
            <p:grpSp>
              <p:nvGrpSpPr>
                <p:cNvPr id="900" name="Group 899">
                  <a:extLst>
                    <a:ext uri="{FF2B5EF4-FFF2-40B4-BE49-F238E27FC236}">
                      <a16:creationId xmlns:a16="http://schemas.microsoft.com/office/drawing/2014/main" id="{D5400FED-619F-F740-84A1-9713262070B8}"/>
                    </a:ext>
                  </a:extLst>
                </p:cNvPr>
                <p:cNvGrpSpPr/>
                <p:nvPr/>
              </p:nvGrpSpPr>
              <p:grpSpPr>
                <a:xfrm>
                  <a:off x="1736090" y="2873352"/>
                  <a:ext cx="565150" cy="369332"/>
                  <a:chOff x="1736090" y="2873352"/>
                  <a:chExt cx="565150" cy="369332"/>
                </a:xfrm>
              </p:grpSpPr>
              <p:grpSp>
                <p:nvGrpSpPr>
                  <p:cNvPr id="949" name="Group 327">
                    <a:extLst>
                      <a:ext uri="{FF2B5EF4-FFF2-40B4-BE49-F238E27FC236}">
                        <a16:creationId xmlns:a16="http://schemas.microsoft.com/office/drawing/2014/main" id="{3B6AB252-179E-4A40-A8FE-EF2AF309DD2A}"/>
                      </a:ext>
                    </a:extLst>
                  </p:cNvPr>
                  <p:cNvGrpSpPr>
                    <a:grpSpLocks/>
                  </p:cNvGrpSpPr>
                  <p:nvPr/>
                </p:nvGrpSpPr>
                <p:grpSpPr bwMode="auto">
                  <a:xfrm>
                    <a:off x="1736090" y="2893762"/>
                    <a:ext cx="565150" cy="292100"/>
                    <a:chOff x="1871277" y="1576300"/>
                    <a:chExt cx="1128371" cy="437861"/>
                  </a:xfrm>
                </p:grpSpPr>
                <p:sp>
                  <p:nvSpPr>
                    <p:cNvPr id="953" name="Oval 952">
                      <a:extLst>
                        <a:ext uri="{FF2B5EF4-FFF2-40B4-BE49-F238E27FC236}">
                          <a16:creationId xmlns:a16="http://schemas.microsoft.com/office/drawing/2014/main" id="{63627FC9-0B3F-664A-9E65-2EC81DABC2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4" name="Rectangle 953">
                      <a:extLst>
                        <a:ext uri="{FF2B5EF4-FFF2-40B4-BE49-F238E27FC236}">
                          <a16:creationId xmlns:a16="http://schemas.microsoft.com/office/drawing/2014/main" id="{3C2079ED-CD34-8048-9B86-CACF3B9546C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5" name="Oval 954">
                      <a:extLst>
                        <a:ext uri="{FF2B5EF4-FFF2-40B4-BE49-F238E27FC236}">
                          <a16:creationId xmlns:a16="http://schemas.microsoft.com/office/drawing/2014/main" id="{55B51C42-698C-934B-8244-908CC3429E1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6" name="Freeform 955">
                      <a:extLst>
                        <a:ext uri="{FF2B5EF4-FFF2-40B4-BE49-F238E27FC236}">
                          <a16:creationId xmlns:a16="http://schemas.microsoft.com/office/drawing/2014/main" id="{1F470D92-6D81-5C4C-A5D6-DF918E6850E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7" name="Freeform 956">
                      <a:extLst>
                        <a:ext uri="{FF2B5EF4-FFF2-40B4-BE49-F238E27FC236}">
                          <a16:creationId xmlns:a16="http://schemas.microsoft.com/office/drawing/2014/main" id="{130139FE-1CE2-364B-989A-ACEA908EB27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8" name="Freeform 957">
                      <a:extLst>
                        <a:ext uri="{FF2B5EF4-FFF2-40B4-BE49-F238E27FC236}">
                          <a16:creationId xmlns:a16="http://schemas.microsoft.com/office/drawing/2014/main" id="{7F6DF920-A2F0-9949-9B9C-25AE50501FF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9" name="Freeform 958">
                      <a:extLst>
                        <a:ext uri="{FF2B5EF4-FFF2-40B4-BE49-F238E27FC236}">
                          <a16:creationId xmlns:a16="http://schemas.microsoft.com/office/drawing/2014/main" id="{22EDDC2B-58FC-C545-AB15-E99619BBD97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0" name="Straight Connector 959">
                      <a:extLst>
                        <a:ext uri="{FF2B5EF4-FFF2-40B4-BE49-F238E27FC236}">
                          <a16:creationId xmlns:a16="http://schemas.microsoft.com/office/drawing/2014/main" id="{4296E775-31B6-5B4B-A5BE-4E02CDD3B469}"/>
                        </a:ext>
                      </a:extLst>
                    </p:cNvPr>
                    <p:cNvCxnSpPr>
                      <a:endCxn id="95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61" name="Straight Connector 960">
                      <a:extLst>
                        <a:ext uri="{FF2B5EF4-FFF2-40B4-BE49-F238E27FC236}">
                          <a16:creationId xmlns:a16="http://schemas.microsoft.com/office/drawing/2014/main" id="{A5D8299F-A42F-854E-9CFB-763B2778FC1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50" name="Group 949">
                    <a:extLst>
                      <a:ext uri="{FF2B5EF4-FFF2-40B4-BE49-F238E27FC236}">
                        <a16:creationId xmlns:a16="http://schemas.microsoft.com/office/drawing/2014/main" id="{1788917B-0238-8B46-BA37-30397FD3DB37}"/>
                      </a:ext>
                    </a:extLst>
                  </p:cNvPr>
                  <p:cNvGrpSpPr/>
                  <p:nvPr/>
                </p:nvGrpSpPr>
                <p:grpSpPr>
                  <a:xfrm>
                    <a:off x="1770362" y="2873352"/>
                    <a:ext cx="441422" cy="369332"/>
                    <a:chOff x="667045" y="1708643"/>
                    <a:chExt cx="441422" cy="369332"/>
                  </a:xfrm>
                </p:grpSpPr>
                <p:sp>
                  <p:nvSpPr>
                    <p:cNvPr id="951" name="Oval 950">
                      <a:extLst>
                        <a:ext uri="{FF2B5EF4-FFF2-40B4-BE49-F238E27FC236}">
                          <a16:creationId xmlns:a16="http://schemas.microsoft.com/office/drawing/2014/main" id="{923AD362-4160-3E4E-AF55-6685C7E4758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2" name="TextBox 951">
                      <a:extLst>
                        <a:ext uri="{FF2B5EF4-FFF2-40B4-BE49-F238E27FC236}">
                          <a16:creationId xmlns:a16="http://schemas.microsoft.com/office/drawing/2014/main" id="{7520A91B-2469-1944-98CE-9FDC18168C2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901" name="Group 900">
                  <a:extLst>
                    <a:ext uri="{FF2B5EF4-FFF2-40B4-BE49-F238E27FC236}">
                      <a16:creationId xmlns:a16="http://schemas.microsoft.com/office/drawing/2014/main" id="{12975416-4654-EF49-B798-E43A6CC08278}"/>
                    </a:ext>
                  </a:extLst>
                </p:cNvPr>
                <p:cNvGrpSpPr/>
                <p:nvPr/>
              </p:nvGrpSpPr>
              <p:grpSpPr>
                <a:xfrm>
                  <a:off x="1740320" y="4094669"/>
                  <a:ext cx="565150" cy="369332"/>
                  <a:chOff x="1736090" y="2873352"/>
                  <a:chExt cx="565150" cy="369332"/>
                </a:xfrm>
              </p:grpSpPr>
              <p:grpSp>
                <p:nvGrpSpPr>
                  <p:cNvPr id="936" name="Group 327">
                    <a:extLst>
                      <a:ext uri="{FF2B5EF4-FFF2-40B4-BE49-F238E27FC236}">
                        <a16:creationId xmlns:a16="http://schemas.microsoft.com/office/drawing/2014/main" id="{74F78B6C-AE11-7F49-B2BF-EE0EB8F3B0C5}"/>
                      </a:ext>
                    </a:extLst>
                  </p:cNvPr>
                  <p:cNvGrpSpPr>
                    <a:grpSpLocks/>
                  </p:cNvGrpSpPr>
                  <p:nvPr/>
                </p:nvGrpSpPr>
                <p:grpSpPr bwMode="auto">
                  <a:xfrm>
                    <a:off x="1736090" y="2893762"/>
                    <a:ext cx="565150" cy="292100"/>
                    <a:chOff x="1871277" y="1576300"/>
                    <a:chExt cx="1128371" cy="437861"/>
                  </a:xfrm>
                </p:grpSpPr>
                <p:sp>
                  <p:nvSpPr>
                    <p:cNvPr id="940" name="Oval 939">
                      <a:extLst>
                        <a:ext uri="{FF2B5EF4-FFF2-40B4-BE49-F238E27FC236}">
                          <a16:creationId xmlns:a16="http://schemas.microsoft.com/office/drawing/2014/main" id="{1B5A764B-9605-254C-B583-FD59CBCA85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1" name="Rectangle 940">
                      <a:extLst>
                        <a:ext uri="{FF2B5EF4-FFF2-40B4-BE49-F238E27FC236}">
                          <a16:creationId xmlns:a16="http://schemas.microsoft.com/office/drawing/2014/main" id="{EF698BA0-40DC-4C4A-AAA0-F66D1A31AD9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2" name="Oval 941">
                      <a:extLst>
                        <a:ext uri="{FF2B5EF4-FFF2-40B4-BE49-F238E27FC236}">
                          <a16:creationId xmlns:a16="http://schemas.microsoft.com/office/drawing/2014/main" id="{6C419D27-1510-E241-A47C-00038206033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3" name="Freeform 942">
                      <a:extLst>
                        <a:ext uri="{FF2B5EF4-FFF2-40B4-BE49-F238E27FC236}">
                          <a16:creationId xmlns:a16="http://schemas.microsoft.com/office/drawing/2014/main" id="{A2E04614-58C7-2840-A2F2-BF95E0C0F81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4" name="Freeform 943">
                      <a:extLst>
                        <a:ext uri="{FF2B5EF4-FFF2-40B4-BE49-F238E27FC236}">
                          <a16:creationId xmlns:a16="http://schemas.microsoft.com/office/drawing/2014/main" id="{A1233B70-4A82-0F47-AB61-0BE325232907}"/>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Freeform 944">
                      <a:extLst>
                        <a:ext uri="{FF2B5EF4-FFF2-40B4-BE49-F238E27FC236}">
                          <a16:creationId xmlns:a16="http://schemas.microsoft.com/office/drawing/2014/main" id="{9A22669E-0B07-3F45-9A7E-2DB8FEC962AE}"/>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6" name="Freeform 945">
                      <a:extLst>
                        <a:ext uri="{FF2B5EF4-FFF2-40B4-BE49-F238E27FC236}">
                          <a16:creationId xmlns:a16="http://schemas.microsoft.com/office/drawing/2014/main" id="{F7FE0282-0EA7-194E-B37D-32B2E192E51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7" name="Straight Connector 946">
                      <a:extLst>
                        <a:ext uri="{FF2B5EF4-FFF2-40B4-BE49-F238E27FC236}">
                          <a16:creationId xmlns:a16="http://schemas.microsoft.com/office/drawing/2014/main" id="{A155E81A-9514-F44D-934B-C83E3DFC7AE0}"/>
                        </a:ext>
                      </a:extLst>
                    </p:cNvPr>
                    <p:cNvCxnSpPr>
                      <a:endCxn id="94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48" name="Straight Connector 947">
                      <a:extLst>
                        <a:ext uri="{FF2B5EF4-FFF2-40B4-BE49-F238E27FC236}">
                          <a16:creationId xmlns:a16="http://schemas.microsoft.com/office/drawing/2014/main" id="{7B997F24-F8DC-FC41-B104-1A9F101D8F8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37" name="Group 936">
                    <a:extLst>
                      <a:ext uri="{FF2B5EF4-FFF2-40B4-BE49-F238E27FC236}">
                        <a16:creationId xmlns:a16="http://schemas.microsoft.com/office/drawing/2014/main" id="{787F07A0-694C-9E4B-A3B3-30FF228A22E8}"/>
                      </a:ext>
                    </a:extLst>
                  </p:cNvPr>
                  <p:cNvGrpSpPr/>
                  <p:nvPr/>
                </p:nvGrpSpPr>
                <p:grpSpPr>
                  <a:xfrm>
                    <a:off x="1770362" y="2873352"/>
                    <a:ext cx="441422" cy="369332"/>
                    <a:chOff x="667045" y="1708643"/>
                    <a:chExt cx="441422" cy="369332"/>
                  </a:xfrm>
                </p:grpSpPr>
                <p:sp>
                  <p:nvSpPr>
                    <p:cNvPr id="938" name="Oval 937">
                      <a:extLst>
                        <a:ext uri="{FF2B5EF4-FFF2-40B4-BE49-F238E27FC236}">
                          <a16:creationId xmlns:a16="http://schemas.microsoft.com/office/drawing/2014/main" id="{9E0669B1-E058-2D4E-953A-8DD7F13C5A2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9" name="TextBox 938">
                      <a:extLst>
                        <a:ext uri="{FF2B5EF4-FFF2-40B4-BE49-F238E27FC236}">
                          <a16:creationId xmlns:a16="http://schemas.microsoft.com/office/drawing/2014/main" id="{AF432F12-5031-CA46-ABD9-511EBDB5A9FE}"/>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902" name="Group 901">
                  <a:extLst>
                    <a:ext uri="{FF2B5EF4-FFF2-40B4-BE49-F238E27FC236}">
                      <a16:creationId xmlns:a16="http://schemas.microsoft.com/office/drawing/2014/main" id="{2DE65FFF-4FAF-694F-9280-D8C20647D5EC}"/>
                    </a:ext>
                  </a:extLst>
                </p:cNvPr>
                <p:cNvGrpSpPr/>
                <p:nvPr/>
              </p:nvGrpSpPr>
              <p:grpSpPr>
                <a:xfrm>
                  <a:off x="2601806" y="3485072"/>
                  <a:ext cx="565150" cy="369332"/>
                  <a:chOff x="1736090" y="2873352"/>
                  <a:chExt cx="565150" cy="369332"/>
                </a:xfrm>
              </p:grpSpPr>
              <p:grpSp>
                <p:nvGrpSpPr>
                  <p:cNvPr id="923" name="Group 327">
                    <a:extLst>
                      <a:ext uri="{FF2B5EF4-FFF2-40B4-BE49-F238E27FC236}">
                        <a16:creationId xmlns:a16="http://schemas.microsoft.com/office/drawing/2014/main" id="{94C911E6-C634-834E-96A6-814FBEC59AEF}"/>
                      </a:ext>
                    </a:extLst>
                  </p:cNvPr>
                  <p:cNvGrpSpPr>
                    <a:grpSpLocks/>
                  </p:cNvGrpSpPr>
                  <p:nvPr/>
                </p:nvGrpSpPr>
                <p:grpSpPr bwMode="auto">
                  <a:xfrm>
                    <a:off x="1736090" y="2893762"/>
                    <a:ext cx="565150" cy="292100"/>
                    <a:chOff x="1871277" y="1576300"/>
                    <a:chExt cx="1128371" cy="437861"/>
                  </a:xfrm>
                </p:grpSpPr>
                <p:sp>
                  <p:nvSpPr>
                    <p:cNvPr id="927" name="Oval 926">
                      <a:extLst>
                        <a:ext uri="{FF2B5EF4-FFF2-40B4-BE49-F238E27FC236}">
                          <a16:creationId xmlns:a16="http://schemas.microsoft.com/office/drawing/2014/main" id="{8C761162-B166-8849-8139-AAD7A2C4F6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8" name="Rectangle 927">
                      <a:extLst>
                        <a:ext uri="{FF2B5EF4-FFF2-40B4-BE49-F238E27FC236}">
                          <a16:creationId xmlns:a16="http://schemas.microsoft.com/office/drawing/2014/main" id="{3D39001E-4533-0B43-905F-AA94CE83908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Oval 928">
                      <a:extLst>
                        <a:ext uri="{FF2B5EF4-FFF2-40B4-BE49-F238E27FC236}">
                          <a16:creationId xmlns:a16="http://schemas.microsoft.com/office/drawing/2014/main" id="{5E71B462-B511-4649-8673-9036C0DEA9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30" name="Freeform 929">
                      <a:extLst>
                        <a:ext uri="{FF2B5EF4-FFF2-40B4-BE49-F238E27FC236}">
                          <a16:creationId xmlns:a16="http://schemas.microsoft.com/office/drawing/2014/main" id="{B49EA1C5-095A-C04B-B8BD-EF8F458959D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a16="http://schemas.microsoft.com/office/drawing/2014/main" id="{C83CC63D-393D-1049-A395-4C928D5F036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2" name="Freeform 931">
                      <a:extLst>
                        <a:ext uri="{FF2B5EF4-FFF2-40B4-BE49-F238E27FC236}">
                          <a16:creationId xmlns:a16="http://schemas.microsoft.com/office/drawing/2014/main" id="{C03181A0-E79F-D844-947E-BF87B8C423F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3" name="Freeform 932">
                      <a:extLst>
                        <a:ext uri="{FF2B5EF4-FFF2-40B4-BE49-F238E27FC236}">
                          <a16:creationId xmlns:a16="http://schemas.microsoft.com/office/drawing/2014/main" id="{83B6EBB9-930D-0C4D-B5BC-C6B4A8EAB72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4" name="Straight Connector 933">
                      <a:extLst>
                        <a:ext uri="{FF2B5EF4-FFF2-40B4-BE49-F238E27FC236}">
                          <a16:creationId xmlns:a16="http://schemas.microsoft.com/office/drawing/2014/main" id="{4A10BE00-6B87-FB46-AD61-287CAD87075B}"/>
                        </a:ext>
                      </a:extLst>
                    </p:cNvPr>
                    <p:cNvCxnSpPr>
                      <a:endCxn id="92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35" name="Straight Connector 934">
                      <a:extLst>
                        <a:ext uri="{FF2B5EF4-FFF2-40B4-BE49-F238E27FC236}">
                          <a16:creationId xmlns:a16="http://schemas.microsoft.com/office/drawing/2014/main" id="{230346D5-8BDD-B745-9227-4A68169D0F5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24" name="Group 923">
                    <a:extLst>
                      <a:ext uri="{FF2B5EF4-FFF2-40B4-BE49-F238E27FC236}">
                        <a16:creationId xmlns:a16="http://schemas.microsoft.com/office/drawing/2014/main" id="{A9A703FA-0296-E94C-917B-41DC9E089E97}"/>
                      </a:ext>
                    </a:extLst>
                  </p:cNvPr>
                  <p:cNvGrpSpPr/>
                  <p:nvPr/>
                </p:nvGrpSpPr>
                <p:grpSpPr>
                  <a:xfrm>
                    <a:off x="1770362" y="2873352"/>
                    <a:ext cx="428460" cy="369332"/>
                    <a:chOff x="667045" y="1708643"/>
                    <a:chExt cx="428460" cy="369332"/>
                  </a:xfrm>
                </p:grpSpPr>
                <p:sp>
                  <p:nvSpPr>
                    <p:cNvPr id="925" name="Oval 924">
                      <a:extLst>
                        <a:ext uri="{FF2B5EF4-FFF2-40B4-BE49-F238E27FC236}">
                          <a16:creationId xmlns:a16="http://schemas.microsoft.com/office/drawing/2014/main" id="{05920D72-FEAD-F249-B9E2-78D387F26886}"/>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6" name="TextBox 925">
                      <a:extLst>
                        <a:ext uri="{FF2B5EF4-FFF2-40B4-BE49-F238E27FC236}">
                          <a16:creationId xmlns:a16="http://schemas.microsoft.com/office/drawing/2014/main" id="{1F2C5EAB-8B45-2540-A28C-11D50EE0598C}"/>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903" name="Group 902">
                  <a:extLst>
                    <a:ext uri="{FF2B5EF4-FFF2-40B4-BE49-F238E27FC236}">
                      <a16:creationId xmlns:a16="http://schemas.microsoft.com/office/drawing/2014/main" id="{12F3CB7B-C396-6F4F-92BE-2E64653DE3ED}"/>
                    </a:ext>
                  </a:extLst>
                </p:cNvPr>
                <p:cNvGrpSpPr/>
                <p:nvPr/>
              </p:nvGrpSpPr>
              <p:grpSpPr>
                <a:xfrm>
                  <a:off x="833331" y="3478719"/>
                  <a:ext cx="565150" cy="369332"/>
                  <a:chOff x="1736090" y="2873352"/>
                  <a:chExt cx="565150" cy="369332"/>
                </a:xfrm>
              </p:grpSpPr>
              <p:grpSp>
                <p:nvGrpSpPr>
                  <p:cNvPr id="910" name="Group 327">
                    <a:extLst>
                      <a:ext uri="{FF2B5EF4-FFF2-40B4-BE49-F238E27FC236}">
                        <a16:creationId xmlns:a16="http://schemas.microsoft.com/office/drawing/2014/main" id="{593ADE02-2BB8-F247-B466-624010934E10}"/>
                      </a:ext>
                    </a:extLst>
                  </p:cNvPr>
                  <p:cNvGrpSpPr>
                    <a:grpSpLocks/>
                  </p:cNvGrpSpPr>
                  <p:nvPr/>
                </p:nvGrpSpPr>
                <p:grpSpPr bwMode="auto">
                  <a:xfrm>
                    <a:off x="1736090" y="2893762"/>
                    <a:ext cx="565150" cy="292100"/>
                    <a:chOff x="1871277" y="1576300"/>
                    <a:chExt cx="1128371" cy="437861"/>
                  </a:xfrm>
                </p:grpSpPr>
                <p:sp>
                  <p:nvSpPr>
                    <p:cNvPr id="914" name="Oval 913">
                      <a:extLst>
                        <a:ext uri="{FF2B5EF4-FFF2-40B4-BE49-F238E27FC236}">
                          <a16:creationId xmlns:a16="http://schemas.microsoft.com/office/drawing/2014/main" id="{87541E56-E5EE-8241-BCBF-55CDA84C2A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5" name="Rectangle 914">
                      <a:extLst>
                        <a:ext uri="{FF2B5EF4-FFF2-40B4-BE49-F238E27FC236}">
                          <a16:creationId xmlns:a16="http://schemas.microsoft.com/office/drawing/2014/main" id="{F465AFB2-2CF1-4A4B-A18C-33598415B48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6" name="Oval 915">
                      <a:extLst>
                        <a:ext uri="{FF2B5EF4-FFF2-40B4-BE49-F238E27FC236}">
                          <a16:creationId xmlns:a16="http://schemas.microsoft.com/office/drawing/2014/main" id="{4B29641F-3D28-C345-94DF-0BB1F9629D6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7" name="Freeform 916">
                      <a:extLst>
                        <a:ext uri="{FF2B5EF4-FFF2-40B4-BE49-F238E27FC236}">
                          <a16:creationId xmlns:a16="http://schemas.microsoft.com/office/drawing/2014/main" id="{6E4AAF8F-2CBD-1142-9EE9-05FE92FF53F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8" name="Freeform 917">
                      <a:extLst>
                        <a:ext uri="{FF2B5EF4-FFF2-40B4-BE49-F238E27FC236}">
                          <a16:creationId xmlns:a16="http://schemas.microsoft.com/office/drawing/2014/main" id="{BA495F97-D82B-5C4E-96B6-E82DB95F35A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9" name="Freeform 918">
                      <a:extLst>
                        <a:ext uri="{FF2B5EF4-FFF2-40B4-BE49-F238E27FC236}">
                          <a16:creationId xmlns:a16="http://schemas.microsoft.com/office/drawing/2014/main" id="{D9B70EFE-CE31-3F47-BEB1-D4C42661C87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Freeform 919">
                      <a:extLst>
                        <a:ext uri="{FF2B5EF4-FFF2-40B4-BE49-F238E27FC236}">
                          <a16:creationId xmlns:a16="http://schemas.microsoft.com/office/drawing/2014/main" id="{C5905B1B-F644-774C-BE19-4510998084D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1" name="Straight Connector 920">
                      <a:extLst>
                        <a:ext uri="{FF2B5EF4-FFF2-40B4-BE49-F238E27FC236}">
                          <a16:creationId xmlns:a16="http://schemas.microsoft.com/office/drawing/2014/main" id="{237AA02A-857C-A247-AC06-55D25854AF8B}"/>
                        </a:ext>
                      </a:extLst>
                    </p:cNvPr>
                    <p:cNvCxnSpPr>
                      <a:endCxn id="91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2" name="Straight Connector 921">
                      <a:extLst>
                        <a:ext uri="{FF2B5EF4-FFF2-40B4-BE49-F238E27FC236}">
                          <a16:creationId xmlns:a16="http://schemas.microsoft.com/office/drawing/2014/main" id="{CAFAEF13-0710-B74C-87F9-9E272EF7406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1" name="Group 910">
                    <a:extLst>
                      <a:ext uri="{FF2B5EF4-FFF2-40B4-BE49-F238E27FC236}">
                        <a16:creationId xmlns:a16="http://schemas.microsoft.com/office/drawing/2014/main" id="{5BE68664-1930-8042-9913-11DBD4621028}"/>
                      </a:ext>
                    </a:extLst>
                  </p:cNvPr>
                  <p:cNvGrpSpPr/>
                  <p:nvPr/>
                </p:nvGrpSpPr>
                <p:grpSpPr>
                  <a:xfrm>
                    <a:off x="1770362" y="2873352"/>
                    <a:ext cx="441422" cy="369332"/>
                    <a:chOff x="667045" y="1708643"/>
                    <a:chExt cx="441422" cy="369332"/>
                  </a:xfrm>
                </p:grpSpPr>
                <p:sp>
                  <p:nvSpPr>
                    <p:cNvPr id="912" name="Oval 911">
                      <a:extLst>
                        <a:ext uri="{FF2B5EF4-FFF2-40B4-BE49-F238E27FC236}">
                          <a16:creationId xmlns:a16="http://schemas.microsoft.com/office/drawing/2014/main" id="{F5C7195A-DF6E-0742-AB8B-F0F4AA6D814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3" name="TextBox 912">
                      <a:extLst>
                        <a:ext uri="{FF2B5EF4-FFF2-40B4-BE49-F238E27FC236}">
                          <a16:creationId xmlns:a16="http://schemas.microsoft.com/office/drawing/2014/main" id="{139118F9-27CD-6746-B00D-B4D69FC9BBF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906" name="Straight Connector 905">
                  <a:extLst>
                    <a:ext uri="{FF2B5EF4-FFF2-40B4-BE49-F238E27FC236}">
                      <a16:creationId xmlns:a16="http://schemas.microsoft.com/office/drawing/2014/main" id="{F8011BB7-12B5-1249-8A24-DAC95B1A596F}"/>
                    </a:ext>
                  </a:extLst>
                </p:cNvPr>
                <p:cNvCxnSpPr>
                  <a:stCxn id="95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7" name="Straight Connector 906">
                  <a:extLst>
                    <a:ext uri="{FF2B5EF4-FFF2-40B4-BE49-F238E27FC236}">
                      <a16:creationId xmlns:a16="http://schemas.microsoft.com/office/drawing/2014/main" id="{3EB6DB0D-6768-7141-8F0D-4A10BD950A1B}"/>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8" name="Straight Connector 907">
                  <a:extLst>
                    <a:ext uri="{FF2B5EF4-FFF2-40B4-BE49-F238E27FC236}">
                      <a16:creationId xmlns:a16="http://schemas.microsoft.com/office/drawing/2014/main" id="{39C8D121-355C-A244-AFDC-F0E389C307B5}"/>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9" name="Straight Connector 908">
                  <a:extLst>
                    <a:ext uri="{FF2B5EF4-FFF2-40B4-BE49-F238E27FC236}">
                      <a16:creationId xmlns:a16="http://schemas.microsoft.com/office/drawing/2014/main" id="{4C27E697-7798-CB49-B8B3-BE726B57990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5" name="TextBox 1094">
              <a:extLst>
                <a:ext uri="{FF2B5EF4-FFF2-40B4-BE49-F238E27FC236}">
                  <a16:creationId xmlns:a16="http://schemas.microsoft.com/office/drawing/2014/main" id="{CE2731EC-DA9C-BD46-8898-CE195B824102}"/>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1091" name="Straight Connector 1090">
              <a:extLst>
                <a:ext uri="{FF2B5EF4-FFF2-40B4-BE49-F238E27FC236}">
                  <a16:creationId xmlns:a16="http://schemas.microsoft.com/office/drawing/2014/main" id="{7AF49A6F-DF6F-0046-AB9E-CBF659230BB7}"/>
                </a:ext>
              </a:extLst>
            </p:cNvPr>
            <p:cNvCxnSpPr>
              <a:cxnSpLocks/>
              <a:stCxn id="9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096" name="Group 1095">
            <a:extLst>
              <a:ext uri="{FF2B5EF4-FFF2-40B4-BE49-F238E27FC236}">
                <a16:creationId xmlns:a16="http://schemas.microsoft.com/office/drawing/2014/main" id="{094D46E7-AC86-5342-B30A-683BA4D5D9C6}"/>
              </a:ext>
            </a:extLst>
          </p:cNvPr>
          <p:cNvGrpSpPr/>
          <p:nvPr/>
        </p:nvGrpSpPr>
        <p:grpSpPr>
          <a:xfrm>
            <a:off x="9501669" y="4809849"/>
            <a:ext cx="1701734" cy="616172"/>
            <a:chOff x="6935906" y="5482318"/>
            <a:chExt cx="1701734" cy="616172"/>
          </a:xfrm>
        </p:grpSpPr>
        <p:grpSp>
          <p:nvGrpSpPr>
            <p:cNvPr id="1097" name="Group 1096">
              <a:extLst>
                <a:ext uri="{FF2B5EF4-FFF2-40B4-BE49-F238E27FC236}">
                  <a16:creationId xmlns:a16="http://schemas.microsoft.com/office/drawing/2014/main" id="{DA43C989-3658-8741-A7E7-9C8437FCD0B2}"/>
                </a:ext>
              </a:extLst>
            </p:cNvPr>
            <p:cNvGrpSpPr/>
            <p:nvPr/>
          </p:nvGrpSpPr>
          <p:grpSpPr>
            <a:xfrm>
              <a:off x="6935906" y="5482318"/>
              <a:ext cx="1701734" cy="616172"/>
              <a:chOff x="6808463" y="5108795"/>
              <a:chExt cx="1701734" cy="616172"/>
            </a:xfrm>
          </p:grpSpPr>
          <p:sp>
            <p:nvSpPr>
              <p:cNvPr id="1099" name="Freeform 2">
                <a:extLst>
                  <a:ext uri="{FF2B5EF4-FFF2-40B4-BE49-F238E27FC236}">
                    <a16:creationId xmlns:a16="http://schemas.microsoft.com/office/drawing/2014/main" id="{04958567-D223-1244-9FE4-AD843F7746FC}"/>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100" name="Group 327">
                <a:extLst>
                  <a:ext uri="{FF2B5EF4-FFF2-40B4-BE49-F238E27FC236}">
                    <a16:creationId xmlns:a16="http://schemas.microsoft.com/office/drawing/2014/main" id="{84E4BF4D-E97B-E24E-A6D6-B265EDFC9945}"/>
                  </a:ext>
                </a:extLst>
              </p:cNvPr>
              <p:cNvGrpSpPr>
                <a:grpSpLocks/>
              </p:cNvGrpSpPr>
              <p:nvPr/>
            </p:nvGrpSpPr>
            <p:grpSpPr bwMode="auto">
              <a:xfrm>
                <a:off x="7908175" y="5241780"/>
                <a:ext cx="536554" cy="263548"/>
                <a:chOff x="1871277" y="1576300"/>
                <a:chExt cx="1128371" cy="437861"/>
              </a:xfrm>
            </p:grpSpPr>
            <p:sp>
              <p:nvSpPr>
                <p:cNvPr id="1104" name="Oval 1103">
                  <a:extLst>
                    <a:ext uri="{FF2B5EF4-FFF2-40B4-BE49-F238E27FC236}">
                      <a16:creationId xmlns:a16="http://schemas.microsoft.com/office/drawing/2014/main" id="{DAE704C8-2A29-1B4B-BF5B-05909D10C28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5" name="Rectangle 1104">
                  <a:extLst>
                    <a:ext uri="{FF2B5EF4-FFF2-40B4-BE49-F238E27FC236}">
                      <a16:creationId xmlns:a16="http://schemas.microsoft.com/office/drawing/2014/main" id="{077DD5B7-6D65-ED4D-B745-4EDC949EDFF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6" name="Oval 1105">
                  <a:extLst>
                    <a:ext uri="{FF2B5EF4-FFF2-40B4-BE49-F238E27FC236}">
                      <a16:creationId xmlns:a16="http://schemas.microsoft.com/office/drawing/2014/main" id="{6BE64947-1735-3144-B4A2-ABC2275021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7" name="Freeform 1106">
                  <a:extLst>
                    <a:ext uri="{FF2B5EF4-FFF2-40B4-BE49-F238E27FC236}">
                      <a16:creationId xmlns:a16="http://schemas.microsoft.com/office/drawing/2014/main" id="{648CF144-8568-D742-997E-9E2FAD84C8D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8" name="Freeform 1107">
                  <a:extLst>
                    <a:ext uri="{FF2B5EF4-FFF2-40B4-BE49-F238E27FC236}">
                      <a16:creationId xmlns:a16="http://schemas.microsoft.com/office/drawing/2014/main" id="{8EB3A668-F785-C94C-AD83-6D22A0B0109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9" name="Freeform 1108">
                  <a:extLst>
                    <a:ext uri="{FF2B5EF4-FFF2-40B4-BE49-F238E27FC236}">
                      <a16:creationId xmlns:a16="http://schemas.microsoft.com/office/drawing/2014/main" id="{5BA38663-B2A4-B242-87C4-EB46CBCD7EE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0" name="Freeform 1109">
                  <a:extLst>
                    <a:ext uri="{FF2B5EF4-FFF2-40B4-BE49-F238E27FC236}">
                      <a16:creationId xmlns:a16="http://schemas.microsoft.com/office/drawing/2014/main" id="{5CB0CAB1-4F9E-1344-9D69-8542575EA5C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111" name="Straight Connector 1110">
                  <a:extLst>
                    <a:ext uri="{FF2B5EF4-FFF2-40B4-BE49-F238E27FC236}">
                      <a16:creationId xmlns:a16="http://schemas.microsoft.com/office/drawing/2014/main" id="{C2C82FB8-3174-E946-A744-1175C0C36CDE}"/>
                    </a:ext>
                  </a:extLst>
                </p:cNvPr>
                <p:cNvCxnSpPr>
                  <a:endCxn id="110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112" name="Straight Connector 1111">
                  <a:extLst>
                    <a:ext uri="{FF2B5EF4-FFF2-40B4-BE49-F238E27FC236}">
                      <a16:creationId xmlns:a16="http://schemas.microsoft.com/office/drawing/2014/main" id="{3B0B07D2-F4AF-E840-BA1B-9DB2017C0D4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101" name="Group 1100">
                <a:extLst>
                  <a:ext uri="{FF2B5EF4-FFF2-40B4-BE49-F238E27FC236}">
                    <a16:creationId xmlns:a16="http://schemas.microsoft.com/office/drawing/2014/main" id="{BA7C8B54-F30A-334B-AF82-1C148CFC4E09}"/>
                  </a:ext>
                </a:extLst>
              </p:cNvPr>
              <p:cNvGrpSpPr/>
              <p:nvPr/>
            </p:nvGrpSpPr>
            <p:grpSpPr>
              <a:xfrm>
                <a:off x="7876581" y="5223365"/>
                <a:ext cx="466894" cy="369332"/>
                <a:chOff x="599495" y="1708643"/>
                <a:chExt cx="491778" cy="409344"/>
              </a:xfrm>
            </p:grpSpPr>
            <p:sp>
              <p:nvSpPr>
                <p:cNvPr id="1102" name="Oval 1101">
                  <a:extLst>
                    <a:ext uri="{FF2B5EF4-FFF2-40B4-BE49-F238E27FC236}">
                      <a16:creationId xmlns:a16="http://schemas.microsoft.com/office/drawing/2014/main" id="{91BF9D40-8E3D-FC44-9E35-3BB43179285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3" name="TextBox 1102">
                  <a:extLst>
                    <a:ext uri="{FF2B5EF4-FFF2-40B4-BE49-F238E27FC236}">
                      <a16:creationId xmlns:a16="http://schemas.microsoft.com/office/drawing/2014/main" id="{71878438-9834-F24C-836D-725DA2AE0DB9}"/>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1098" name="Straight Connector 1097">
              <a:extLst>
                <a:ext uri="{FF2B5EF4-FFF2-40B4-BE49-F238E27FC236}">
                  <a16:creationId xmlns:a16="http://schemas.microsoft.com/office/drawing/2014/main" id="{3337DFCF-46F5-A148-BEB2-5A8915841886}"/>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113" name="Group 117">
            <a:extLst>
              <a:ext uri="{FF2B5EF4-FFF2-40B4-BE49-F238E27FC236}">
                <a16:creationId xmlns:a16="http://schemas.microsoft.com/office/drawing/2014/main" id="{B589F7B1-507B-FD44-9CEF-E598E39E4B09}"/>
              </a:ext>
            </a:extLst>
          </p:cNvPr>
          <p:cNvGrpSpPr>
            <a:grpSpLocks/>
          </p:cNvGrpSpPr>
          <p:nvPr/>
        </p:nvGrpSpPr>
        <p:grpSpPr bwMode="auto">
          <a:xfrm>
            <a:off x="7226784" y="5209495"/>
            <a:ext cx="2481265" cy="884238"/>
            <a:chOff x="2282" y="2446"/>
            <a:chExt cx="1563" cy="557"/>
          </a:xfrm>
        </p:grpSpPr>
        <p:sp>
          <p:nvSpPr>
            <p:cNvPr id="1114" name="AutoShape 118">
              <a:extLst>
                <a:ext uri="{FF2B5EF4-FFF2-40B4-BE49-F238E27FC236}">
                  <a16:creationId xmlns:a16="http://schemas.microsoft.com/office/drawing/2014/main" id="{AEEA9884-A009-5648-BFA1-19478AC1AEA9}"/>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115" name="Text Box 119">
              <a:extLst>
                <a:ext uri="{FF2B5EF4-FFF2-40B4-BE49-F238E27FC236}">
                  <a16:creationId xmlns:a16="http://schemas.microsoft.com/office/drawing/2014/main" id="{AA79C01F-FEFD-4E49-ABC1-9AA41877F079}"/>
                </a:ext>
              </a:extLst>
            </p:cNvPr>
            <p:cNvSpPr txBox="1">
              <a:spLocks noChangeArrowheads="1"/>
            </p:cNvSpPr>
            <p:nvPr/>
          </p:nvSpPr>
          <p:spPr bwMode="auto">
            <a:xfrm>
              <a:off x="2294" y="2677"/>
              <a:ext cx="1551" cy="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effectLst/>
                  <a:uLnTx/>
                  <a:uFillTx/>
                  <a:latin typeface="Arial" charset="0"/>
                  <a:ea typeface="ＭＳ Ｐゴシック" charset="0"/>
                </a:rPr>
                <a:t>BGP advertisement:</a:t>
              </a:r>
            </a:p>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solidFill>
                    <a:srgbClr val="0000A8"/>
                  </a:solidFill>
                  <a:effectLst/>
                  <a:uLnTx/>
                  <a:uFillTx/>
                  <a:latin typeface="Arial" charset="0"/>
                  <a:ea typeface="ＭＳ Ｐゴシック" charset="0"/>
                </a:rPr>
                <a:t>AS3, X</a:t>
              </a:r>
            </a:p>
          </p:txBody>
        </p:sp>
      </p:grpSp>
      <p:cxnSp>
        <p:nvCxnSpPr>
          <p:cNvPr id="1092" name="Straight Connector 1091">
            <a:extLst>
              <a:ext uri="{FF2B5EF4-FFF2-40B4-BE49-F238E27FC236}">
                <a16:creationId xmlns:a16="http://schemas.microsoft.com/office/drawing/2014/main" id="{BA172D50-4798-124B-9512-A8DC98B9062A}"/>
              </a:ext>
            </a:extLst>
          </p:cNvPr>
          <p:cNvCxnSpPr>
            <a:cxnSpLocks/>
            <a:stCxn id="994" idx="5"/>
            <a:endCxn id="1042"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Oval 1">
            <a:extLst>
              <a:ext uri="{FF2B5EF4-FFF2-40B4-BE49-F238E27FC236}">
                <a16:creationId xmlns:a16="http://schemas.microsoft.com/office/drawing/2014/main" id="{139AE326-7798-9269-AA5B-10C136ED1940}"/>
              </a:ext>
            </a:extLst>
          </p:cNvPr>
          <p:cNvSpPr/>
          <p:nvPr/>
        </p:nvSpPr>
        <p:spPr>
          <a:xfrm>
            <a:off x="4407024" y="2727389"/>
            <a:ext cx="3589240" cy="739155"/>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6863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Path attributes and BGP routes</a:t>
            </a:r>
          </a:p>
        </p:txBody>
      </p:sp>
      <p:sp>
        <p:nvSpPr>
          <p:cNvPr id="225" name="Rectangle 3">
            <a:extLst>
              <a:ext uri="{FF2B5EF4-FFF2-40B4-BE49-F238E27FC236}">
                <a16:creationId xmlns:a16="http://schemas.microsoft.com/office/drawing/2014/main" id="{39420582-8708-6949-93FD-0D390E28072C}"/>
              </a:ext>
            </a:extLst>
          </p:cNvPr>
          <p:cNvSpPr txBox="1">
            <a:spLocks noChangeArrowheads="1"/>
          </p:cNvSpPr>
          <p:nvPr/>
        </p:nvSpPr>
        <p:spPr>
          <a:xfrm>
            <a:off x="767350" y="1547660"/>
            <a:ext cx="10957012" cy="504103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90513"/>
            <a:r>
              <a:rPr lang="en-US" sz="3200"/>
              <a:t>BGP advertised route:  prefix + attributes </a:t>
            </a:r>
          </a:p>
          <a:p>
            <a:pPr lvl="1" indent="-290513"/>
            <a:r>
              <a:rPr lang="en-US" sz="2800"/>
              <a:t>prefix: destination being advertised</a:t>
            </a:r>
          </a:p>
          <a:p>
            <a:pPr lvl="1" indent="-290513"/>
            <a:r>
              <a:rPr lang="en-US" sz="2800"/>
              <a:t>two important attributes:</a:t>
            </a:r>
          </a:p>
          <a:p>
            <a:pPr marL="920750" lvl="1" indent="-211138"/>
            <a:r>
              <a:rPr lang="en-US">
                <a:solidFill>
                  <a:srgbClr val="000090"/>
                </a:solidFill>
              </a:rPr>
              <a:t>AS-PATH: </a:t>
            </a:r>
            <a:r>
              <a:rPr lang="en-US"/>
              <a:t>list of ASes through which prefix advertisement has passed</a:t>
            </a:r>
          </a:p>
          <a:p>
            <a:pPr marL="920750" lvl="1" indent="-211138"/>
            <a:r>
              <a:rPr lang="en-US">
                <a:solidFill>
                  <a:srgbClr val="000090"/>
                </a:solidFill>
              </a:rPr>
              <a:t>NEXT-HO</a:t>
            </a:r>
            <a:r>
              <a:rPr lang="en-US">
                <a:solidFill>
                  <a:srgbClr val="0000A8"/>
                </a:solidFill>
              </a:rPr>
              <a:t>P: </a:t>
            </a:r>
            <a:r>
              <a:rPr lang="en-US"/>
              <a:t>indicates specific internal-AS router to next-hop AS</a:t>
            </a:r>
          </a:p>
        </p:txBody>
      </p:sp>
    </p:spTree>
    <p:extLst>
      <p:ext uri="{BB962C8B-B14F-4D97-AF65-F5344CB8AC3E}">
        <p14:creationId xmlns:p14="http://schemas.microsoft.com/office/powerpoint/2010/main" val="236222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
                                            <p:txEl>
                                              <p:pRg st="0" end="0"/>
                                            </p:txEl>
                                          </p:spTgt>
                                        </p:tgtEl>
                                        <p:attrNameLst>
                                          <p:attrName>style.visibility</p:attrName>
                                        </p:attrNameLst>
                                      </p:cBhvr>
                                      <p:to>
                                        <p:strVal val="visible"/>
                                      </p:to>
                                    </p:set>
                                    <p:animEffect transition="in" filter="dissolve">
                                      <p:cBhvr>
                                        <p:cTn id="7" dur="500"/>
                                        <p:tgtEl>
                                          <p:spTgt spid="22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5">
                                            <p:txEl>
                                              <p:pRg st="1" end="1"/>
                                            </p:txEl>
                                          </p:spTgt>
                                        </p:tgtEl>
                                        <p:attrNameLst>
                                          <p:attrName>style.visibility</p:attrName>
                                        </p:attrNameLst>
                                      </p:cBhvr>
                                      <p:to>
                                        <p:strVal val="visible"/>
                                      </p:to>
                                    </p:set>
                                    <p:animEffect transition="in" filter="dissolve">
                                      <p:cBhvr>
                                        <p:cTn id="10" dur="500"/>
                                        <p:tgtEl>
                                          <p:spTgt spid="225">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25">
                                            <p:txEl>
                                              <p:pRg st="2" end="2"/>
                                            </p:txEl>
                                          </p:spTgt>
                                        </p:tgtEl>
                                        <p:attrNameLst>
                                          <p:attrName>style.visibility</p:attrName>
                                        </p:attrNameLst>
                                      </p:cBhvr>
                                      <p:to>
                                        <p:strVal val="visible"/>
                                      </p:to>
                                    </p:set>
                                    <p:animEffect transition="in" filter="dissolve">
                                      <p:cBhvr>
                                        <p:cTn id="13" dur="500"/>
                                        <p:tgtEl>
                                          <p:spTgt spid="225">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25">
                                            <p:txEl>
                                              <p:pRg st="3" end="3"/>
                                            </p:txEl>
                                          </p:spTgt>
                                        </p:tgtEl>
                                        <p:attrNameLst>
                                          <p:attrName>style.visibility</p:attrName>
                                        </p:attrNameLst>
                                      </p:cBhvr>
                                      <p:to>
                                        <p:strVal val="visible"/>
                                      </p:to>
                                    </p:set>
                                    <p:animEffect transition="in" filter="dissolve">
                                      <p:cBhvr>
                                        <p:cTn id="16" dur="500"/>
                                        <p:tgtEl>
                                          <p:spTgt spid="225">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5">
                                            <p:txEl>
                                              <p:pRg st="4" end="4"/>
                                            </p:txEl>
                                          </p:spTgt>
                                        </p:tgtEl>
                                        <p:attrNameLst>
                                          <p:attrName>style.visibility</p:attrName>
                                        </p:attrNameLst>
                                      </p:cBhvr>
                                      <p:to>
                                        <p:strVal val="visible"/>
                                      </p:to>
                                    </p:set>
                                    <p:animEffect transition="in" filter="dissolve">
                                      <p:cBhvr>
                                        <p:cTn id="19" dur="500"/>
                                        <p:tgtEl>
                                          <p:spTgt spid="2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Path attributes and BGP routes</a:t>
            </a:r>
          </a:p>
        </p:txBody>
      </p:sp>
      <p:sp>
        <p:nvSpPr>
          <p:cNvPr id="225" name="Rectangle 3">
            <a:extLst>
              <a:ext uri="{FF2B5EF4-FFF2-40B4-BE49-F238E27FC236}">
                <a16:creationId xmlns:a16="http://schemas.microsoft.com/office/drawing/2014/main" id="{39420582-8708-6949-93FD-0D390E28072C}"/>
              </a:ext>
            </a:extLst>
          </p:cNvPr>
          <p:cNvSpPr txBox="1">
            <a:spLocks noChangeArrowheads="1"/>
          </p:cNvSpPr>
          <p:nvPr/>
        </p:nvSpPr>
        <p:spPr>
          <a:xfrm>
            <a:off x="767350" y="1547660"/>
            <a:ext cx="10957012" cy="504103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90513"/>
            <a:r>
              <a:rPr lang="en-US" sz="3200"/>
              <a:t>BGP advertised route:  prefix + attributes </a:t>
            </a:r>
          </a:p>
          <a:p>
            <a:pPr lvl="1" indent="-290513"/>
            <a:r>
              <a:rPr lang="en-US" sz="2800"/>
              <a:t>prefix: destination being advertised</a:t>
            </a:r>
          </a:p>
          <a:p>
            <a:pPr lvl="1" indent="-290513"/>
            <a:r>
              <a:rPr lang="en-US" sz="2800"/>
              <a:t>two important attributes:</a:t>
            </a:r>
          </a:p>
          <a:p>
            <a:pPr marL="920750" lvl="1" indent="-211138"/>
            <a:r>
              <a:rPr lang="en-US">
                <a:solidFill>
                  <a:srgbClr val="000090"/>
                </a:solidFill>
              </a:rPr>
              <a:t>AS-PATH: </a:t>
            </a:r>
            <a:r>
              <a:rPr lang="en-US"/>
              <a:t>list of ASes through which prefix advertisement has passed</a:t>
            </a:r>
          </a:p>
          <a:p>
            <a:pPr marL="920750" lvl="1" indent="-211138"/>
            <a:r>
              <a:rPr lang="en-US">
                <a:solidFill>
                  <a:srgbClr val="000090"/>
                </a:solidFill>
              </a:rPr>
              <a:t>NEXT-HO</a:t>
            </a:r>
            <a:r>
              <a:rPr lang="en-US">
                <a:solidFill>
                  <a:srgbClr val="0000A8"/>
                </a:solidFill>
              </a:rPr>
              <a:t>P: </a:t>
            </a:r>
            <a:r>
              <a:rPr lang="en-US"/>
              <a:t>indicates specific internal-AS router to next-hop AS</a:t>
            </a:r>
          </a:p>
        </p:txBody>
      </p:sp>
      <p:cxnSp>
        <p:nvCxnSpPr>
          <p:cNvPr id="4" name="Straight Arrow Connector 3">
            <a:extLst>
              <a:ext uri="{FF2B5EF4-FFF2-40B4-BE49-F238E27FC236}">
                <a16:creationId xmlns:a16="http://schemas.microsoft.com/office/drawing/2014/main" id="{8979AB03-E873-83EE-46DD-1E0D16EC6AF7}"/>
              </a:ext>
            </a:extLst>
          </p:cNvPr>
          <p:cNvCxnSpPr/>
          <p:nvPr/>
        </p:nvCxnSpPr>
        <p:spPr>
          <a:xfrm flipH="1" flipV="1">
            <a:off x="9993086" y="3314700"/>
            <a:ext cx="816428" cy="104502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7A19DDD-1331-D115-4A8E-699EC68F000B}"/>
              </a:ext>
            </a:extLst>
          </p:cNvPr>
          <p:cNvSpPr txBox="1"/>
          <p:nvPr/>
        </p:nvSpPr>
        <p:spPr>
          <a:xfrm>
            <a:off x="5405709" y="4359729"/>
            <a:ext cx="6318653" cy="1569660"/>
          </a:xfrm>
          <a:prstGeom prst="rect">
            <a:avLst/>
          </a:prstGeom>
          <a:noFill/>
          <a:ln w="31750">
            <a:solidFill>
              <a:srgbClr val="C00000"/>
            </a:solidFill>
          </a:ln>
        </p:spPr>
        <p:txBody>
          <a:bodyPr wrap="square" rtlCol="0">
            <a:spAutoFit/>
          </a:bodyPr>
          <a:lstStyle/>
          <a:p>
            <a:pPr marL="342900" indent="-342900">
              <a:buFont typeface="Arial" panose="020B0604020202020204" pitchFamily="34" charset="0"/>
              <a:buChar char="•"/>
            </a:pPr>
            <a:r>
              <a:rPr lang="en-US" sz="2400"/>
              <a:t>Path vector routing</a:t>
            </a:r>
          </a:p>
          <a:p>
            <a:pPr marL="342900" indent="-342900">
              <a:buFont typeface="Arial" panose="020B0604020202020204" pitchFamily="34" charset="0"/>
              <a:buChar char="•"/>
            </a:pPr>
            <a:r>
              <a:rPr lang="en-US" sz="2400"/>
              <a:t>As opposed to distance vector</a:t>
            </a:r>
          </a:p>
          <a:p>
            <a:pPr marL="342900" indent="-342900">
              <a:buFont typeface="Arial" panose="020B0604020202020204" pitchFamily="34" charset="0"/>
              <a:buChar char="•"/>
            </a:pPr>
            <a:r>
              <a:rPr lang="en-US" sz="2400"/>
              <a:t>Avoids ”count-to-infinity”-like problems (e.g., easy to detect loops in the path)</a:t>
            </a:r>
          </a:p>
        </p:txBody>
      </p:sp>
    </p:spTree>
    <p:extLst>
      <p:ext uri="{BB962C8B-B14F-4D97-AF65-F5344CB8AC3E}">
        <p14:creationId xmlns:p14="http://schemas.microsoft.com/office/powerpoint/2010/main" val="167819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basics</a:t>
            </a:r>
          </a:p>
        </p:txBody>
      </p:sp>
      <p:sp>
        <p:nvSpPr>
          <p:cNvPr id="229" name="Rectangle 4">
            <a:extLst>
              <a:ext uri="{FF2B5EF4-FFF2-40B4-BE49-F238E27FC236}">
                <a16:creationId xmlns:a16="http://schemas.microsoft.com/office/drawing/2014/main" id="{DCAA8DA2-D27E-D149-BF59-3D35D2D4D206}"/>
              </a:ext>
            </a:extLst>
          </p:cNvPr>
          <p:cNvSpPr txBox="1">
            <a:spLocks noChangeArrowheads="1"/>
          </p:cNvSpPr>
          <p:nvPr/>
        </p:nvSpPr>
        <p:spPr>
          <a:xfrm>
            <a:off x="952500" y="2841538"/>
            <a:ext cx="10972278" cy="123402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2575" indent="-282575"/>
            <a:r>
              <a:rPr lang="en-US"/>
              <a:t>when AS3 gateway 3a advertises </a:t>
            </a:r>
            <a:r>
              <a:rPr lang="en-US">
                <a:solidFill>
                  <a:srgbClr val="0000A8"/>
                </a:solidFill>
              </a:rPr>
              <a:t>path </a:t>
            </a:r>
            <a:r>
              <a:rPr lang="en-US" sz="2400">
                <a:solidFill>
                  <a:srgbClr val="0000A8"/>
                </a:solidFill>
              </a:rPr>
              <a:t>AS3,X </a:t>
            </a:r>
            <a:r>
              <a:rPr lang="en-US"/>
              <a:t>to AS2 gateway 2c:</a:t>
            </a:r>
          </a:p>
          <a:p>
            <a:pPr marL="685800" lvl="1" indent="-228600"/>
            <a:r>
              <a:rPr lang="en-US"/>
              <a:t>AS3 </a:t>
            </a:r>
            <a:r>
              <a:rPr lang="en-US" i="1">
                <a:solidFill>
                  <a:srgbClr val="0000A8"/>
                </a:solidFill>
              </a:rPr>
              <a:t>promises</a:t>
            </a:r>
            <a:r>
              <a:rPr lang="en-US"/>
              <a:t> to AS2 it will forward datagrams towards X</a:t>
            </a:r>
          </a:p>
          <a:p>
            <a:pPr marL="0" indent="0">
              <a:buFont typeface="Wingdings" pitchFamily="2" charset="2"/>
              <a:buNone/>
            </a:pPr>
            <a:endParaRPr lang="en-US" sz="2000">
              <a:latin typeface="Gill Sans MT" charset="0"/>
            </a:endParaRPr>
          </a:p>
        </p:txBody>
      </p:sp>
      <p:sp>
        <p:nvSpPr>
          <p:cNvPr id="230" name="Rectangle 116">
            <a:extLst>
              <a:ext uri="{FF2B5EF4-FFF2-40B4-BE49-F238E27FC236}">
                <a16:creationId xmlns:a16="http://schemas.microsoft.com/office/drawing/2014/main" id="{8C17C2DE-65A0-B34D-B3A2-D8B3B612841B}"/>
              </a:ext>
            </a:extLst>
          </p:cNvPr>
          <p:cNvSpPr>
            <a:spLocks noChangeArrowheads="1"/>
          </p:cNvSpPr>
          <p:nvPr/>
        </p:nvSpPr>
        <p:spPr bwMode="auto">
          <a:xfrm>
            <a:off x="952500" y="1307971"/>
            <a:ext cx="10784388" cy="1235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spcBef>
                <a:spcPct val="20000"/>
              </a:spcBef>
              <a:buClr>
                <a:srgbClr val="000099"/>
              </a:buClr>
              <a:buSzPct val="100000"/>
              <a:buFont typeface="Wingdings" charset="2"/>
              <a:buChar char="§"/>
            </a:pPr>
            <a:r>
              <a:rPr lang="en-US" sz="2800">
                <a:solidFill>
                  <a:srgbClr val="CC0000"/>
                </a:solidFill>
              </a:rPr>
              <a:t>BGP session:</a:t>
            </a:r>
            <a:r>
              <a:rPr lang="en-US" sz="2800">
                <a:solidFill>
                  <a:srgbClr val="FF0000"/>
                </a:solidFill>
              </a:rPr>
              <a:t> </a:t>
            </a:r>
            <a:r>
              <a:rPr lang="en-US" sz="2800"/>
              <a:t>two BGP routers (“</a:t>
            </a:r>
            <a:r>
              <a:rPr lang="en-US" altLang="ja-JP" sz="2800"/>
              <a:t>peers”) exchange BGP messages over TCP connection:</a:t>
            </a:r>
          </a:p>
          <a:p>
            <a:pPr marL="685800" lvl="1" indent="-228600">
              <a:lnSpc>
                <a:spcPct val="85000"/>
              </a:lnSpc>
              <a:spcBef>
                <a:spcPct val="20000"/>
              </a:spcBef>
              <a:buClr>
                <a:srgbClr val="000099"/>
              </a:buClr>
              <a:buFont typeface="Arial"/>
              <a:buChar char="•"/>
            </a:pPr>
            <a:r>
              <a:rPr lang="en-US" sz="2400">
                <a:cs typeface="Gill Sans MT"/>
              </a:rPr>
              <a:t>advertising </a:t>
            </a:r>
            <a:r>
              <a:rPr lang="en-US" sz="2400" i="1">
                <a:solidFill>
                  <a:srgbClr val="0000A8"/>
                </a:solidFill>
                <a:cs typeface="Gill Sans MT"/>
              </a:rPr>
              <a:t>paths</a:t>
            </a:r>
            <a:r>
              <a:rPr lang="en-US" sz="2400">
                <a:solidFill>
                  <a:srgbClr val="0000A8"/>
                </a:solidFill>
                <a:cs typeface="Gill Sans MT"/>
              </a:rPr>
              <a:t> </a:t>
            </a:r>
            <a:r>
              <a:rPr lang="en-US" sz="2400">
                <a:cs typeface="Gill Sans MT"/>
              </a:rPr>
              <a:t>to different destination network prefixes (BGP  is a “</a:t>
            </a:r>
            <a:r>
              <a:rPr lang="en-US" altLang="ja-JP" sz="2400">
                <a:cs typeface="Gill Sans MT"/>
              </a:rPr>
              <a:t>path vector” protocol)</a:t>
            </a:r>
            <a:endParaRPr lang="en-US" sz="2400">
              <a:solidFill>
                <a:srgbClr val="FF0000"/>
              </a:solidFill>
              <a:cs typeface="Gill Sans MT"/>
            </a:endParaRPr>
          </a:p>
        </p:txBody>
      </p:sp>
      <p:grpSp>
        <p:nvGrpSpPr>
          <p:cNvPr id="8" name="Group 7">
            <a:extLst>
              <a:ext uri="{FF2B5EF4-FFF2-40B4-BE49-F238E27FC236}">
                <a16:creationId xmlns:a16="http://schemas.microsoft.com/office/drawing/2014/main" id="{7C674B87-B4BA-724F-B30D-3B31649B8484}"/>
              </a:ext>
            </a:extLst>
          </p:cNvPr>
          <p:cNvGrpSpPr/>
          <p:nvPr/>
        </p:nvGrpSpPr>
        <p:grpSpPr>
          <a:xfrm>
            <a:off x="4625977" y="4850481"/>
            <a:ext cx="2545688" cy="1720535"/>
            <a:chOff x="4625977" y="4850481"/>
            <a:chExt cx="2545688" cy="1720535"/>
          </a:xfrm>
        </p:grpSpPr>
        <p:grpSp>
          <p:nvGrpSpPr>
            <p:cNvPr id="962" name="Group 961">
              <a:extLst>
                <a:ext uri="{FF2B5EF4-FFF2-40B4-BE49-F238E27FC236}">
                  <a16:creationId xmlns:a16="http://schemas.microsoft.com/office/drawing/2014/main" id="{8F9DA6AD-85D5-0849-B2A3-E35267E2902B}"/>
                </a:ext>
              </a:extLst>
            </p:cNvPr>
            <p:cNvGrpSpPr/>
            <p:nvPr/>
          </p:nvGrpSpPr>
          <p:grpSpPr>
            <a:xfrm>
              <a:off x="4625977" y="4850481"/>
              <a:ext cx="2545688" cy="1720535"/>
              <a:chOff x="-2170772" y="2784954"/>
              <a:chExt cx="2712783" cy="1853712"/>
            </a:xfrm>
          </p:grpSpPr>
          <p:sp>
            <p:nvSpPr>
              <p:cNvPr id="963" name="Freeform 2">
                <a:extLst>
                  <a:ext uri="{FF2B5EF4-FFF2-40B4-BE49-F238E27FC236}">
                    <a16:creationId xmlns:a16="http://schemas.microsoft.com/office/drawing/2014/main" id="{47CA5C69-ECB9-9243-BCB2-19799366B83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964" name="Group 963">
                <a:extLst>
                  <a:ext uri="{FF2B5EF4-FFF2-40B4-BE49-F238E27FC236}">
                    <a16:creationId xmlns:a16="http://schemas.microsoft.com/office/drawing/2014/main" id="{47F10EB0-0B3F-2C4A-8FCF-EA8D8DC5F8A6}"/>
                  </a:ext>
                </a:extLst>
              </p:cNvPr>
              <p:cNvGrpSpPr/>
              <p:nvPr/>
            </p:nvGrpSpPr>
            <p:grpSpPr>
              <a:xfrm>
                <a:off x="-1935370" y="2935816"/>
                <a:ext cx="2333625" cy="1590649"/>
                <a:chOff x="833331" y="2873352"/>
                <a:chExt cx="2333625" cy="1590649"/>
              </a:xfrm>
            </p:grpSpPr>
            <p:grpSp>
              <p:nvGrpSpPr>
                <p:cNvPr id="965" name="Group 964">
                  <a:extLst>
                    <a:ext uri="{FF2B5EF4-FFF2-40B4-BE49-F238E27FC236}">
                      <a16:creationId xmlns:a16="http://schemas.microsoft.com/office/drawing/2014/main" id="{92EEF5F0-55EF-074D-AF81-D0B81445743A}"/>
                    </a:ext>
                  </a:extLst>
                </p:cNvPr>
                <p:cNvGrpSpPr/>
                <p:nvPr/>
              </p:nvGrpSpPr>
              <p:grpSpPr>
                <a:xfrm>
                  <a:off x="1736090" y="2873352"/>
                  <a:ext cx="565150" cy="369332"/>
                  <a:chOff x="1736090" y="2873352"/>
                  <a:chExt cx="565150" cy="369332"/>
                </a:xfrm>
              </p:grpSpPr>
              <p:grpSp>
                <p:nvGrpSpPr>
                  <p:cNvPr id="1014" name="Group 327">
                    <a:extLst>
                      <a:ext uri="{FF2B5EF4-FFF2-40B4-BE49-F238E27FC236}">
                        <a16:creationId xmlns:a16="http://schemas.microsoft.com/office/drawing/2014/main" id="{9099EC2B-37EA-0C44-A088-AA0BEFBABEF8}"/>
                      </a:ext>
                    </a:extLst>
                  </p:cNvPr>
                  <p:cNvGrpSpPr>
                    <a:grpSpLocks/>
                  </p:cNvGrpSpPr>
                  <p:nvPr/>
                </p:nvGrpSpPr>
                <p:grpSpPr bwMode="auto">
                  <a:xfrm>
                    <a:off x="1736090" y="2893762"/>
                    <a:ext cx="565150" cy="292100"/>
                    <a:chOff x="1871277" y="1576300"/>
                    <a:chExt cx="1128371" cy="437861"/>
                  </a:xfrm>
                </p:grpSpPr>
                <p:sp>
                  <p:nvSpPr>
                    <p:cNvPr id="1018" name="Oval 1017">
                      <a:extLst>
                        <a:ext uri="{FF2B5EF4-FFF2-40B4-BE49-F238E27FC236}">
                          <a16:creationId xmlns:a16="http://schemas.microsoft.com/office/drawing/2014/main" id="{06383681-CBA2-9F48-A51E-F788141B774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19" name="Rectangle 1018">
                      <a:extLst>
                        <a:ext uri="{FF2B5EF4-FFF2-40B4-BE49-F238E27FC236}">
                          <a16:creationId xmlns:a16="http://schemas.microsoft.com/office/drawing/2014/main" id="{C97104E9-B1EC-7E41-B759-021AFA8E645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0" name="Oval 1019">
                      <a:extLst>
                        <a:ext uri="{FF2B5EF4-FFF2-40B4-BE49-F238E27FC236}">
                          <a16:creationId xmlns:a16="http://schemas.microsoft.com/office/drawing/2014/main" id="{BF9F014E-B0FD-F247-A45F-A48C1CFFDE4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21" name="Freeform 1020">
                      <a:extLst>
                        <a:ext uri="{FF2B5EF4-FFF2-40B4-BE49-F238E27FC236}">
                          <a16:creationId xmlns:a16="http://schemas.microsoft.com/office/drawing/2014/main" id="{61599743-05A4-1146-8FBE-0F906AA7C65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2" name="Freeform 1021">
                      <a:extLst>
                        <a:ext uri="{FF2B5EF4-FFF2-40B4-BE49-F238E27FC236}">
                          <a16:creationId xmlns:a16="http://schemas.microsoft.com/office/drawing/2014/main" id="{C12C52A6-B76E-504C-A6F5-1BB5FBE50DA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3" name="Freeform 1022">
                      <a:extLst>
                        <a:ext uri="{FF2B5EF4-FFF2-40B4-BE49-F238E27FC236}">
                          <a16:creationId xmlns:a16="http://schemas.microsoft.com/office/drawing/2014/main" id="{16FD35BC-2DCF-F147-823E-1C428EC4F07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4" name="Freeform 1023">
                      <a:extLst>
                        <a:ext uri="{FF2B5EF4-FFF2-40B4-BE49-F238E27FC236}">
                          <a16:creationId xmlns:a16="http://schemas.microsoft.com/office/drawing/2014/main" id="{B43EF249-F243-EB4A-BFD2-58BAB022F4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5" name="Straight Connector 1024">
                      <a:extLst>
                        <a:ext uri="{FF2B5EF4-FFF2-40B4-BE49-F238E27FC236}">
                          <a16:creationId xmlns:a16="http://schemas.microsoft.com/office/drawing/2014/main" id="{E53DFABB-EBD9-034A-9DB9-C96A270F2368}"/>
                        </a:ext>
                      </a:extLst>
                    </p:cNvPr>
                    <p:cNvCxnSpPr>
                      <a:endCxn id="10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26" name="Straight Connector 1025">
                      <a:extLst>
                        <a:ext uri="{FF2B5EF4-FFF2-40B4-BE49-F238E27FC236}">
                          <a16:creationId xmlns:a16="http://schemas.microsoft.com/office/drawing/2014/main" id="{5916D393-831E-B742-8DE4-79D7248B8F4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15" name="Group 1014">
                    <a:extLst>
                      <a:ext uri="{FF2B5EF4-FFF2-40B4-BE49-F238E27FC236}">
                        <a16:creationId xmlns:a16="http://schemas.microsoft.com/office/drawing/2014/main" id="{C264299E-26BE-1F42-94CE-1F9FBD298757}"/>
                      </a:ext>
                    </a:extLst>
                  </p:cNvPr>
                  <p:cNvGrpSpPr/>
                  <p:nvPr/>
                </p:nvGrpSpPr>
                <p:grpSpPr>
                  <a:xfrm>
                    <a:off x="1770362" y="2873352"/>
                    <a:ext cx="441422" cy="369332"/>
                    <a:chOff x="667045" y="1708643"/>
                    <a:chExt cx="441422" cy="369332"/>
                  </a:xfrm>
                </p:grpSpPr>
                <p:sp>
                  <p:nvSpPr>
                    <p:cNvPr id="1016" name="Oval 1015">
                      <a:extLst>
                        <a:ext uri="{FF2B5EF4-FFF2-40B4-BE49-F238E27FC236}">
                          <a16:creationId xmlns:a16="http://schemas.microsoft.com/office/drawing/2014/main" id="{47D37841-E845-004B-A7D0-AEC5E1F8BD7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7" name="TextBox 1016">
                      <a:extLst>
                        <a:ext uri="{FF2B5EF4-FFF2-40B4-BE49-F238E27FC236}">
                          <a16:creationId xmlns:a16="http://schemas.microsoft.com/office/drawing/2014/main" id="{0523D9FC-EEC1-2947-959E-941AD744966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966" name="Group 965">
                  <a:extLst>
                    <a:ext uri="{FF2B5EF4-FFF2-40B4-BE49-F238E27FC236}">
                      <a16:creationId xmlns:a16="http://schemas.microsoft.com/office/drawing/2014/main" id="{B7FC3005-A2CD-E84D-BA1F-366A68D58FAE}"/>
                    </a:ext>
                  </a:extLst>
                </p:cNvPr>
                <p:cNvGrpSpPr/>
                <p:nvPr/>
              </p:nvGrpSpPr>
              <p:grpSpPr>
                <a:xfrm>
                  <a:off x="1740320" y="4094669"/>
                  <a:ext cx="565150" cy="369332"/>
                  <a:chOff x="1736090" y="2873352"/>
                  <a:chExt cx="565150" cy="369332"/>
                </a:xfrm>
              </p:grpSpPr>
              <p:grpSp>
                <p:nvGrpSpPr>
                  <p:cNvPr id="1001" name="Group 327">
                    <a:extLst>
                      <a:ext uri="{FF2B5EF4-FFF2-40B4-BE49-F238E27FC236}">
                        <a16:creationId xmlns:a16="http://schemas.microsoft.com/office/drawing/2014/main" id="{3B81F62B-02C3-584F-81B5-BF82FDBEC3ED}"/>
                      </a:ext>
                    </a:extLst>
                  </p:cNvPr>
                  <p:cNvGrpSpPr>
                    <a:grpSpLocks/>
                  </p:cNvGrpSpPr>
                  <p:nvPr/>
                </p:nvGrpSpPr>
                <p:grpSpPr bwMode="auto">
                  <a:xfrm>
                    <a:off x="1736090" y="2893762"/>
                    <a:ext cx="565150" cy="292100"/>
                    <a:chOff x="1871277" y="1576300"/>
                    <a:chExt cx="1128371" cy="437861"/>
                  </a:xfrm>
                </p:grpSpPr>
                <p:sp>
                  <p:nvSpPr>
                    <p:cNvPr id="1005" name="Oval 1004">
                      <a:extLst>
                        <a:ext uri="{FF2B5EF4-FFF2-40B4-BE49-F238E27FC236}">
                          <a16:creationId xmlns:a16="http://schemas.microsoft.com/office/drawing/2014/main" id="{689F06F8-658D-4041-9E29-B3A90F77D7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6" name="Rectangle 1005">
                      <a:extLst>
                        <a:ext uri="{FF2B5EF4-FFF2-40B4-BE49-F238E27FC236}">
                          <a16:creationId xmlns:a16="http://schemas.microsoft.com/office/drawing/2014/main" id="{404921C5-F47B-5C4E-8BD9-97DA2678903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Oval 1006">
                      <a:extLst>
                        <a:ext uri="{FF2B5EF4-FFF2-40B4-BE49-F238E27FC236}">
                          <a16:creationId xmlns:a16="http://schemas.microsoft.com/office/drawing/2014/main" id="{0D6B9DCC-966F-8747-91CA-CE410A339C3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8" name="Freeform 1007">
                      <a:extLst>
                        <a:ext uri="{FF2B5EF4-FFF2-40B4-BE49-F238E27FC236}">
                          <a16:creationId xmlns:a16="http://schemas.microsoft.com/office/drawing/2014/main" id="{91138181-1C39-4443-AD4F-304207B3231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9" name="Freeform 1008">
                      <a:extLst>
                        <a:ext uri="{FF2B5EF4-FFF2-40B4-BE49-F238E27FC236}">
                          <a16:creationId xmlns:a16="http://schemas.microsoft.com/office/drawing/2014/main" id="{C609919A-CD2F-0149-AFED-170D09F635C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0" name="Freeform 1009">
                      <a:extLst>
                        <a:ext uri="{FF2B5EF4-FFF2-40B4-BE49-F238E27FC236}">
                          <a16:creationId xmlns:a16="http://schemas.microsoft.com/office/drawing/2014/main" id="{E4639939-D1A9-7448-870F-2CAADF89B60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1" name="Freeform 1010">
                      <a:extLst>
                        <a:ext uri="{FF2B5EF4-FFF2-40B4-BE49-F238E27FC236}">
                          <a16:creationId xmlns:a16="http://schemas.microsoft.com/office/drawing/2014/main" id="{DACEEDF1-E984-6A40-9D14-57FFDA6F808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2" name="Straight Connector 1011">
                      <a:extLst>
                        <a:ext uri="{FF2B5EF4-FFF2-40B4-BE49-F238E27FC236}">
                          <a16:creationId xmlns:a16="http://schemas.microsoft.com/office/drawing/2014/main" id="{D5720AC2-9EB4-FA41-8292-7942F8123F58}"/>
                        </a:ext>
                      </a:extLst>
                    </p:cNvPr>
                    <p:cNvCxnSpPr>
                      <a:endCxn id="10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13" name="Straight Connector 1012">
                      <a:extLst>
                        <a:ext uri="{FF2B5EF4-FFF2-40B4-BE49-F238E27FC236}">
                          <a16:creationId xmlns:a16="http://schemas.microsoft.com/office/drawing/2014/main" id="{DD299BD0-103D-9640-BFB3-BA317A78BB9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02" name="Group 1001">
                    <a:extLst>
                      <a:ext uri="{FF2B5EF4-FFF2-40B4-BE49-F238E27FC236}">
                        <a16:creationId xmlns:a16="http://schemas.microsoft.com/office/drawing/2014/main" id="{A5D79156-4411-1C4A-A06C-CC57F40DAEF1}"/>
                      </a:ext>
                    </a:extLst>
                  </p:cNvPr>
                  <p:cNvGrpSpPr/>
                  <p:nvPr/>
                </p:nvGrpSpPr>
                <p:grpSpPr>
                  <a:xfrm>
                    <a:off x="1770362" y="2873352"/>
                    <a:ext cx="441422" cy="369332"/>
                    <a:chOff x="667045" y="1708643"/>
                    <a:chExt cx="441422" cy="369332"/>
                  </a:xfrm>
                </p:grpSpPr>
                <p:sp>
                  <p:nvSpPr>
                    <p:cNvPr id="1003" name="Oval 1002">
                      <a:extLst>
                        <a:ext uri="{FF2B5EF4-FFF2-40B4-BE49-F238E27FC236}">
                          <a16:creationId xmlns:a16="http://schemas.microsoft.com/office/drawing/2014/main" id="{6ED8E43D-C048-2C4A-AD7E-166A6240F91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4" name="TextBox 1003">
                      <a:extLst>
                        <a:ext uri="{FF2B5EF4-FFF2-40B4-BE49-F238E27FC236}">
                          <a16:creationId xmlns:a16="http://schemas.microsoft.com/office/drawing/2014/main" id="{C7EC272F-F615-3449-A57B-0BE1C7CF234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967" name="Group 966">
                  <a:extLst>
                    <a:ext uri="{FF2B5EF4-FFF2-40B4-BE49-F238E27FC236}">
                      <a16:creationId xmlns:a16="http://schemas.microsoft.com/office/drawing/2014/main" id="{4F28AF41-B5E5-1842-9D74-E89006EEF884}"/>
                    </a:ext>
                  </a:extLst>
                </p:cNvPr>
                <p:cNvGrpSpPr/>
                <p:nvPr/>
              </p:nvGrpSpPr>
              <p:grpSpPr>
                <a:xfrm>
                  <a:off x="2601806" y="3485072"/>
                  <a:ext cx="565150" cy="369332"/>
                  <a:chOff x="1736090" y="2873352"/>
                  <a:chExt cx="565150" cy="369332"/>
                </a:xfrm>
              </p:grpSpPr>
              <p:grpSp>
                <p:nvGrpSpPr>
                  <p:cNvPr id="988" name="Group 327">
                    <a:extLst>
                      <a:ext uri="{FF2B5EF4-FFF2-40B4-BE49-F238E27FC236}">
                        <a16:creationId xmlns:a16="http://schemas.microsoft.com/office/drawing/2014/main" id="{0D306E73-B14D-2E45-B568-09A0971DA72F}"/>
                      </a:ext>
                    </a:extLst>
                  </p:cNvPr>
                  <p:cNvGrpSpPr>
                    <a:grpSpLocks/>
                  </p:cNvGrpSpPr>
                  <p:nvPr/>
                </p:nvGrpSpPr>
                <p:grpSpPr bwMode="auto">
                  <a:xfrm>
                    <a:off x="1736090" y="2893762"/>
                    <a:ext cx="565150" cy="292100"/>
                    <a:chOff x="1871277" y="1576300"/>
                    <a:chExt cx="1128371" cy="437861"/>
                  </a:xfrm>
                </p:grpSpPr>
                <p:sp>
                  <p:nvSpPr>
                    <p:cNvPr id="992" name="Oval 991">
                      <a:extLst>
                        <a:ext uri="{FF2B5EF4-FFF2-40B4-BE49-F238E27FC236}">
                          <a16:creationId xmlns:a16="http://schemas.microsoft.com/office/drawing/2014/main" id="{FF29EC4E-6159-484A-B0A2-38BBB0F0236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3" name="Rectangle 992">
                      <a:extLst>
                        <a:ext uri="{FF2B5EF4-FFF2-40B4-BE49-F238E27FC236}">
                          <a16:creationId xmlns:a16="http://schemas.microsoft.com/office/drawing/2014/main" id="{EA6365B2-8D40-444B-B4D2-864A071BE97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a16="http://schemas.microsoft.com/office/drawing/2014/main" id="{7DBB63AF-3293-FC44-861A-65FC5EE0F14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95" name="Freeform 994">
                      <a:extLst>
                        <a:ext uri="{FF2B5EF4-FFF2-40B4-BE49-F238E27FC236}">
                          <a16:creationId xmlns:a16="http://schemas.microsoft.com/office/drawing/2014/main" id="{1F05B204-2255-2C42-893C-91BA84BB24A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6" name="Freeform 995">
                      <a:extLst>
                        <a:ext uri="{FF2B5EF4-FFF2-40B4-BE49-F238E27FC236}">
                          <a16:creationId xmlns:a16="http://schemas.microsoft.com/office/drawing/2014/main" id="{974F3861-59A0-9D47-94DD-C130E0EDD48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7" name="Freeform 996">
                      <a:extLst>
                        <a:ext uri="{FF2B5EF4-FFF2-40B4-BE49-F238E27FC236}">
                          <a16:creationId xmlns:a16="http://schemas.microsoft.com/office/drawing/2014/main" id="{4AC5F9E8-F7CF-6741-B3B9-726D1328262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8" name="Freeform 997">
                      <a:extLst>
                        <a:ext uri="{FF2B5EF4-FFF2-40B4-BE49-F238E27FC236}">
                          <a16:creationId xmlns:a16="http://schemas.microsoft.com/office/drawing/2014/main" id="{CA1C120F-A263-5C48-9425-3FD9C6FCBA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9" name="Straight Connector 998">
                      <a:extLst>
                        <a:ext uri="{FF2B5EF4-FFF2-40B4-BE49-F238E27FC236}">
                          <a16:creationId xmlns:a16="http://schemas.microsoft.com/office/drawing/2014/main" id="{C156B9C8-F289-0740-B093-B4C792F37C4F}"/>
                        </a:ext>
                      </a:extLst>
                    </p:cNvPr>
                    <p:cNvCxnSpPr>
                      <a:endCxn id="9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00" name="Straight Connector 999">
                      <a:extLst>
                        <a:ext uri="{FF2B5EF4-FFF2-40B4-BE49-F238E27FC236}">
                          <a16:creationId xmlns:a16="http://schemas.microsoft.com/office/drawing/2014/main" id="{B4564C5C-13AE-D441-9331-0A1D44075F9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89" name="Group 988">
                    <a:extLst>
                      <a:ext uri="{FF2B5EF4-FFF2-40B4-BE49-F238E27FC236}">
                        <a16:creationId xmlns:a16="http://schemas.microsoft.com/office/drawing/2014/main" id="{BCDC05FE-2039-2943-8445-E442006B98DA}"/>
                      </a:ext>
                    </a:extLst>
                  </p:cNvPr>
                  <p:cNvGrpSpPr/>
                  <p:nvPr/>
                </p:nvGrpSpPr>
                <p:grpSpPr>
                  <a:xfrm>
                    <a:off x="1770362" y="2873352"/>
                    <a:ext cx="428460" cy="369332"/>
                    <a:chOff x="667045" y="1708643"/>
                    <a:chExt cx="428460" cy="369332"/>
                  </a:xfrm>
                </p:grpSpPr>
                <p:sp>
                  <p:nvSpPr>
                    <p:cNvPr id="990" name="Oval 989">
                      <a:extLst>
                        <a:ext uri="{FF2B5EF4-FFF2-40B4-BE49-F238E27FC236}">
                          <a16:creationId xmlns:a16="http://schemas.microsoft.com/office/drawing/2014/main" id="{65923287-6329-654B-A1C8-19F246809A0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1" name="TextBox 990">
                      <a:extLst>
                        <a:ext uri="{FF2B5EF4-FFF2-40B4-BE49-F238E27FC236}">
                          <a16:creationId xmlns:a16="http://schemas.microsoft.com/office/drawing/2014/main" id="{F5CEC04E-82B5-C343-AFAD-AE6932C3A232}"/>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968" name="Group 967">
                  <a:extLst>
                    <a:ext uri="{FF2B5EF4-FFF2-40B4-BE49-F238E27FC236}">
                      <a16:creationId xmlns:a16="http://schemas.microsoft.com/office/drawing/2014/main" id="{5D8A6EA5-58E5-5347-8B53-909B09FE4857}"/>
                    </a:ext>
                  </a:extLst>
                </p:cNvPr>
                <p:cNvGrpSpPr/>
                <p:nvPr/>
              </p:nvGrpSpPr>
              <p:grpSpPr>
                <a:xfrm>
                  <a:off x="833331" y="3478719"/>
                  <a:ext cx="565150" cy="369332"/>
                  <a:chOff x="1736090" y="2873352"/>
                  <a:chExt cx="565150" cy="369332"/>
                </a:xfrm>
              </p:grpSpPr>
              <p:grpSp>
                <p:nvGrpSpPr>
                  <p:cNvPr id="975" name="Group 327">
                    <a:extLst>
                      <a:ext uri="{FF2B5EF4-FFF2-40B4-BE49-F238E27FC236}">
                        <a16:creationId xmlns:a16="http://schemas.microsoft.com/office/drawing/2014/main" id="{987E263B-209C-B841-A72D-82CDF16A357C}"/>
                      </a:ext>
                    </a:extLst>
                  </p:cNvPr>
                  <p:cNvGrpSpPr>
                    <a:grpSpLocks/>
                  </p:cNvGrpSpPr>
                  <p:nvPr/>
                </p:nvGrpSpPr>
                <p:grpSpPr bwMode="auto">
                  <a:xfrm>
                    <a:off x="1736090" y="2893762"/>
                    <a:ext cx="565150" cy="292100"/>
                    <a:chOff x="1871277" y="1576300"/>
                    <a:chExt cx="1128371" cy="437861"/>
                  </a:xfrm>
                </p:grpSpPr>
                <p:sp>
                  <p:nvSpPr>
                    <p:cNvPr id="979" name="Oval 978">
                      <a:extLst>
                        <a:ext uri="{FF2B5EF4-FFF2-40B4-BE49-F238E27FC236}">
                          <a16:creationId xmlns:a16="http://schemas.microsoft.com/office/drawing/2014/main" id="{45DA5A54-C971-DA46-816D-92FDEDBFD2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0" name="Rectangle 979">
                      <a:extLst>
                        <a:ext uri="{FF2B5EF4-FFF2-40B4-BE49-F238E27FC236}">
                          <a16:creationId xmlns:a16="http://schemas.microsoft.com/office/drawing/2014/main" id="{FBC3CBFB-81ED-4047-AC10-14B567818F1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1" name="Oval 980">
                      <a:extLst>
                        <a:ext uri="{FF2B5EF4-FFF2-40B4-BE49-F238E27FC236}">
                          <a16:creationId xmlns:a16="http://schemas.microsoft.com/office/drawing/2014/main" id="{4AF63E3D-6F0C-4E46-9B57-26B02D7D4E5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2" name="Freeform 981">
                      <a:extLst>
                        <a:ext uri="{FF2B5EF4-FFF2-40B4-BE49-F238E27FC236}">
                          <a16:creationId xmlns:a16="http://schemas.microsoft.com/office/drawing/2014/main" id="{018175B4-4646-A241-8298-B68D459D822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3" name="Freeform 982">
                      <a:extLst>
                        <a:ext uri="{FF2B5EF4-FFF2-40B4-BE49-F238E27FC236}">
                          <a16:creationId xmlns:a16="http://schemas.microsoft.com/office/drawing/2014/main" id="{2D4DF999-0429-B24E-A8FF-940E30D8E53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4" name="Freeform 983">
                      <a:extLst>
                        <a:ext uri="{FF2B5EF4-FFF2-40B4-BE49-F238E27FC236}">
                          <a16:creationId xmlns:a16="http://schemas.microsoft.com/office/drawing/2014/main" id="{713AE350-068A-274C-87A0-55247EF72F1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Freeform 984">
                      <a:extLst>
                        <a:ext uri="{FF2B5EF4-FFF2-40B4-BE49-F238E27FC236}">
                          <a16:creationId xmlns:a16="http://schemas.microsoft.com/office/drawing/2014/main" id="{C169EAB4-5C1D-8A48-8864-B86DF9865D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6" name="Straight Connector 985">
                      <a:extLst>
                        <a:ext uri="{FF2B5EF4-FFF2-40B4-BE49-F238E27FC236}">
                          <a16:creationId xmlns:a16="http://schemas.microsoft.com/office/drawing/2014/main" id="{6E324783-1628-6A4C-BB41-2788B16F009A}"/>
                        </a:ext>
                      </a:extLst>
                    </p:cNvPr>
                    <p:cNvCxnSpPr>
                      <a:endCxn id="9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87" name="Straight Connector 986">
                      <a:extLst>
                        <a:ext uri="{FF2B5EF4-FFF2-40B4-BE49-F238E27FC236}">
                          <a16:creationId xmlns:a16="http://schemas.microsoft.com/office/drawing/2014/main" id="{84412028-5AD6-D447-A378-01E2FD57457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76" name="Group 975">
                    <a:extLst>
                      <a:ext uri="{FF2B5EF4-FFF2-40B4-BE49-F238E27FC236}">
                        <a16:creationId xmlns:a16="http://schemas.microsoft.com/office/drawing/2014/main" id="{14A502AB-FDED-574D-A3A2-E827358D6ABB}"/>
                      </a:ext>
                    </a:extLst>
                  </p:cNvPr>
                  <p:cNvGrpSpPr/>
                  <p:nvPr/>
                </p:nvGrpSpPr>
                <p:grpSpPr>
                  <a:xfrm>
                    <a:off x="1770362" y="2873352"/>
                    <a:ext cx="441422" cy="369332"/>
                    <a:chOff x="667045" y="1708643"/>
                    <a:chExt cx="441422" cy="369332"/>
                  </a:xfrm>
                </p:grpSpPr>
                <p:sp>
                  <p:nvSpPr>
                    <p:cNvPr id="977" name="Oval 976">
                      <a:extLst>
                        <a:ext uri="{FF2B5EF4-FFF2-40B4-BE49-F238E27FC236}">
                          <a16:creationId xmlns:a16="http://schemas.microsoft.com/office/drawing/2014/main" id="{19416E38-67D6-0442-8F48-E8493F2FD79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8" name="TextBox 977">
                      <a:extLst>
                        <a:ext uri="{FF2B5EF4-FFF2-40B4-BE49-F238E27FC236}">
                          <a16:creationId xmlns:a16="http://schemas.microsoft.com/office/drawing/2014/main" id="{5246B96B-3A43-A645-9718-340F085B233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971" name="Straight Connector 970">
                  <a:extLst>
                    <a:ext uri="{FF2B5EF4-FFF2-40B4-BE49-F238E27FC236}">
                      <a16:creationId xmlns:a16="http://schemas.microsoft.com/office/drawing/2014/main" id="{6B4BCBD1-C954-6541-8254-DF07CDA0475D}"/>
                    </a:ext>
                  </a:extLst>
                </p:cNvPr>
                <p:cNvCxnSpPr>
                  <a:stCxn id="10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2" name="Straight Connector 971">
                  <a:extLst>
                    <a:ext uri="{FF2B5EF4-FFF2-40B4-BE49-F238E27FC236}">
                      <a16:creationId xmlns:a16="http://schemas.microsoft.com/office/drawing/2014/main" id="{386E43E5-D30F-4F47-A035-82F1414B18F0}"/>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73" name="Straight Connector 972">
                  <a:extLst>
                    <a:ext uri="{FF2B5EF4-FFF2-40B4-BE49-F238E27FC236}">
                      <a16:creationId xmlns:a16="http://schemas.microsoft.com/office/drawing/2014/main" id="{43A4E04D-2290-384D-88C2-85BF6AEF84DB}"/>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3" name="TextBox 1092">
              <a:extLst>
                <a:ext uri="{FF2B5EF4-FFF2-40B4-BE49-F238E27FC236}">
                  <a16:creationId xmlns:a16="http://schemas.microsoft.com/office/drawing/2014/main" id="{6FA575AB-C50C-E04A-A594-9704EE05D45C}"/>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11" name="Group 10">
            <a:extLst>
              <a:ext uri="{FF2B5EF4-FFF2-40B4-BE49-F238E27FC236}">
                <a16:creationId xmlns:a16="http://schemas.microsoft.com/office/drawing/2014/main" id="{1CD4E330-3964-7840-8A54-F926B5DFAA92}"/>
              </a:ext>
            </a:extLst>
          </p:cNvPr>
          <p:cNvGrpSpPr/>
          <p:nvPr/>
        </p:nvGrpSpPr>
        <p:grpSpPr>
          <a:xfrm>
            <a:off x="8100574" y="3694542"/>
            <a:ext cx="2575521" cy="1672516"/>
            <a:chOff x="8100574" y="3694542"/>
            <a:chExt cx="2575521" cy="1672516"/>
          </a:xfrm>
        </p:grpSpPr>
        <p:sp>
          <p:nvSpPr>
            <p:cNvPr id="1027" name="Freeform 2">
              <a:extLst>
                <a:ext uri="{FF2B5EF4-FFF2-40B4-BE49-F238E27FC236}">
                  <a16:creationId xmlns:a16="http://schemas.microsoft.com/office/drawing/2014/main" id="{A8995EC3-2960-C740-9B77-5B1035684A1A}"/>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10" name="Group 9">
              <a:extLst>
                <a:ext uri="{FF2B5EF4-FFF2-40B4-BE49-F238E27FC236}">
                  <a16:creationId xmlns:a16="http://schemas.microsoft.com/office/drawing/2014/main" id="{6F85CF47-ED05-F641-88E4-95BB18169A01}"/>
                </a:ext>
              </a:extLst>
            </p:cNvPr>
            <p:cNvGrpSpPr/>
            <p:nvPr/>
          </p:nvGrpSpPr>
          <p:grpSpPr>
            <a:xfrm>
              <a:off x="8136838" y="3735782"/>
              <a:ext cx="2402775" cy="1530043"/>
              <a:chOff x="8136838" y="3735782"/>
              <a:chExt cx="2402775" cy="1530043"/>
            </a:xfrm>
          </p:grpSpPr>
          <p:grpSp>
            <p:nvGrpSpPr>
              <p:cNvPr id="1028" name="Group 1027">
                <a:extLst>
                  <a:ext uri="{FF2B5EF4-FFF2-40B4-BE49-F238E27FC236}">
                    <a16:creationId xmlns:a16="http://schemas.microsoft.com/office/drawing/2014/main" id="{0AB2BE47-7FE4-2D4D-8C07-E8F629E5CE61}"/>
                  </a:ext>
                </a:extLst>
              </p:cNvPr>
              <p:cNvGrpSpPr/>
              <p:nvPr/>
            </p:nvGrpSpPr>
            <p:grpSpPr>
              <a:xfrm>
                <a:off x="8324065" y="3830658"/>
                <a:ext cx="2215548" cy="1435167"/>
                <a:chOff x="833331" y="2873352"/>
                <a:chExt cx="2333625" cy="1590649"/>
              </a:xfrm>
            </p:grpSpPr>
            <p:grpSp>
              <p:nvGrpSpPr>
                <p:cNvPr id="1029" name="Group 1028">
                  <a:extLst>
                    <a:ext uri="{FF2B5EF4-FFF2-40B4-BE49-F238E27FC236}">
                      <a16:creationId xmlns:a16="http://schemas.microsoft.com/office/drawing/2014/main" id="{D5A4365B-9128-2347-890C-2CC4559CDA4A}"/>
                    </a:ext>
                  </a:extLst>
                </p:cNvPr>
                <p:cNvGrpSpPr/>
                <p:nvPr/>
              </p:nvGrpSpPr>
              <p:grpSpPr>
                <a:xfrm>
                  <a:off x="1736090" y="2873352"/>
                  <a:ext cx="565150" cy="369332"/>
                  <a:chOff x="1736090" y="2873352"/>
                  <a:chExt cx="565150" cy="369332"/>
                </a:xfrm>
              </p:grpSpPr>
              <p:grpSp>
                <p:nvGrpSpPr>
                  <p:cNvPr id="1078" name="Group 327">
                    <a:extLst>
                      <a:ext uri="{FF2B5EF4-FFF2-40B4-BE49-F238E27FC236}">
                        <a16:creationId xmlns:a16="http://schemas.microsoft.com/office/drawing/2014/main" id="{DBFB1141-ABD7-934D-8AA7-11C243E463D5}"/>
                      </a:ext>
                    </a:extLst>
                  </p:cNvPr>
                  <p:cNvGrpSpPr>
                    <a:grpSpLocks/>
                  </p:cNvGrpSpPr>
                  <p:nvPr/>
                </p:nvGrpSpPr>
                <p:grpSpPr bwMode="auto">
                  <a:xfrm>
                    <a:off x="1736090" y="2893762"/>
                    <a:ext cx="565150" cy="292100"/>
                    <a:chOff x="1871277" y="1576300"/>
                    <a:chExt cx="1128371" cy="437861"/>
                  </a:xfrm>
                </p:grpSpPr>
                <p:sp>
                  <p:nvSpPr>
                    <p:cNvPr id="1082" name="Oval 1081">
                      <a:extLst>
                        <a:ext uri="{FF2B5EF4-FFF2-40B4-BE49-F238E27FC236}">
                          <a16:creationId xmlns:a16="http://schemas.microsoft.com/office/drawing/2014/main" id="{20839E50-AD9A-F34D-ADF2-CC6EEB2899F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3" name="Rectangle 1082">
                      <a:extLst>
                        <a:ext uri="{FF2B5EF4-FFF2-40B4-BE49-F238E27FC236}">
                          <a16:creationId xmlns:a16="http://schemas.microsoft.com/office/drawing/2014/main" id="{A87358B7-BD56-CB4F-B1D0-7FD4D96E1FD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Oval 1083">
                      <a:extLst>
                        <a:ext uri="{FF2B5EF4-FFF2-40B4-BE49-F238E27FC236}">
                          <a16:creationId xmlns:a16="http://schemas.microsoft.com/office/drawing/2014/main" id="{96955B75-57D9-E849-8E48-60C1793AAE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85" name="Freeform 1084">
                      <a:extLst>
                        <a:ext uri="{FF2B5EF4-FFF2-40B4-BE49-F238E27FC236}">
                          <a16:creationId xmlns:a16="http://schemas.microsoft.com/office/drawing/2014/main" id="{FB3859DC-298A-DB40-9873-532162B65A4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6" name="Freeform 1085">
                      <a:extLst>
                        <a:ext uri="{FF2B5EF4-FFF2-40B4-BE49-F238E27FC236}">
                          <a16:creationId xmlns:a16="http://schemas.microsoft.com/office/drawing/2014/main" id="{9A326424-F3EB-D348-9E16-65BE23151DC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7" name="Freeform 1086">
                      <a:extLst>
                        <a:ext uri="{FF2B5EF4-FFF2-40B4-BE49-F238E27FC236}">
                          <a16:creationId xmlns:a16="http://schemas.microsoft.com/office/drawing/2014/main" id="{0D7CEEF9-2BDC-DE40-BC1F-272BC1D3E6B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8" name="Freeform 1087">
                      <a:extLst>
                        <a:ext uri="{FF2B5EF4-FFF2-40B4-BE49-F238E27FC236}">
                          <a16:creationId xmlns:a16="http://schemas.microsoft.com/office/drawing/2014/main" id="{ECDB8519-A385-E445-B6D2-305B11AAE7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89" name="Straight Connector 1088">
                      <a:extLst>
                        <a:ext uri="{FF2B5EF4-FFF2-40B4-BE49-F238E27FC236}">
                          <a16:creationId xmlns:a16="http://schemas.microsoft.com/office/drawing/2014/main" id="{04A08060-4B09-E24F-83FD-65DCD15A7032}"/>
                        </a:ext>
                      </a:extLst>
                    </p:cNvPr>
                    <p:cNvCxnSpPr>
                      <a:endCxn id="108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90" name="Straight Connector 1089">
                      <a:extLst>
                        <a:ext uri="{FF2B5EF4-FFF2-40B4-BE49-F238E27FC236}">
                          <a16:creationId xmlns:a16="http://schemas.microsoft.com/office/drawing/2014/main" id="{163D1BB2-10CE-D441-9C5C-7566C46A599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79" name="Group 1078">
                    <a:extLst>
                      <a:ext uri="{FF2B5EF4-FFF2-40B4-BE49-F238E27FC236}">
                        <a16:creationId xmlns:a16="http://schemas.microsoft.com/office/drawing/2014/main" id="{DB44CBE6-0B34-F14C-8665-B725855D2BAD}"/>
                      </a:ext>
                    </a:extLst>
                  </p:cNvPr>
                  <p:cNvGrpSpPr/>
                  <p:nvPr/>
                </p:nvGrpSpPr>
                <p:grpSpPr>
                  <a:xfrm>
                    <a:off x="1770362" y="2873352"/>
                    <a:ext cx="441422" cy="369332"/>
                    <a:chOff x="667045" y="1708643"/>
                    <a:chExt cx="441422" cy="369332"/>
                  </a:xfrm>
                </p:grpSpPr>
                <p:sp>
                  <p:nvSpPr>
                    <p:cNvPr id="1080" name="Oval 1079">
                      <a:extLst>
                        <a:ext uri="{FF2B5EF4-FFF2-40B4-BE49-F238E27FC236}">
                          <a16:creationId xmlns:a16="http://schemas.microsoft.com/office/drawing/2014/main" id="{83160397-2E36-6F4E-BB78-8B545B588F2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1" name="TextBox 1080">
                      <a:extLst>
                        <a:ext uri="{FF2B5EF4-FFF2-40B4-BE49-F238E27FC236}">
                          <a16:creationId xmlns:a16="http://schemas.microsoft.com/office/drawing/2014/main" id="{E5E5804F-B654-A346-BA03-447CCD7BC32F}"/>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1030" name="Group 1029">
                  <a:extLst>
                    <a:ext uri="{FF2B5EF4-FFF2-40B4-BE49-F238E27FC236}">
                      <a16:creationId xmlns:a16="http://schemas.microsoft.com/office/drawing/2014/main" id="{5E96A305-4023-704A-8D22-13C4716E693E}"/>
                    </a:ext>
                  </a:extLst>
                </p:cNvPr>
                <p:cNvGrpSpPr/>
                <p:nvPr/>
              </p:nvGrpSpPr>
              <p:grpSpPr>
                <a:xfrm>
                  <a:off x="1740320" y="4094669"/>
                  <a:ext cx="565150" cy="369332"/>
                  <a:chOff x="1736090" y="2873352"/>
                  <a:chExt cx="565150" cy="369332"/>
                </a:xfrm>
              </p:grpSpPr>
              <p:grpSp>
                <p:nvGrpSpPr>
                  <p:cNvPr id="1065" name="Group 327">
                    <a:extLst>
                      <a:ext uri="{FF2B5EF4-FFF2-40B4-BE49-F238E27FC236}">
                        <a16:creationId xmlns:a16="http://schemas.microsoft.com/office/drawing/2014/main" id="{D747FDA4-4C88-9D47-8305-855711E13E2F}"/>
                      </a:ext>
                    </a:extLst>
                  </p:cNvPr>
                  <p:cNvGrpSpPr>
                    <a:grpSpLocks/>
                  </p:cNvGrpSpPr>
                  <p:nvPr/>
                </p:nvGrpSpPr>
                <p:grpSpPr bwMode="auto">
                  <a:xfrm>
                    <a:off x="1736090" y="2893762"/>
                    <a:ext cx="565150" cy="292100"/>
                    <a:chOff x="1871277" y="1576300"/>
                    <a:chExt cx="1128371" cy="437861"/>
                  </a:xfrm>
                </p:grpSpPr>
                <p:sp>
                  <p:nvSpPr>
                    <p:cNvPr id="1069" name="Oval 1068">
                      <a:extLst>
                        <a:ext uri="{FF2B5EF4-FFF2-40B4-BE49-F238E27FC236}">
                          <a16:creationId xmlns:a16="http://schemas.microsoft.com/office/drawing/2014/main" id="{1B151A5F-F681-D946-9244-71A8EC57347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0" name="Rectangle 1069">
                      <a:extLst>
                        <a:ext uri="{FF2B5EF4-FFF2-40B4-BE49-F238E27FC236}">
                          <a16:creationId xmlns:a16="http://schemas.microsoft.com/office/drawing/2014/main" id="{A2C1E502-CECA-7E46-91F4-CD5F25AE9F8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1" name="Oval 1070">
                      <a:extLst>
                        <a:ext uri="{FF2B5EF4-FFF2-40B4-BE49-F238E27FC236}">
                          <a16:creationId xmlns:a16="http://schemas.microsoft.com/office/drawing/2014/main" id="{36C48F76-D7E7-9749-9E15-DFC6BE9F20A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72" name="Freeform 1071">
                      <a:extLst>
                        <a:ext uri="{FF2B5EF4-FFF2-40B4-BE49-F238E27FC236}">
                          <a16:creationId xmlns:a16="http://schemas.microsoft.com/office/drawing/2014/main" id="{D7CE2495-9819-5243-852A-EA83FB7EA0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3" name="Freeform 1072">
                      <a:extLst>
                        <a:ext uri="{FF2B5EF4-FFF2-40B4-BE49-F238E27FC236}">
                          <a16:creationId xmlns:a16="http://schemas.microsoft.com/office/drawing/2014/main" id="{302E66C6-34A3-EC45-A4E8-A67C69637BD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a16="http://schemas.microsoft.com/office/drawing/2014/main" id="{3F5321FE-4B37-4349-8CC8-E089B20219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5" name="Freeform 1074">
                      <a:extLst>
                        <a:ext uri="{FF2B5EF4-FFF2-40B4-BE49-F238E27FC236}">
                          <a16:creationId xmlns:a16="http://schemas.microsoft.com/office/drawing/2014/main" id="{FF437BA3-131E-3645-B858-E68D026D4C9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76" name="Straight Connector 1075">
                      <a:extLst>
                        <a:ext uri="{FF2B5EF4-FFF2-40B4-BE49-F238E27FC236}">
                          <a16:creationId xmlns:a16="http://schemas.microsoft.com/office/drawing/2014/main" id="{3F578B11-6A18-F74C-9989-A05AA2A37406}"/>
                        </a:ext>
                      </a:extLst>
                    </p:cNvPr>
                    <p:cNvCxnSpPr>
                      <a:endCxn id="107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77" name="Straight Connector 1076">
                      <a:extLst>
                        <a:ext uri="{FF2B5EF4-FFF2-40B4-BE49-F238E27FC236}">
                          <a16:creationId xmlns:a16="http://schemas.microsoft.com/office/drawing/2014/main" id="{248EC359-3525-5E42-8751-35C3A9B8A7C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66" name="Group 1065">
                    <a:extLst>
                      <a:ext uri="{FF2B5EF4-FFF2-40B4-BE49-F238E27FC236}">
                        <a16:creationId xmlns:a16="http://schemas.microsoft.com/office/drawing/2014/main" id="{A65E574C-567C-3747-9EDE-E14287807577}"/>
                      </a:ext>
                    </a:extLst>
                  </p:cNvPr>
                  <p:cNvGrpSpPr/>
                  <p:nvPr/>
                </p:nvGrpSpPr>
                <p:grpSpPr>
                  <a:xfrm>
                    <a:off x="1770362" y="2873352"/>
                    <a:ext cx="441422" cy="369332"/>
                    <a:chOff x="667045" y="1708643"/>
                    <a:chExt cx="441422" cy="369332"/>
                  </a:xfrm>
                </p:grpSpPr>
                <p:sp>
                  <p:nvSpPr>
                    <p:cNvPr id="1067" name="Oval 1066">
                      <a:extLst>
                        <a:ext uri="{FF2B5EF4-FFF2-40B4-BE49-F238E27FC236}">
                          <a16:creationId xmlns:a16="http://schemas.microsoft.com/office/drawing/2014/main" id="{107FD019-1EF0-8445-AE51-848CAF36C9C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8" name="TextBox 1067">
                      <a:extLst>
                        <a:ext uri="{FF2B5EF4-FFF2-40B4-BE49-F238E27FC236}">
                          <a16:creationId xmlns:a16="http://schemas.microsoft.com/office/drawing/2014/main" id="{57DDD4C6-F515-CE46-9264-22DD8A8544B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1031" name="Group 1030">
                  <a:extLst>
                    <a:ext uri="{FF2B5EF4-FFF2-40B4-BE49-F238E27FC236}">
                      <a16:creationId xmlns:a16="http://schemas.microsoft.com/office/drawing/2014/main" id="{D530E660-0014-264A-B1D6-6F66737A05E0}"/>
                    </a:ext>
                  </a:extLst>
                </p:cNvPr>
                <p:cNvGrpSpPr/>
                <p:nvPr/>
              </p:nvGrpSpPr>
              <p:grpSpPr>
                <a:xfrm>
                  <a:off x="2601806" y="3485072"/>
                  <a:ext cx="565150" cy="369332"/>
                  <a:chOff x="1736090" y="2873352"/>
                  <a:chExt cx="565150" cy="369332"/>
                </a:xfrm>
              </p:grpSpPr>
              <p:grpSp>
                <p:nvGrpSpPr>
                  <p:cNvPr id="1052" name="Group 327">
                    <a:extLst>
                      <a:ext uri="{FF2B5EF4-FFF2-40B4-BE49-F238E27FC236}">
                        <a16:creationId xmlns:a16="http://schemas.microsoft.com/office/drawing/2014/main" id="{D477AE5E-640A-8540-B110-A4532B55515E}"/>
                      </a:ext>
                    </a:extLst>
                  </p:cNvPr>
                  <p:cNvGrpSpPr>
                    <a:grpSpLocks/>
                  </p:cNvGrpSpPr>
                  <p:nvPr/>
                </p:nvGrpSpPr>
                <p:grpSpPr bwMode="auto">
                  <a:xfrm>
                    <a:off x="1736090" y="2893762"/>
                    <a:ext cx="565150" cy="292100"/>
                    <a:chOff x="1871277" y="1576300"/>
                    <a:chExt cx="1128371" cy="437861"/>
                  </a:xfrm>
                </p:grpSpPr>
                <p:sp>
                  <p:nvSpPr>
                    <p:cNvPr id="1056" name="Oval 1055">
                      <a:extLst>
                        <a:ext uri="{FF2B5EF4-FFF2-40B4-BE49-F238E27FC236}">
                          <a16:creationId xmlns:a16="http://schemas.microsoft.com/office/drawing/2014/main" id="{C033219E-8D5F-D44A-8A61-F4B8BE9640D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7" name="Rectangle 1056">
                      <a:extLst>
                        <a:ext uri="{FF2B5EF4-FFF2-40B4-BE49-F238E27FC236}">
                          <a16:creationId xmlns:a16="http://schemas.microsoft.com/office/drawing/2014/main" id="{AC334490-7663-4D48-94EB-5D76EDEA134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8" name="Oval 1057">
                      <a:extLst>
                        <a:ext uri="{FF2B5EF4-FFF2-40B4-BE49-F238E27FC236}">
                          <a16:creationId xmlns:a16="http://schemas.microsoft.com/office/drawing/2014/main" id="{D5EF1EC3-2B4A-C84A-B2C8-70340D10FAA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59" name="Freeform 1058">
                      <a:extLst>
                        <a:ext uri="{FF2B5EF4-FFF2-40B4-BE49-F238E27FC236}">
                          <a16:creationId xmlns:a16="http://schemas.microsoft.com/office/drawing/2014/main" id="{9832FD52-D5B0-5241-8BF3-51E03C1023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0" name="Freeform 1059">
                      <a:extLst>
                        <a:ext uri="{FF2B5EF4-FFF2-40B4-BE49-F238E27FC236}">
                          <a16:creationId xmlns:a16="http://schemas.microsoft.com/office/drawing/2014/main" id="{E4186070-339D-304C-A4F0-A2E3AF6FD62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1" name="Freeform 1060">
                      <a:extLst>
                        <a:ext uri="{FF2B5EF4-FFF2-40B4-BE49-F238E27FC236}">
                          <a16:creationId xmlns:a16="http://schemas.microsoft.com/office/drawing/2014/main" id="{18C87C4C-FF28-C64C-B8FD-60AA93E41DC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62" name="Freeform 1061">
                      <a:extLst>
                        <a:ext uri="{FF2B5EF4-FFF2-40B4-BE49-F238E27FC236}">
                          <a16:creationId xmlns:a16="http://schemas.microsoft.com/office/drawing/2014/main" id="{C317B177-A946-9E45-92CA-442B072B2D5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3" name="Straight Connector 1062">
                      <a:extLst>
                        <a:ext uri="{FF2B5EF4-FFF2-40B4-BE49-F238E27FC236}">
                          <a16:creationId xmlns:a16="http://schemas.microsoft.com/office/drawing/2014/main" id="{9E001FBE-D690-BD44-991D-23D39B6C772F}"/>
                        </a:ext>
                      </a:extLst>
                    </p:cNvPr>
                    <p:cNvCxnSpPr>
                      <a:endCxn id="105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64" name="Straight Connector 1063">
                      <a:extLst>
                        <a:ext uri="{FF2B5EF4-FFF2-40B4-BE49-F238E27FC236}">
                          <a16:creationId xmlns:a16="http://schemas.microsoft.com/office/drawing/2014/main" id="{4E11801A-0F78-B645-9708-E660C1812CE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53" name="Group 1052">
                    <a:extLst>
                      <a:ext uri="{FF2B5EF4-FFF2-40B4-BE49-F238E27FC236}">
                        <a16:creationId xmlns:a16="http://schemas.microsoft.com/office/drawing/2014/main" id="{45BB2031-F330-6845-A425-CFE11004879C}"/>
                      </a:ext>
                    </a:extLst>
                  </p:cNvPr>
                  <p:cNvGrpSpPr/>
                  <p:nvPr/>
                </p:nvGrpSpPr>
                <p:grpSpPr>
                  <a:xfrm>
                    <a:off x="1770362" y="2873352"/>
                    <a:ext cx="428460" cy="369332"/>
                    <a:chOff x="667045" y="1708643"/>
                    <a:chExt cx="428460" cy="369332"/>
                  </a:xfrm>
                </p:grpSpPr>
                <p:sp>
                  <p:nvSpPr>
                    <p:cNvPr id="1054" name="Oval 1053">
                      <a:extLst>
                        <a:ext uri="{FF2B5EF4-FFF2-40B4-BE49-F238E27FC236}">
                          <a16:creationId xmlns:a16="http://schemas.microsoft.com/office/drawing/2014/main" id="{3333E946-4DE6-494A-9A01-66977F2CE40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5" name="TextBox 1054">
                      <a:extLst>
                        <a:ext uri="{FF2B5EF4-FFF2-40B4-BE49-F238E27FC236}">
                          <a16:creationId xmlns:a16="http://schemas.microsoft.com/office/drawing/2014/main" id="{684DDE4B-2972-6C4A-A15D-CA2818B42ED3}"/>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1032" name="Group 1031">
                  <a:extLst>
                    <a:ext uri="{FF2B5EF4-FFF2-40B4-BE49-F238E27FC236}">
                      <a16:creationId xmlns:a16="http://schemas.microsoft.com/office/drawing/2014/main" id="{8CE07EB0-F47E-4747-BA65-DE57469144C9}"/>
                    </a:ext>
                  </a:extLst>
                </p:cNvPr>
                <p:cNvGrpSpPr/>
                <p:nvPr/>
              </p:nvGrpSpPr>
              <p:grpSpPr>
                <a:xfrm>
                  <a:off x="833331" y="3478719"/>
                  <a:ext cx="565150" cy="369332"/>
                  <a:chOff x="1736090" y="2873352"/>
                  <a:chExt cx="565150" cy="369332"/>
                </a:xfrm>
              </p:grpSpPr>
              <p:grpSp>
                <p:nvGrpSpPr>
                  <p:cNvPr id="1039" name="Group 327">
                    <a:extLst>
                      <a:ext uri="{FF2B5EF4-FFF2-40B4-BE49-F238E27FC236}">
                        <a16:creationId xmlns:a16="http://schemas.microsoft.com/office/drawing/2014/main" id="{9FD096E4-009C-454B-9581-2E55E4EE50BD}"/>
                      </a:ext>
                    </a:extLst>
                  </p:cNvPr>
                  <p:cNvGrpSpPr>
                    <a:grpSpLocks/>
                  </p:cNvGrpSpPr>
                  <p:nvPr/>
                </p:nvGrpSpPr>
                <p:grpSpPr bwMode="auto">
                  <a:xfrm>
                    <a:off x="1736090" y="2893762"/>
                    <a:ext cx="565150" cy="292100"/>
                    <a:chOff x="1871277" y="1576300"/>
                    <a:chExt cx="1128371" cy="437861"/>
                  </a:xfrm>
                </p:grpSpPr>
                <p:sp>
                  <p:nvSpPr>
                    <p:cNvPr id="1043" name="Oval 1042">
                      <a:extLst>
                        <a:ext uri="{FF2B5EF4-FFF2-40B4-BE49-F238E27FC236}">
                          <a16:creationId xmlns:a16="http://schemas.microsoft.com/office/drawing/2014/main" id="{9B87F5EF-E7B5-1845-B8CC-C47A6679FB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4" name="Rectangle 1043">
                      <a:extLst>
                        <a:ext uri="{FF2B5EF4-FFF2-40B4-BE49-F238E27FC236}">
                          <a16:creationId xmlns:a16="http://schemas.microsoft.com/office/drawing/2014/main" id="{0F087E13-46F9-2A42-9A56-CD5B1B06888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5" name="Oval 1044">
                      <a:extLst>
                        <a:ext uri="{FF2B5EF4-FFF2-40B4-BE49-F238E27FC236}">
                          <a16:creationId xmlns:a16="http://schemas.microsoft.com/office/drawing/2014/main" id="{0301D63A-B313-8A4D-B1D8-A983D85834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6" name="Freeform 1045">
                      <a:extLst>
                        <a:ext uri="{FF2B5EF4-FFF2-40B4-BE49-F238E27FC236}">
                          <a16:creationId xmlns:a16="http://schemas.microsoft.com/office/drawing/2014/main" id="{4E362B7E-420A-3740-BB12-BCE73DE1BCE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7" name="Freeform 1046">
                      <a:extLst>
                        <a:ext uri="{FF2B5EF4-FFF2-40B4-BE49-F238E27FC236}">
                          <a16:creationId xmlns:a16="http://schemas.microsoft.com/office/drawing/2014/main" id="{82AAF346-107E-424A-A0F1-E466FE1E2AB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8" name="Freeform 1047">
                      <a:extLst>
                        <a:ext uri="{FF2B5EF4-FFF2-40B4-BE49-F238E27FC236}">
                          <a16:creationId xmlns:a16="http://schemas.microsoft.com/office/drawing/2014/main" id="{BB2AB426-4C1D-3A43-BA01-1EAE2FC02F0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9" name="Freeform 1048">
                      <a:extLst>
                        <a:ext uri="{FF2B5EF4-FFF2-40B4-BE49-F238E27FC236}">
                          <a16:creationId xmlns:a16="http://schemas.microsoft.com/office/drawing/2014/main" id="{5B3A91DB-C88F-5644-BFCD-12EC9054C36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a16="http://schemas.microsoft.com/office/drawing/2014/main" id="{4A1E4451-A57B-F747-958A-46201ABEE570}"/>
                        </a:ext>
                      </a:extLst>
                    </p:cNvPr>
                    <p:cNvCxnSpPr>
                      <a:endCxn id="104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51" name="Straight Connector 1050">
                      <a:extLst>
                        <a:ext uri="{FF2B5EF4-FFF2-40B4-BE49-F238E27FC236}">
                          <a16:creationId xmlns:a16="http://schemas.microsoft.com/office/drawing/2014/main" id="{9CE8B3D7-FF8D-2B49-A279-B30F8F6D3A1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40" name="Group 1039">
                    <a:extLst>
                      <a:ext uri="{FF2B5EF4-FFF2-40B4-BE49-F238E27FC236}">
                        <a16:creationId xmlns:a16="http://schemas.microsoft.com/office/drawing/2014/main" id="{60AFBDA7-D8EA-1D41-8A3D-78DBBA347DC7}"/>
                      </a:ext>
                    </a:extLst>
                  </p:cNvPr>
                  <p:cNvGrpSpPr/>
                  <p:nvPr/>
                </p:nvGrpSpPr>
                <p:grpSpPr>
                  <a:xfrm>
                    <a:off x="1770362" y="2873352"/>
                    <a:ext cx="441422" cy="369332"/>
                    <a:chOff x="667045" y="1708643"/>
                    <a:chExt cx="441422" cy="369332"/>
                  </a:xfrm>
                </p:grpSpPr>
                <p:sp>
                  <p:nvSpPr>
                    <p:cNvPr id="1041" name="Oval 1040">
                      <a:extLst>
                        <a:ext uri="{FF2B5EF4-FFF2-40B4-BE49-F238E27FC236}">
                          <a16:creationId xmlns:a16="http://schemas.microsoft.com/office/drawing/2014/main" id="{B44C04C8-C22F-0E40-BFE5-46442F681A3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42" name="TextBox 1041">
                      <a:extLst>
                        <a:ext uri="{FF2B5EF4-FFF2-40B4-BE49-F238E27FC236}">
                          <a16:creationId xmlns:a16="http://schemas.microsoft.com/office/drawing/2014/main" id="{3DA4745A-6B3B-4645-A5E2-6DD5C65F446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1033" name="Straight Connector 1032">
                  <a:extLst>
                    <a:ext uri="{FF2B5EF4-FFF2-40B4-BE49-F238E27FC236}">
                      <a16:creationId xmlns:a16="http://schemas.microsoft.com/office/drawing/2014/main" id="{0FA948A4-19D6-B543-B2C7-122263EA68EF}"/>
                    </a:ext>
                  </a:extLst>
                </p:cNvPr>
                <p:cNvCxnSpPr>
                  <a:stCxn id="1081" idx="2"/>
                  <a:endCxn id="1068"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4" name="Straight Connector 1033">
                  <a:extLst>
                    <a:ext uri="{FF2B5EF4-FFF2-40B4-BE49-F238E27FC236}">
                      <a16:creationId xmlns:a16="http://schemas.microsoft.com/office/drawing/2014/main" id="{93A2528A-2D79-9C44-9154-CEF430467554}"/>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5" name="Straight Connector 1034">
                  <a:extLst>
                    <a:ext uri="{FF2B5EF4-FFF2-40B4-BE49-F238E27FC236}">
                      <a16:creationId xmlns:a16="http://schemas.microsoft.com/office/drawing/2014/main" id="{6BCA322E-7172-0E45-A276-B5C96230E3A5}"/>
                    </a:ext>
                  </a:extLst>
                </p:cNvPr>
                <p:cNvCxnSpPr>
                  <a:stCxn id="1082"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6" name="Straight Connector 1035">
                  <a:extLst>
                    <a:ext uri="{FF2B5EF4-FFF2-40B4-BE49-F238E27FC236}">
                      <a16:creationId xmlns:a16="http://schemas.microsoft.com/office/drawing/2014/main" id="{6ED4BD34-555B-E846-888B-9F26A28C9D7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8" name="Straight Connector 1037">
                  <a:extLst>
                    <a:ext uri="{FF2B5EF4-FFF2-40B4-BE49-F238E27FC236}">
                      <a16:creationId xmlns:a16="http://schemas.microsoft.com/office/drawing/2014/main" id="{22C8F685-9275-D944-96F8-541247ED5EA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94" name="TextBox 1093">
                <a:extLst>
                  <a:ext uri="{FF2B5EF4-FFF2-40B4-BE49-F238E27FC236}">
                    <a16:creationId xmlns:a16="http://schemas.microsoft.com/office/drawing/2014/main" id="{5B090BCE-17C7-4F48-B51A-B30ED15D2A0B}"/>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7" name="Group 6">
            <a:extLst>
              <a:ext uri="{FF2B5EF4-FFF2-40B4-BE49-F238E27FC236}">
                <a16:creationId xmlns:a16="http://schemas.microsoft.com/office/drawing/2014/main" id="{5AD6AB4E-1CAE-9744-B381-27E469100A58}"/>
              </a:ext>
            </a:extLst>
          </p:cNvPr>
          <p:cNvGrpSpPr/>
          <p:nvPr/>
        </p:nvGrpSpPr>
        <p:grpSpPr>
          <a:xfrm>
            <a:off x="1426553" y="4136253"/>
            <a:ext cx="3452487" cy="1719017"/>
            <a:chOff x="1426553" y="4136253"/>
            <a:chExt cx="3452487" cy="1719017"/>
          </a:xfrm>
        </p:grpSpPr>
        <p:grpSp>
          <p:nvGrpSpPr>
            <p:cNvPr id="897" name="Group 896">
              <a:extLst>
                <a:ext uri="{FF2B5EF4-FFF2-40B4-BE49-F238E27FC236}">
                  <a16:creationId xmlns:a16="http://schemas.microsoft.com/office/drawing/2014/main" id="{3CE71B4E-855C-C840-ADE8-6B3004A16E6F}"/>
                </a:ext>
              </a:extLst>
            </p:cNvPr>
            <p:cNvGrpSpPr/>
            <p:nvPr/>
          </p:nvGrpSpPr>
          <p:grpSpPr>
            <a:xfrm>
              <a:off x="1426553" y="4136253"/>
              <a:ext cx="2557336" cy="1719017"/>
              <a:chOff x="-2170772" y="2784954"/>
              <a:chExt cx="2712783" cy="1853712"/>
            </a:xfrm>
          </p:grpSpPr>
          <p:sp>
            <p:nvSpPr>
              <p:cNvPr id="898" name="Freeform 2">
                <a:extLst>
                  <a:ext uri="{FF2B5EF4-FFF2-40B4-BE49-F238E27FC236}">
                    <a16:creationId xmlns:a16="http://schemas.microsoft.com/office/drawing/2014/main" id="{283A80A6-ACCE-9042-8C8B-198A5A1D2CB8}"/>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899" name="Group 898">
                <a:extLst>
                  <a:ext uri="{FF2B5EF4-FFF2-40B4-BE49-F238E27FC236}">
                    <a16:creationId xmlns:a16="http://schemas.microsoft.com/office/drawing/2014/main" id="{9FC17377-884C-414F-8E1D-B308CBDD5468}"/>
                  </a:ext>
                </a:extLst>
              </p:cNvPr>
              <p:cNvGrpSpPr/>
              <p:nvPr/>
            </p:nvGrpSpPr>
            <p:grpSpPr>
              <a:xfrm>
                <a:off x="-1935370" y="2935816"/>
                <a:ext cx="2333625" cy="1590649"/>
                <a:chOff x="833331" y="2873352"/>
                <a:chExt cx="2333625" cy="1590649"/>
              </a:xfrm>
            </p:grpSpPr>
            <p:grpSp>
              <p:nvGrpSpPr>
                <p:cNvPr id="900" name="Group 899">
                  <a:extLst>
                    <a:ext uri="{FF2B5EF4-FFF2-40B4-BE49-F238E27FC236}">
                      <a16:creationId xmlns:a16="http://schemas.microsoft.com/office/drawing/2014/main" id="{D5400FED-619F-F740-84A1-9713262070B8}"/>
                    </a:ext>
                  </a:extLst>
                </p:cNvPr>
                <p:cNvGrpSpPr/>
                <p:nvPr/>
              </p:nvGrpSpPr>
              <p:grpSpPr>
                <a:xfrm>
                  <a:off x="1736090" y="2873352"/>
                  <a:ext cx="565150" cy="369332"/>
                  <a:chOff x="1736090" y="2873352"/>
                  <a:chExt cx="565150" cy="369332"/>
                </a:xfrm>
              </p:grpSpPr>
              <p:grpSp>
                <p:nvGrpSpPr>
                  <p:cNvPr id="949" name="Group 327">
                    <a:extLst>
                      <a:ext uri="{FF2B5EF4-FFF2-40B4-BE49-F238E27FC236}">
                        <a16:creationId xmlns:a16="http://schemas.microsoft.com/office/drawing/2014/main" id="{3B6AB252-179E-4A40-A8FE-EF2AF309DD2A}"/>
                      </a:ext>
                    </a:extLst>
                  </p:cNvPr>
                  <p:cNvGrpSpPr>
                    <a:grpSpLocks/>
                  </p:cNvGrpSpPr>
                  <p:nvPr/>
                </p:nvGrpSpPr>
                <p:grpSpPr bwMode="auto">
                  <a:xfrm>
                    <a:off x="1736090" y="2893762"/>
                    <a:ext cx="565150" cy="292100"/>
                    <a:chOff x="1871277" y="1576300"/>
                    <a:chExt cx="1128371" cy="437861"/>
                  </a:xfrm>
                </p:grpSpPr>
                <p:sp>
                  <p:nvSpPr>
                    <p:cNvPr id="953" name="Oval 952">
                      <a:extLst>
                        <a:ext uri="{FF2B5EF4-FFF2-40B4-BE49-F238E27FC236}">
                          <a16:creationId xmlns:a16="http://schemas.microsoft.com/office/drawing/2014/main" id="{63627FC9-0B3F-664A-9E65-2EC81DABC2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4" name="Rectangle 953">
                      <a:extLst>
                        <a:ext uri="{FF2B5EF4-FFF2-40B4-BE49-F238E27FC236}">
                          <a16:creationId xmlns:a16="http://schemas.microsoft.com/office/drawing/2014/main" id="{3C2079ED-CD34-8048-9B86-CACF3B9546C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5" name="Oval 954">
                      <a:extLst>
                        <a:ext uri="{FF2B5EF4-FFF2-40B4-BE49-F238E27FC236}">
                          <a16:creationId xmlns:a16="http://schemas.microsoft.com/office/drawing/2014/main" id="{55B51C42-698C-934B-8244-908CC3429E1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56" name="Freeform 955">
                      <a:extLst>
                        <a:ext uri="{FF2B5EF4-FFF2-40B4-BE49-F238E27FC236}">
                          <a16:creationId xmlns:a16="http://schemas.microsoft.com/office/drawing/2014/main" id="{1F470D92-6D81-5C4C-A5D6-DF918E6850E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7" name="Freeform 956">
                      <a:extLst>
                        <a:ext uri="{FF2B5EF4-FFF2-40B4-BE49-F238E27FC236}">
                          <a16:creationId xmlns:a16="http://schemas.microsoft.com/office/drawing/2014/main" id="{130139FE-1CE2-364B-989A-ACEA908EB27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8" name="Freeform 957">
                      <a:extLst>
                        <a:ext uri="{FF2B5EF4-FFF2-40B4-BE49-F238E27FC236}">
                          <a16:creationId xmlns:a16="http://schemas.microsoft.com/office/drawing/2014/main" id="{7F6DF920-A2F0-9949-9B9C-25AE50501FF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9" name="Freeform 958">
                      <a:extLst>
                        <a:ext uri="{FF2B5EF4-FFF2-40B4-BE49-F238E27FC236}">
                          <a16:creationId xmlns:a16="http://schemas.microsoft.com/office/drawing/2014/main" id="{22EDDC2B-58FC-C545-AB15-E99619BBD97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0" name="Straight Connector 959">
                      <a:extLst>
                        <a:ext uri="{FF2B5EF4-FFF2-40B4-BE49-F238E27FC236}">
                          <a16:creationId xmlns:a16="http://schemas.microsoft.com/office/drawing/2014/main" id="{4296E775-31B6-5B4B-A5BE-4E02CDD3B469}"/>
                        </a:ext>
                      </a:extLst>
                    </p:cNvPr>
                    <p:cNvCxnSpPr>
                      <a:endCxn id="95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61" name="Straight Connector 960">
                      <a:extLst>
                        <a:ext uri="{FF2B5EF4-FFF2-40B4-BE49-F238E27FC236}">
                          <a16:creationId xmlns:a16="http://schemas.microsoft.com/office/drawing/2014/main" id="{A5D8299F-A42F-854E-9CFB-763B2778FC1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50" name="Group 949">
                    <a:extLst>
                      <a:ext uri="{FF2B5EF4-FFF2-40B4-BE49-F238E27FC236}">
                        <a16:creationId xmlns:a16="http://schemas.microsoft.com/office/drawing/2014/main" id="{1788917B-0238-8B46-BA37-30397FD3DB37}"/>
                      </a:ext>
                    </a:extLst>
                  </p:cNvPr>
                  <p:cNvGrpSpPr/>
                  <p:nvPr/>
                </p:nvGrpSpPr>
                <p:grpSpPr>
                  <a:xfrm>
                    <a:off x="1770362" y="2873352"/>
                    <a:ext cx="441422" cy="369332"/>
                    <a:chOff x="667045" y="1708643"/>
                    <a:chExt cx="441422" cy="369332"/>
                  </a:xfrm>
                </p:grpSpPr>
                <p:sp>
                  <p:nvSpPr>
                    <p:cNvPr id="951" name="Oval 950">
                      <a:extLst>
                        <a:ext uri="{FF2B5EF4-FFF2-40B4-BE49-F238E27FC236}">
                          <a16:creationId xmlns:a16="http://schemas.microsoft.com/office/drawing/2014/main" id="{923AD362-4160-3E4E-AF55-6685C7E4758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2" name="TextBox 951">
                      <a:extLst>
                        <a:ext uri="{FF2B5EF4-FFF2-40B4-BE49-F238E27FC236}">
                          <a16:creationId xmlns:a16="http://schemas.microsoft.com/office/drawing/2014/main" id="{7520A91B-2469-1944-98CE-9FDC18168C2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901" name="Group 900">
                  <a:extLst>
                    <a:ext uri="{FF2B5EF4-FFF2-40B4-BE49-F238E27FC236}">
                      <a16:creationId xmlns:a16="http://schemas.microsoft.com/office/drawing/2014/main" id="{12975416-4654-EF49-B798-E43A6CC08278}"/>
                    </a:ext>
                  </a:extLst>
                </p:cNvPr>
                <p:cNvGrpSpPr/>
                <p:nvPr/>
              </p:nvGrpSpPr>
              <p:grpSpPr>
                <a:xfrm>
                  <a:off x="1740320" y="4094669"/>
                  <a:ext cx="565150" cy="369332"/>
                  <a:chOff x="1736090" y="2873352"/>
                  <a:chExt cx="565150" cy="369332"/>
                </a:xfrm>
              </p:grpSpPr>
              <p:grpSp>
                <p:nvGrpSpPr>
                  <p:cNvPr id="936" name="Group 327">
                    <a:extLst>
                      <a:ext uri="{FF2B5EF4-FFF2-40B4-BE49-F238E27FC236}">
                        <a16:creationId xmlns:a16="http://schemas.microsoft.com/office/drawing/2014/main" id="{74F78B6C-AE11-7F49-B2BF-EE0EB8F3B0C5}"/>
                      </a:ext>
                    </a:extLst>
                  </p:cNvPr>
                  <p:cNvGrpSpPr>
                    <a:grpSpLocks/>
                  </p:cNvGrpSpPr>
                  <p:nvPr/>
                </p:nvGrpSpPr>
                <p:grpSpPr bwMode="auto">
                  <a:xfrm>
                    <a:off x="1736090" y="2893762"/>
                    <a:ext cx="565150" cy="292100"/>
                    <a:chOff x="1871277" y="1576300"/>
                    <a:chExt cx="1128371" cy="437861"/>
                  </a:xfrm>
                </p:grpSpPr>
                <p:sp>
                  <p:nvSpPr>
                    <p:cNvPr id="940" name="Oval 939">
                      <a:extLst>
                        <a:ext uri="{FF2B5EF4-FFF2-40B4-BE49-F238E27FC236}">
                          <a16:creationId xmlns:a16="http://schemas.microsoft.com/office/drawing/2014/main" id="{1B5A764B-9605-254C-B583-FD59CBCA85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1" name="Rectangle 940">
                      <a:extLst>
                        <a:ext uri="{FF2B5EF4-FFF2-40B4-BE49-F238E27FC236}">
                          <a16:creationId xmlns:a16="http://schemas.microsoft.com/office/drawing/2014/main" id="{EF698BA0-40DC-4C4A-AAA0-F66D1A31AD9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2" name="Oval 941">
                      <a:extLst>
                        <a:ext uri="{FF2B5EF4-FFF2-40B4-BE49-F238E27FC236}">
                          <a16:creationId xmlns:a16="http://schemas.microsoft.com/office/drawing/2014/main" id="{6C419D27-1510-E241-A47C-00038206033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43" name="Freeform 942">
                      <a:extLst>
                        <a:ext uri="{FF2B5EF4-FFF2-40B4-BE49-F238E27FC236}">
                          <a16:creationId xmlns:a16="http://schemas.microsoft.com/office/drawing/2014/main" id="{A2E04614-58C7-2840-A2F2-BF95E0C0F81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4" name="Freeform 943">
                      <a:extLst>
                        <a:ext uri="{FF2B5EF4-FFF2-40B4-BE49-F238E27FC236}">
                          <a16:creationId xmlns:a16="http://schemas.microsoft.com/office/drawing/2014/main" id="{A1233B70-4A82-0F47-AB61-0BE325232907}"/>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Freeform 944">
                      <a:extLst>
                        <a:ext uri="{FF2B5EF4-FFF2-40B4-BE49-F238E27FC236}">
                          <a16:creationId xmlns:a16="http://schemas.microsoft.com/office/drawing/2014/main" id="{9A22669E-0B07-3F45-9A7E-2DB8FEC962AE}"/>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6" name="Freeform 945">
                      <a:extLst>
                        <a:ext uri="{FF2B5EF4-FFF2-40B4-BE49-F238E27FC236}">
                          <a16:creationId xmlns:a16="http://schemas.microsoft.com/office/drawing/2014/main" id="{F7FE0282-0EA7-194E-B37D-32B2E192E51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7" name="Straight Connector 946">
                      <a:extLst>
                        <a:ext uri="{FF2B5EF4-FFF2-40B4-BE49-F238E27FC236}">
                          <a16:creationId xmlns:a16="http://schemas.microsoft.com/office/drawing/2014/main" id="{A155E81A-9514-F44D-934B-C83E3DFC7AE0}"/>
                        </a:ext>
                      </a:extLst>
                    </p:cNvPr>
                    <p:cNvCxnSpPr>
                      <a:endCxn id="94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48" name="Straight Connector 947">
                      <a:extLst>
                        <a:ext uri="{FF2B5EF4-FFF2-40B4-BE49-F238E27FC236}">
                          <a16:creationId xmlns:a16="http://schemas.microsoft.com/office/drawing/2014/main" id="{7B997F24-F8DC-FC41-B104-1A9F101D8F8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37" name="Group 936">
                    <a:extLst>
                      <a:ext uri="{FF2B5EF4-FFF2-40B4-BE49-F238E27FC236}">
                        <a16:creationId xmlns:a16="http://schemas.microsoft.com/office/drawing/2014/main" id="{787F07A0-694C-9E4B-A3B3-30FF228A22E8}"/>
                      </a:ext>
                    </a:extLst>
                  </p:cNvPr>
                  <p:cNvGrpSpPr/>
                  <p:nvPr/>
                </p:nvGrpSpPr>
                <p:grpSpPr>
                  <a:xfrm>
                    <a:off x="1770362" y="2873352"/>
                    <a:ext cx="441422" cy="369332"/>
                    <a:chOff x="667045" y="1708643"/>
                    <a:chExt cx="441422" cy="369332"/>
                  </a:xfrm>
                </p:grpSpPr>
                <p:sp>
                  <p:nvSpPr>
                    <p:cNvPr id="938" name="Oval 937">
                      <a:extLst>
                        <a:ext uri="{FF2B5EF4-FFF2-40B4-BE49-F238E27FC236}">
                          <a16:creationId xmlns:a16="http://schemas.microsoft.com/office/drawing/2014/main" id="{9E0669B1-E058-2D4E-953A-8DD7F13C5A2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9" name="TextBox 938">
                      <a:extLst>
                        <a:ext uri="{FF2B5EF4-FFF2-40B4-BE49-F238E27FC236}">
                          <a16:creationId xmlns:a16="http://schemas.microsoft.com/office/drawing/2014/main" id="{AF432F12-5031-CA46-ABD9-511EBDB5A9FE}"/>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902" name="Group 901">
                  <a:extLst>
                    <a:ext uri="{FF2B5EF4-FFF2-40B4-BE49-F238E27FC236}">
                      <a16:creationId xmlns:a16="http://schemas.microsoft.com/office/drawing/2014/main" id="{2DE65FFF-4FAF-694F-9280-D8C20647D5EC}"/>
                    </a:ext>
                  </a:extLst>
                </p:cNvPr>
                <p:cNvGrpSpPr/>
                <p:nvPr/>
              </p:nvGrpSpPr>
              <p:grpSpPr>
                <a:xfrm>
                  <a:off x="2601806" y="3485072"/>
                  <a:ext cx="565150" cy="369332"/>
                  <a:chOff x="1736090" y="2873352"/>
                  <a:chExt cx="565150" cy="369332"/>
                </a:xfrm>
              </p:grpSpPr>
              <p:grpSp>
                <p:nvGrpSpPr>
                  <p:cNvPr id="923" name="Group 327">
                    <a:extLst>
                      <a:ext uri="{FF2B5EF4-FFF2-40B4-BE49-F238E27FC236}">
                        <a16:creationId xmlns:a16="http://schemas.microsoft.com/office/drawing/2014/main" id="{94C911E6-C634-834E-96A6-814FBEC59AEF}"/>
                      </a:ext>
                    </a:extLst>
                  </p:cNvPr>
                  <p:cNvGrpSpPr>
                    <a:grpSpLocks/>
                  </p:cNvGrpSpPr>
                  <p:nvPr/>
                </p:nvGrpSpPr>
                <p:grpSpPr bwMode="auto">
                  <a:xfrm>
                    <a:off x="1736090" y="2893762"/>
                    <a:ext cx="565150" cy="292100"/>
                    <a:chOff x="1871277" y="1576300"/>
                    <a:chExt cx="1128371" cy="437861"/>
                  </a:xfrm>
                </p:grpSpPr>
                <p:sp>
                  <p:nvSpPr>
                    <p:cNvPr id="927" name="Oval 926">
                      <a:extLst>
                        <a:ext uri="{FF2B5EF4-FFF2-40B4-BE49-F238E27FC236}">
                          <a16:creationId xmlns:a16="http://schemas.microsoft.com/office/drawing/2014/main" id="{8C761162-B166-8849-8139-AAD7A2C4F6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8" name="Rectangle 927">
                      <a:extLst>
                        <a:ext uri="{FF2B5EF4-FFF2-40B4-BE49-F238E27FC236}">
                          <a16:creationId xmlns:a16="http://schemas.microsoft.com/office/drawing/2014/main" id="{3D39001E-4533-0B43-905F-AA94CE83908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Oval 928">
                      <a:extLst>
                        <a:ext uri="{FF2B5EF4-FFF2-40B4-BE49-F238E27FC236}">
                          <a16:creationId xmlns:a16="http://schemas.microsoft.com/office/drawing/2014/main" id="{5E71B462-B511-4649-8673-9036C0DEA9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30" name="Freeform 929">
                      <a:extLst>
                        <a:ext uri="{FF2B5EF4-FFF2-40B4-BE49-F238E27FC236}">
                          <a16:creationId xmlns:a16="http://schemas.microsoft.com/office/drawing/2014/main" id="{B49EA1C5-095A-C04B-B8BD-EF8F458959D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a16="http://schemas.microsoft.com/office/drawing/2014/main" id="{C83CC63D-393D-1049-A395-4C928D5F036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2" name="Freeform 931">
                      <a:extLst>
                        <a:ext uri="{FF2B5EF4-FFF2-40B4-BE49-F238E27FC236}">
                          <a16:creationId xmlns:a16="http://schemas.microsoft.com/office/drawing/2014/main" id="{C03181A0-E79F-D844-947E-BF87B8C423F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3" name="Freeform 932">
                      <a:extLst>
                        <a:ext uri="{FF2B5EF4-FFF2-40B4-BE49-F238E27FC236}">
                          <a16:creationId xmlns:a16="http://schemas.microsoft.com/office/drawing/2014/main" id="{83B6EBB9-930D-0C4D-B5BC-C6B4A8EAB72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4" name="Straight Connector 933">
                      <a:extLst>
                        <a:ext uri="{FF2B5EF4-FFF2-40B4-BE49-F238E27FC236}">
                          <a16:creationId xmlns:a16="http://schemas.microsoft.com/office/drawing/2014/main" id="{4A10BE00-6B87-FB46-AD61-287CAD87075B}"/>
                        </a:ext>
                      </a:extLst>
                    </p:cNvPr>
                    <p:cNvCxnSpPr>
                      <a:endCxn id="92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35" name="Straight Connector 934">
                      <a:extLst>
                        <a:ext uri="{FF2B5EF4-FFF2-40B4-BE49-F238E27FC236}">
                          <a16:creationId xmlns:a16="http://schemas.microsoft.com/office/drawing/2014/main" id="{230346D5-8BDD-B745-9227-4A68169D0F5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24" name="Group 923">
                    <a:extLst>
                      <a:ext uri="{FF2B5EF4-FFF2-40B4-BE49-F238E27FC236}">
                        <a16:creationId xmlns:a16="http://schemas.microsoft.com/office/drawing/2014/main" id="{A9A703FA-0296-E94C-917B-41DC9E089E97}"/>
                      </a:ext>
                    </a:extLst>
                  </p:cNvPr>
                  <p:cNvGrpSpPr/>
                  <p:nvPr/>
                </p:nvGrpSpPr>
                <p:grpSpPr>
                  <a:xfrm>
                    <a:off x="1770362" y="2873352"/>
                    <a:ext cx="428460" cy="369332"/>
                    <a:chOff x="667045" y="1708643"/>
                    <a:chExt cx="428460" cy="369332"/>
                  </a:xfrm>
                </p:grpSpPr>
                <p:sp>
                  <p:nvSpPr>
                    <p:cNvPr id="925" name="Oval 924">
                      <a:extLst>
                        <a:ext uri="{FF2B5EF4-FFF2-40B4-BE49-F238E27FC236}">
                          <a16:creationId xmlns:a16="http://schemas.microsoft.com/office/drawing/2014/main" id="{05920D72-FEAD-F249-B9E2-78D387F26886}"/>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6" name="TextBox 925">
                      <a:extLst>
                        <a:ext uri="{FF2B5EF4-FFF2-40B4-BE49-F238E27FC236}">
                          <a16:creationId xmlns:a16="http://schemas.microsoft.com/office/drawing/2014/main" id="{1F2C5EAB-8B45-2540-A28C-11D50EE0598C}"/>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903" name="Group 902">
                  <a:extLst>
                    <a:ext uri="{FF2B5EF4-FFF2-40B4-BE49-F238E27FC236}">
                      <a16:creationId xmlns:a16="http://schemas.microsoft.com/office/drawing/2014/main" id="{12F3CB7B-C396-6F4F-92BE-2E64653DE3ED}"/>
                    </a:ext>
                  </a:extLst>
                </p:cNvPr>
                <p:cNvGrpSpPr/>
                <p:nvPr/>
              </p:nvGrpSpPr>
              <p:grpSpPr>
                <a:xfrm>
                  <a:off x="833331" y="3478719"/>
                  <a:ext cx="565150" cy="369332"/>
                  <a:chOff x="1736090" y="2873352"/>
                  <a:chExt cx="565150" cy="369332"/>
                </a:xfrm>
              </p:grpSpPr>
              <p:grpSp>
                <p:nvGrpSpPr>
                  <p:cNvPr id="910" name="Group 327">
                    <a:extLst>
                      <a:ext uri="{FF2B5EF4-FFF2-40B4-BE49-F238E27FC236}">
                        <a16:creationId xmlns:a16="http://schemas.microsoft.com/office/drawing/2014/main" id="{593ADE02-2BB8-F247-B466-624010934E10}"/>
                      </a:ext>
                    </a:extLst>
                  </p:cNvPr>
                  <p:cNvGrpSpPr>
                    <a:grpSpLocks/>
                  </p:cNvGrpSpPr>
                  <p:nvPr/>
                </p:nvGrpSpPr>
                <p:grpSpPr bwMode="auto">
                  <a:xfrm>
                    <a:off x="1736090" y="2893762"/>
                    <a:ext cx="565150" cy="292100"/>
                    <a:chOff x="1871277" y="1576300"/>
                    <a:chExt cx="1128371" cy="437861"/>
                  </a:xfrm>
                </p:grpSpPr>
                <p:sp>
                  <p:nvSpPr>
                    <p:cNvPr id="914" name="Oval 913">
                      <a:extLst>
                        <a:ext uri="{FF2B5EF4-FFF2-40B4-BE49-F238E27FC236}">
                          <a16:creationId xmlns:a16="http://schemas.microsoft.com/office/drawing/2014/main" id="{87541E56-E5EE-8241-BCBF-55CDA84C2A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5" name="Rectangle 914">
                      <a:extLst>
                        <a:ext uri="{FF2B5EF4-FFF2-40B4-BE49-F238E27FC236}">
                          <a16:creationId xmlns:a16="http://schemas.microsoft.com/office/drawing/2014/main" id="{F465AFB2-2CF1-4A4B-A18C-33598415B48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6" name="Oval 915">
                      <a:extLst>
                        <a:ext uri="{FF2B5EF4-FFF2-40B4-BE49-F238E27FC236}">
                          <a16:creationId xmlns:a16="http://schemas.microsoft.com/office/drawing/2014/main" id="{4B29641F-3D28-C345-94DF-0BB1F9629D6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7" name="Freeform 916">
                      <a:extLst>
                        <a:ext uri="{FF2B5EF4-FFF2-40B4-BE49-F238E27FC236}">
                          <a16:creationId xmlns:a16="http://schemas.microsoft.com/office/drawing/2014/main" id="{6E4AAF8F-2CBD-1142-9EE9-05FE92FF53F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8" name="Freeform 917">
                      <a:extLst>
                        <a:ext uri="{FF2B5EF4-FFF2-40B4-BE49-F238E27FC236}">
                          <a16:creationId xmlns:a16="http://schemas.microsoft.com/office/drawing/2014/main" id="{BA495F97-D82B-5C4E-96B6-E82DB95F35A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9" name="Freeform 918">
                      <a:extLst>
                        <a:ext uri="{FF2B5EF4-FFF2-40B4-BE49-F238E27FC236}">
                          <a16:creationId xmlns:a16="http://schemas.microsoft.com/office/drawing/2014/main" id="{D9B70EFE-CE31-3F47-BEB1-D4C42661C87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Freeform 919">
                      <a:extLst>
                        <a:ext uri="{FF2B5EF4-FFF2-40B4-BE49-F238E27FC236}">
                          <a16:creationId xmlns:a16="http://schemas.microsoft.com/office/drawing/2014/main" id="{C5905B1B-F644-774C-BE19-4510998084D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1" name="Straight Connector 920">
                      <a:extLst>
                        <a:ext uri="{FF2B5EF4-FFF2-40B4-BE49-F238E27FC236}">
                          <a16:creationId xmlns:a16="http://schemas.microsoft.com/office/drawing/2014/main" id="{237AA02A-857C-A247-AC06-55D25854AF8B}"/>
                        </a:ext>
                      </a:extLst>
                    </p:cNvPr>
                    <p:cNvCxnSpPr>
                      <a:endCxn id="91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2" name="Straight Connector 921">
                      <a:extLst>
                        <a:ext uri="{FF2B5EF4-FFF2-40B4-BE49-F238E27FC236}">
                          <a16:creationId xmlns:a16="http://schemas.microsoft.com/office/drawing/2014/main" id="{CAFAEF13-0710-B74C-87F9-9E272EF7406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1" name="Group 910">
                    <a:extLst>
                      <a:ext uri="{FF2B5EF4-FFF2-40B4-BE49-F238E27FC236}">
                        <a16:creationId xmlns:a16="http://schemas.microsoft.com/office/drawing/2014/main" id="{5BE68664-1930-8042-9913-11DBD4621028}"/>
                      </a:ext>
                    </a:extLst>
                  </p:cNvPr>
                  <p:cNvGrpSpPr/>
                  <p:nvPr/>
                </p:nvGrpSpPr>
                <p:grpSpPr>
                  <a:xfrm>
                    <a:off x="1770362" y="2873352"/>
                    <a:ext cx="441422" cy="369332"/>
                    <a:chOff x="667045" y="1708643"/>
                    <a:chExt cx="441422" cy="369332"/>
                  </a:xfrm>
                </p:grpSpPr>
                <p:sp>
                  <p:nvSpPr>
                    <p:cNvPr id="912" name="Oval 911">
                      <a:extLst>
                        <a:ext uri="{FF2B5EF4-FFF2-40B4-BE49-F238E27FC236}">
                          <a16:creationId xmlns:a16="http://schemas.microsoft.com/office/drawing/2014/main" id="{F5C7195A-DF6E-0742-AB8B-F0F4AA6D814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3" name="TextBox 912">
                      <a:extLst>
                        <a:ext uri="{FF2B5EF4-FFF2-40B4-BE49-F238E27FC236}">
                          <a16:creationId xmlns:a16="http://schemas.microsoft.com/office/drawing/2014/main" id="{139118F9-27CD-6746-B00D-B4D69FC9BBF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906" name="Straight Connector 905">
                  <a:extLst>
                    <a:ext uri="{FF2B5EF4-FFF2-40B4-BE49-F238E27FC236}">
                      <a16:creationId xmlns:a16="http://schemas.microsoft.com/office/drawing/2014/main" id="{F8011BB7-12B5-1249-8A24-DAC95B1A596F}"/>
                    </a:ext>
                  </a:extLst>
                </p:cNvPr>
                <p:cNvCxnSpPr>
                  <a:stCxn id="95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7" name="Straight Connector 906">
                  <a:extLst>
                    <a:ext uri="{FF2B5EF4-FFF2-40B4-BE49-F238E27FC236}">
                      <a16:creationId xmlns:a16="http://schemas.microsoft.com/office/drawing/2014/main" id="{3EB6DB0D-6768-7141-8F0D-4A10BD950A1B}"/>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8" name="Straight Connector 907">
                  <a:extLst>
                    <a:ext uri="{FF2B5EF4-FFF2-40B4-BE49-F238E27FC236}">
                      <a16:creationId xmlns:a16="http://schemas.microsoft.com/office/drawing/2014/main" id="{39C8D121-355C-A244-AFDC-F0E389C307B5}"/>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09" name="Straight Connector 908">
                  <a:extLst>
                    <a:ext uri="{FF2B5EF4-FFF2-40B4-BE49-F238E27FC236}">
                      <a16:creationId xmlns:a16="http://schemas.microsoft.com/office/drawing/2014/main" id="{4C27E697-7798-CB49-B8B3-BE726B579901}"/>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095" name="TextBox 1094">
              <a:extLst>
                <a:ext uri="{FF2B5EF4-FFF2-40B4-BE49-F238E27FC236}">
                  <a16:creationId xmlns:a16="http://schemas.microsoft.com/office/drawing/2014/main" id="{CE2731EC-DA9C-BD46-8898-CE195B824102}"/>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1091" name="Straight Connector 1090">
              <a:extLst>
                <a:ext uri="{FF2B5EF4-FFF2-40B4-BE49-F238E27FC236}">
                  <a16:creationId xmlns:a16="http://schemas.microsoft.com/office/drawing/2014/main" id="{7AF49A6F-DF6F-0046-AB9E-CBF659230BB7}"/>
                </a:ext>
              </a:extLst>
            </p:cNvPr>
            <p:cNvCxnSpPr>
              <a:cxnSpLocks/>
              <a:stCxn id="9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096" name="Group 1095">
            <a:extLst>
              <a:ext uri="{FF2B5EF4-FFF2-40B4-BE49-F238E27FC236}">
                <a16:creationId xmlns:a16="http://schemas.microsoft.com/office/drawing/2014/main" id="{094D46E7-AC86-5342-B30A-683BA4D5D9C6}"/>
              </a:ext>
            </a:extLst>
          </p:cNvPr>
          <p:cNvGrpSpPr/>
          <p:nvPr/>
        </p:nvGrpSpPr>
        <p:grpSpPr>
          <a:xfrm>
            <a:off x="9501669" y="4809849"/>
            <a:ext cx="1701734" cy="616172"/>
            <a:chOff x="6935906" y="5482318"/>
            <a:chExt cx="1701734" cy="616172"/>
          </a:xfrm>
        </p:grpSpPr>
        <p:grpSp>
          <p:nvGrpSpPr>
            <p:cNvPr id="1097" name="Group 1096">
              <a:extLst>
                <a:ext uri="{FF2B5EF4-FFF2-40B4-BE49-F238E27FC236}">
                  <a16:creationId xmlns:a16="http://schemas.microsoft.com/office/drawing/2014/main" id="{DA43C989-3658-8741-A7E7-9C8437FCD0B2}"/>
                </a:ext>
              </a:extLst>
            </p:cNvPr>
            <p:cNvGrpSpPr/>
            <p:nvPr/>
          </p:nvGrpSpPr>
          <p:grpSpPr>
            <a:xfrm>
              <a:off x="6935906" y="5482318"/>
              <a:ext cx="1701734" cy="616172"/>
              <a:chOff x="6808463" y="5108795"/>
              <a:chExt cx="1701734" cy="616172"/>
            </a:xfrm>
          </p:grpSpPr>
          <p:sp>
            <p:nvSpPr>
              <p:cNvPr id="1099" name="Freeform 2">
                <a:extLst>
                  <a:ext uri="{FF2B5EF4-FFF2-40B4-BE49-F238E27FC236}">
                    <a16:creationId xmlns:a16="http://schemas.microsoft.com/office/drawing/2014/main" id="{04958567-D223-1244-9FE4-AD843F7746FC}"/>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100" name="Group 327">
                <a:extLst>
                  <a:ext uri="{FF2B5EF4-FFF2-40B4-BE49-F238E27FC236}">
                    <a16:creationId xmlns:a16="http://schemas.microsoft.com/office/drawing/2014/main" id="{84E4BF4D-E97B-E24E-A6D6-B265EDFC9945}"/>
                  </a:ext>
                </a:extLst>
              </p:cNvPr>
              <p:cNvGrpSpPr>
                <a:grpSpLocks/>
              </p:cNvGrpSpPr>
              <p:nvPr/>
            </p:nvGrpSpPr>
            <p:grpSpPr bwMode="auto">
              <a:xfrm>
                <a:off x="7908175" y="5241780"/>
                <a:ext cx="536554" cy="263548"/>
                <a:chOff x="1871277" y="1576300"/>
                <a:chExt cx="1128371" cy="437861"/>
              </a:xfrm>
            </p:grpSpPr>
            <p:sp>
              <p:nvSpPr>
                <p:cNvPr id="1104" name="Oval 1103">
                  <a:extLst>
                    <a:ext uri="{FF2B5EF4-FFF2-40B4-BE49-F238E27FC236}">
                      <a16:creationId xmlns:a16="http://schemas.microsoft.com/office/drawing/2014/main" id="{DAE704C8-2A29-1B4B-BF5B-05909D10C28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5" name="Rectangle 1104">
                  <a:extLst>
                    <a:ext uri="{FF2B5EF4-FFF2-40B4-BE49-F238E27FC236}">
                      <a16:creationId xmlns:a16="http://schemas.microsoft.com/office/drawing/2014/main" id="{077DD5B7-6D65-ED4D-B745-4EDC949EDFF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6" name="Oval 1105">
                  <a:extLst>
                    <a:ext uri="{FF2B5EF4-FFF2-40B4-BE49-F238E27FC236}">
                      <a16:creationId xmlns:a16="http://schemas.microsoft.com/office/drawing/2014/main" id="{6BE64947-1735-3144-B4A2-ABC2275021F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07" name="Freeform 1106">
                  <a:extLst>
                    <a:ext uri="{FF2B5EF4-FFF2-40B4-BE49-F238E27FC236}">
                      <a16:creationId xmlns:a16="http://schemas.microsoft.com/office/drawing/2014/main" id="{648CF144-8568-D742-997E-9E2FAD84C8D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8" name="Freeform 1107">
                  <a:extLst>
                    <a:ext uri="{FF2B5EF4-FFF2-40B4-BE49-F238E27FC236}">
                      <a16:creationId xmlns:a16="http://schemas.microsoft.com/office/drawing/2014/main" id="{8EB3A668-F785-C94C-AD83-6D22A0B0109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9" name="Freeform 1108">
                  <a:extLst>
                    <a:ext uri="{FF2B5EF4-FFF2-40B4-BE49-F238E27FC236}">
                      <a16:creationId xmlns:a16="http://schemas.microsoft.com/office/drawing/2014/main" id="{5BA38663-B2A4-B242-87C4-EB46CBCD7EE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0" name="Freeform 1109">
                  <a:extLst>
                    <a:ext uri="{FF2B5EF4-FFF2-40B4-BE49-F238E27FC236}">
                      <a16:creationId xmlns:a16="http://schemas.microsoft.com/office/drawing/2014/main" id="{5CB0CAB1-4F9E-1344-9D69-8542575EA5C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111" name="Straight Connector 1110">
                  <a:extLst>
                    <a:ext uri="{FF2B5EF4-FFF2-40B4-BE49-F238E27FC236}">
                      <a16:creationId xmlns:a16="http://schemas.microsoft.com/office/drawing/2014/main" id="{C2C82FB8-3174-E946-A744-1175C0C36CDE}"/>
                    </a:ext>
                  </a:extLst>
                </p:cNvPr>
                <p:cNvCxnSpPr>
                  <a:endCxn id="110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112" name="Straight Connector 1111">
                  <a:extLst>
                    <a:ext uri="{FF2B5EF4-FFF2-40B4-BE49-F238E27FC236}">
                      <a16:creationId xmlns:a16="http://schemas.microsoft.com/office/drawing/2014/main" id="{3B0B07D2-F4AF-E840-BA1B-9DB2017C0D4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101" name="Group 1100">
                <a:extLst>
                  <a:ext uri="{FF2B5EF4-FFF2-40B4-BE49-F238E27FC236}">
                    <a16:creationId xmlns:a16="http://schemas.microsoft.com/office/drawing/2014/main" id="{BA7C8B54-F30A-334B-AF82-1C148CFC4E09}"/>
                  </a:ext>
                </a:extLst>
              </p:cNvPr>
              <p:cNvGrpSpPr/>
              <p:nvPr/>
            </p:nvGrpSpPr>
            <p:grpSpPr>
              <a:xfrm>
                <a:off x="7876581" y="5223365"/>
                <a:ext cx="466894" cy="369332"/>
                <a:chOff x="599495" y="1708643"/>
                <a:chExt cx="491778" cy="409344"/>
              </a:xfrm>
            </p:grpSpPr>
            <p:sp>
              <p:nvSpPr>
                <p:cNvPr id="1102" name="Oval 1101">
                  <a:extLst>
                    <a:ext uri="{FF2B5EF4-FFF2-40B4-BE49-F238E27FC236}">
                      <a16:creationId xmlns:a16="http://schemas.microsoft.com/office/drawing/2014/main" id="{91BF9D40-8E3D-FC44-9E35-3BB43179285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3" name="TextBox 1102">
                  <a:extLst>
                    <a:ext uri="{FF2B5EF4-FFF2-40B4-BE49-F238E27FC236}">
                      <a16:creationId xmlns:a16="http://schemas.microsoft.com/office/drawing/2014/main" id="{71878438-9834-F24C-836D-725DA2AE0DB9}"/>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1098" name="Straight Connector 1097">
              <a:extLst>
                <a:ext uri="{FF2B5EF4-FFF2-40B4-BE49-F238E27FC236}">
                  <a16:creationId xmlns:a16="http://schemas.microsoft.com/office/drawing/2014/main" id="{3337DFCF-46F5-A148-BEB2-5A8915841886}"/>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113" name="Group 117">
            <a:extLst>
              <a:ext uri="{FF2B5EF4-FFF2-40B4-BE49-F238E27FC236}">
                <a16:creationId xmlns:a16="http://schemas.microsoft.com/office/drawing/2014/main" id="{B589F7B1-507B-FD44-9CEF-E598E39E4B09}"/>
              </a:ext>
            </a:extLst>
          </p:cNvPr>
          <p:cNvGrpSpPr>
            <a:grpSpLocks/>
          </p:cNvGrpSpPr>
          <p:nvPr/>
        </p:nvGrpSpPr>
        <p:grpSpPr bwMode="auto">
          <a:xfrm>
            <a:off x="7226784" y="5209495"/>
            <a:ext cx="2481265" cy="884238"/>
            <a:chOff x="2282" y="2446"/>
            <a:chExt cx="1563" cy="557"/>
          </a:xfrm>
        </p:grpSpPr>
        <p:sp>
          <p:nvSpPr>
            <p:cNvPr id="1114" name="AutoShape 118">
              <a:extLst>
                <a:ext uri="{FF2B5EF4-FFF2-40B4-BE49-F238E27FC236}">
                  <a16:creationId xmlns:a16="http://schemas.microsoft.com/office/drawing/2014/main" id="{AEEA9884-A009-5648-BFA1-19478AC1AEA9}"/>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115" name="Text Box 119">
              <a:extLst>
                <a:ext uri="{FF2B5EF4-FFF2-40B4-BE49-F238E27FC236}">
                  <a16:creationId xmlns:a16="http://schemas.microsoft.com/office/drawing/2014/main" id="{AA79C01F-FEFD-4E49-ABC1-9AA41877F079}"/>
                </a:ext>
              </a:extLst>
            </p:cNvPr>
            <p:cNvSpPr txBox="1">
              <a:spLocks noChangeArrowheads="1"/>
            </p:cNvSpPr>
            <p:nvPr/>
          </p:nvSpPr>
          <p:spPr bwMode="auto">
            <a:xfrm>
              <a:off x="2294" y="2677"/>
              <a:ext cx="1551" cy="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effectLst/>
                  <a:uLnTx/>
                  <a:uFillTx/>
                  <a:latin typeface="Arial" charset="0"/>
                  <a:ea typeface="ＭＳ Ｐゴシック" charset="0"/>
                </a:rPr>
                <a:t>BGP advertisement:</a:t>
              </a:r>
            </a:p>
            <a:p>
              <a:pPr marL="0" marR="0" lvl="0" indent="0" defTabSz="914400" eaLnBrk="0" fontAlgn="base" latinLnBrk="0" hangingPunct="0">
                <a:lnSpc>
                  <a:spcPct val="85000"/>
                </a:lnSpc>
                <a:spcBef>
                  <a:spcPct val="0"/>
                </a:spcBef>
                <a:spcAft>
                  <a:spcPct val="0"/>
                </a:spcAft>
                <a:buClrTx/>
                <a:buSzTx/>
                <a:buFontTx/>
                <a:buNone/>
                <a:tabLst/>
                <a:defRPr/>
              </a:pPr>
              <a:r>
                <a:rPr kumimoji="0" lang="en-US" sz="1600" b="0" u="none" strike="noStrike" kern="0" cap="none" spc="0" normalizeH="0" baseline="0" noProof="0">
                  <a:ln>
                    <a:noFill/>
                  </a:ln>
                  <a:solidFill>
                    <a:srgbClr val="0000A8"/>
                  </a:solidFill>
                  <a:effectLst/>
                  <a:uLnTx/>
                  <a:uFillTx/>
                  <a:latin typeface="Arial" charset="0"/>
                  <a:ea typeface="ＭＳ Ｐゴシック" charset="0"/>
                </a:rPr>
                <a:t>AS3, X</a:t>
              </a:r>
            </a:p>
          </p:txBody>
        </p:sp>
      </p:grpSp>
      <p:cxnSp>
        <p:nvCxnSpPr>
          <p:cNvPr id="1092" name="Straight Connector 1091">
            <a:extLst>
              <a:ext uri="{FF2B5EF4-FFF2-40B4-BE49-F238E27FC236}">
                <a16:creationId xmlns:a16="http://schemas.microsoft.com/office/drawing/2014/main" id="{BA172D50-4798-124B-9512-A8DC98B9062A}"/>
              </a:ext>
            </a:extLst>
          </p:cNvPr>
          <p:cNvCxnSpPr>
            <a:cxnSpLocks/>
            <a:stCxn id="994" idx="5"/>
            <a:endCxn id="1042"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 name="Straight Arrow Connector 3">
            <a:extLst>
              <a:ext uri="{FF2B5EF4-FFF2-40B4-BE49-F238E27FC236}">
                <a16:creationId xmlns:a16="http://schemas.microsoft.com/office/drawing/2014/main" id="{5EDF9D15-FA3E-6F07-FEE0-BD6B59F69ADA}"/>
              </a:ext>
            </a:extLst>
          </p:cNvPr>
          <p:cNvCxnSpPr>
            <a:cxnSpLocks/>
          </p:cNvCxnSpPr>
          <p:nvPr/>
        </p:nvCxnSpPr>
        <p:spPr>
          <a:xfrm flipH="1" flipV="1">
            <a:off x="7657214" y="6093733"/>
            <a:ext cx="508838" cy="30606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4AEF53F-DB4B-A04B-0C7F-E77DF419ABA7}"/>
              </a:ext>
            </a:extLst>
          </p:cNvPr>
          <p:cNvSpPr txBox="1"/>
          <p:nvPr/>
        </p:nvSpPr>
        <p:spPr>
          <a:xfrm>
            <a:off x="8192345" y="6197028"/>
            <a:ext cx="966162" cy="369332"/>
          </a:xfrm>
          <a:prstGeom prst="rect">
            <a:avLst/>
          </a:prstGeom>
          <a:noFill/>
        </p:spPr>
        <p:txBody>
          <a:bodyPr wrap="none" rtlCol="0">
            <a:spAutoFit/>
          </a:bodyPr>
          <a:lstStyle/>
          <a:p>
            <a:r>
              <a:rPr lang="en-US">
                <a:solidFill>
                  <a:srgbClr val="C00000"/>
                </a:solidFill>
              </a:rPr>
              <a:t>AS-PATH</a:t>
            </a:r>
          </a:p>
        </p:txBody>
      </p:sp>
      <p:cxnSp>
        <p:nvCxnSpPr>
          <p:cNvPr id="13" name="Straight Arrow Connector 12">
            <a:extLst>
              <a:ext uri="{FF2B5EF4-FFF2-40B4-BE49-F238E27FC236}">
                <a16:creationId xmlns:a16="http://schemas.microsoft.com/office/drawing/2014/main" id="{054436FB-5628-08BC-0F63-FBEFAD37F423}"/>
              </a:ext>
            </a:extLst>
          </p:cNvPr>
          <p:cNvCxnSpPr>
            <a:cxnSpLocks/>
          </p:cNvCxnSpPr>
          <p:nvPr/>
        </p:nvCxnSpPr>
        <p:spPr>
          <a:xfrm>
            <a:off x="7675679" y="4205015"/>
            <a:ext cx="626570" cy="35312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E7DADBD-ADEE-FC76-6573-4AB6DBA49FFB}"/>
              </a:ext>
            </a:extLst>
          </p:cNvPr>
          <p:cNvSpPr txBox="1"/>
          <p:nvPr/>
        </p:nvSpPr>
        <p:spPr>
          <a:xfrm>
            <a:off x="7085747" y="3890528"/>
            <a:ext cx="1146083" cy="369332"/>
          </a:xfrm>
          <a:prstGeom prst="rect">
            <a:avLst/>
          </a:prstGeom>
          <a:noFill/>
        </p:spPr>
        <p:txBody>
          <a:bodyPr wrap="none" rtlCol="0">
            <a:spAutoFit/>
          </a:bodyPr>
          <a:lstStyle/>
          <a:p>
            <a:r>
              <a:rPr lang="en-US">
                <a:solidFill>
                  <a:srgbClr val="C00000"/>
                </a:solidFill>
              </a:rPr>
              <a:t>NEXT-HOP</a:t>
            </a:r>
          </a:p>
        </p:txBody>
      </p:sp>
    </p:spTree>
    <p:extLst>
      <p:ext uri="{BB962C8B-B14F-4D97-AF65-F5344CB8AC3E}">
        <p14:creationId xmlns:p14="http://schemas.microsoft.com/office/powerpoint/2010/main" val="343464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Path attributes and BGP routes</a:t>
            </a:r>
          </a:p>
        </p:txBody>
      </p:sp>
      <p:sp>
        <p:nvSpPr>
          <p:cNvPr id="225" name="Rectangle 3">
            <a:extLst>
              <a:ext uri="{FF2B5EF4-FFF2-40B4-BE49-F238E27FC236}">
                <a16:creationId xmlns:a16="http://schemas.microsoft.com/office/drawing/2014/main" id="{39420582-8708-6949-93FD-0D390E28072C}"/>
              </a:ext>
            </a:extLst>
          </p:cNvPr>
          <p:cNvSpPr txBox="1">
            <a:spLocks noChangeArrowheads="1"/>
          </p:cNvSpPr>
          <p:nvPr/>
        </p:nvSpPr>
        <p:spPr>
          <a:xfrm>
            <a:off x="767350" y="1547660"/>
            <a:ext cx="10957012" cy="504103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90513"/>
            <a:r>
              <a:rPr lang="en-US" sz="3200"/>
              <a:t>BGP advertised route:  prefix + attributes </a:t>
            </a:r>
          </a:p>
          <a:p>
            <a:pPr lvl="1" indent="-290513"/>
            <a:r>
              <a:rPr lang="en-US" sz="2800"/>
              <a:t>prefix: destination being advertised</a:t>
            </a:r>
          </a:p>
          <a:p>
            <a:pPr lvl="1" indent="-290513"/>
            <a:r>
              <a:rPr lang="en-US" sz="2800"/>
              <a:t>two important attributes:</a:t>
            </a:r>
          </a:p>
          <a:p>
            <a:pPr marL="920750" lvl="1" indent="-211138"/>
            <a:r>
              <a:rPr lang="en-US">
                <a:solidFill>
                  <a:srgbClr val="000090"/>
                </a:solidFill>
              </a:rPr>
              <a:t>AS-PATH: </a:t>
            </a:r>
            <a:r>
              <a:rPr lang="en-US"/>
              <a:t>list of ASes through which prefix advertisement has passed</a:t>
            </a:r>
          </a:p>
          <a:p>
            <a:pPr marL="920750" lvl="1" indent="-211138"/>
            <a:r>
              <a:rPr lang="en-US">
                <a:solidFill>
                  <a:srgbClr val="000090"/>
                </a:solidFill>
              </a:rPr>
              <a:t>NEXT-HO</a:t>
            </a:r>
            <a:r>
              <a:rPr lang="en-US">
                <a:solidFill>
                  <a:srgbClr val="0000A8"/>
                </a:solidFill>
              </a:rPr>
              <a:t>P: </a:t>
            </a:r>
            <a:r>
              <a:rPr lang="en-US"/>
              <a:t>indicates specific internal-AS router to next-hop AS</a:t>
            </a:r>
          </a:p>
          <a:p>
            <a:pPr marL="347663" indent="-285750"/>
            <a:r>
              <a:rPr lang="en-US" sz="3200">
                <a:solidFill>
                  <a:srgbClr val="C00000"/>
                </a:solidFill>
              </a:rPr>
              <a:t>policy-based routing:</a:t>
            </a:r>
          </a:p>
          <a:p>
            <a:pPr lvl="1"/>
            <a:r>
              <a:rPr lang="en-US" sz="2800"/>
              <a:t>gateway receiving route advertisement uses </a:t>
            </a:r>
            <a:r>
              <a:rPr lang="en-US" sz="2800" i="1">
                <a:solidFill>
                  <a:srgbClr val="0000A8"/>
                </a:solidFill>
              </a:rPr>
              <a:t>import policy </a:t>
            </a:r>
            <a:r>
              <a:rPr lang="en-US" sz="2800"/>
              <a:t>to accept/decline path (e.g., never route through AS Y).</a:t>
            </a:r>
          </a:p>
          <a:p>
            <a:pPr lvl="1"/>
            <a:r>
              <a:rPr lang="en-US" sz="2800"/>
              <a:t>AS policy also determines whether to </a:t>
            </a:r>
            <a:r>
              <a:rPr lang="en-US" sz="2800" i="1">
                <a:solidFill>
                  <a:srgbClr val="0000A8"/>
                </a:solidFill>
              </a:rPr>
              <a:t>advertise</a:t>
            </a:r>
            <a:r>
              <a:rPr lang="en-US" sz="2800">
                <a:solidFill>
                  <a:srgbClr val="0000A8"/>
                </a:solidFill>
              </a:rPr>
              <a:t> </a:t>
            </a:r>
            <a:r>
              <a:rPr lang="en-US" sz="2800"/>
              <a:t>path to other neighboring ASes</a:t>
            </a:r>
          </a:p>
          <a:p>
            <a:pPr lvl="1"/>
            <a:endParaRPr lang="en-US">
              <a:latin typeface="Gill Sans MT" charset="0"/>
            </a:endParaRPr>
          </a:p>
        </p:txBody>
      </p:sp>
    </p:spTree>
    <p:extLst>
      <p:ext uri="{BB962C8B-B14F-4D97-AF65-F5344CB8AC3E}">
        <p14:creationId xmlns:p14="http://schemas.microsoft.com/office/powerpoint/2010/main" val="3946921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
                                            <p:txEl>
                                              <p:pRg st="5" end="5"/>
                                            </p:txEl>
                                          </p:spTgt>
                                        </p:tgtEl>
                                        <p:attrNameLst>
                                          <p:attrName>style.visibility</p:attrName>
                                        </p:attrNameLst>
                                      </p:cBhvr>
                                      <p:to>
                                        <p:strVal val="visible"/>
                                      </p:to>
                                    </p:set>
                                    <p:animEffect transition="in" filter="dissolve">
                                      <p:cBhvr>
                                        <p:cTn id="7" dur="500"/>
                                        <p:tgtEl>
                                          <p:spTgt spid="225">
                                            <p:txEl>
                                              <p:pRg st="5" end="5"/>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5">
                                            <p:txEl>
                                              <p:pRg st="6" end="6"/>
                                            </p:txEl>
                                          </p:spTgt>
                                        </p:tgtEl>
                                        <p:attrNameLst>
                                          <p:attrName>style.visibility</p:attrName>
                                        </p:attrNameLst>
                                      </p:cBhvr>
                                      <p:to>
                                        <p:strVal val="visible"/>
                                      </p:to>
                                    </p:set>
                                    <p:animEffect transition="in" filter="dissolve">
                                      <p:cBhvr>
                                        <p:cTn id="10" dur="500"/>
                                        <p:tgtEl>
                                          <p:spTgt spid="225">
                                            <p:txEl>
                                              <p:pRg st="6" end="6"/>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25">
                                            <p:txEl>
                                              <p:pRg st="7" end="7"/>
                                            </p:txEl>
                                          </p:spTgt>
                                        </p:tgtEl>
                                        <p:attrNameLst>
                                          <p:attrName>style.visibility</p:attrName>
                                        </p:attrNameLst>
                                      </p:cBhvr>
                                      <p:to>
                                        <p:strVal val="visible"/>
                                      </p:to>
                                    </p:set>
                                    <p:animEffect transition="in" filter="dissolve">
                                      <p:cBhvr>
                                        <p:cTn id="13" dur="500"/>
                                        <p:tgtEl>
                                          <p:spTgt spid="2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66F87E0-BC16-2044-9D92-7DE2BEB869B3}"/>
              </a:ext>
            </a:extLst>
          </p:cNvPr>
          <p:cNvGrpSpPr/>
          <p:nvPr/>
        </p:nvGrpSpPr>
        <p:grpSpPr>
          <a:xfrm>
            <a:off x="1113403" y="1064076"/>
            <a:ext cx="9801110" cy="2876474"/>
            <a:chOff x="1426553" y="3694542"/>
            <a:chExt cx="9801110" cy="2876474"/>
          </a:xfrm>
        </p:grpSpPr>
        <p:grpSp>
          <p:nvGrpSpPr>
            <p:cNvPr id="2" name="Group 1">
              <a:extLst>
                <a:ext uri="{FF2B5EF4-FFF2-40B4-BE49-F238E27FC236}">
                  <a16:creationId xmlns:a16="http://schemas.microsoft.com/office/drawing/2014/main" id="{72D5956A-6AFF-324F-A86C-2445AD959270}"/>
                </a:ext>
              </a:extLst>
            </p:cNvPr>
            <p:cNvGrpSpPr/>
            <p:nvPr/>
          </p:nvGrpSpPr>
          <p:grpSpPr>
            <a:xfrm>
              <a:off x="1426553" y="3694542"/>
              <a:ext cx="9249542" cy="2876474"/>
              <a:chOff x="1426553" y="3694542"/>
              <a:chExt cx="9249542" cy="2876474"/>
            </a:xfrm>
          </p:grpSpPr>
          <p:grpSp>
            <p:nvGrpSpPr>
              <p:cNvPr id="326" name="Group 325">
                <a:extLst>
                  <a:ext uri="{FF2B5EF4-FFF2-40B4-BE49-F238E27FC236}">
                    <a16:creationId xmlns:a16="http://schemas.microsoft.com/office/drawing/2014/main" id="{3FA4F710-D5B4-7046-A1ED-EC8569058F16}"/>
                  </a:ext>
                </a:extLst>
              </p:cNvPr>
              <p:cNvGrpSpPr/>
              <p:nvPr/>
            </p:nvGrpSpPr>
            <p:grpSpPr>
              <a:xfrm>
                <a:off x="4625977" y="4850481"/>
                <a:ext cx="2545688" cy="1720535"/>
                <a:chOff x="4625977" y="4850481"/>
                <a:chExt cx="2545688" cy="1720535"/>
              </a:xfrm>
            </p:grpSpPr>
            <p:grpSp>
              <p:nvGrpSpPr>
                <p:cNvPr id="327" name="Group 326">
                  <a:extLst>
                    <a:ext uri="{FF2B5EF4-FFF2-40B4-BE49-F238E27FC236}">
                      <a16:creationId xmlns:a16="http://schemas.microsoft.com/office/drawing/2014/main" id="{41CF82BA-4C38-E441-B6DB-8606AC3D81E4}"/>
                    </a:ext>
                  </a:extLst>
                </p:cNvPr>
                <p:cNvGrpSpPr/>
                <p:nvPr/>
              </p:nvGrpSpPr>
              <p:grpSpPr>
                <a:xfrm>
                  <a:off x="4625977" y="4850481"/>
                  <a:ext cx="2545688" cy="1720535"/>
                  <a:chOff x="-2170772" y="2784954"/>
                  <a:chExt cx="2712783" cy="1853712"/>
                </a:xfrm>
              </p:grpSpPr>
              <p:sp>
                <p:nvSpPr>
                  <p:cNvPr id="329" name="Freeform 2">
                    <a:extLst>
                      <a:ext uri="{FF2B5EF4-FFF2-40B4-BE49-F238E27FC236}">
                        <a16:creationId xmlns:a16="http://schemas.microsoft.com/office/drawing/2014/main" id="{5D32C3AB-F55F-8B4E-AB8C-C866738EAFC0}"/>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30" name="Group 329">
                    <a:extLst>
                      <a:ext uri="{FF2B5EF4-FFF2-40B4-BE49-F238E27FC236}">
                        <a16:creationId xmlns:a16="http://schemas.microsoft.com/office/drawing/2014/main" id="{BCE2A113-8459-294D-93AC-51114C2BB7A5}"/>
                      </a:ext>
                    </a:extLst>
                  </p:cNvPr>
                  <p:cNvGrpSpPr/>
                  <p:nvPr/>
                </p:nvGrpSpPr>
                <p:grpSpPr>
                  <a:xfrm>
                    <a:off x="-1935370" y="2935816"/>
                    <a:ext cx="2333625" cy="1590649"/>
                    <a:chOff x="833331" y="2873352"/>
                    <a:chExt cx="2333625" cy="1590649"/>
                  </a:xfrm>
                </p:grpSpPr>
                <p:grpSp>
                  <p:nvGrpSpPr>
                    <p:cNvPr id="331" name="Group 330">
                      <a:extLst>
                        <a:ext uri="{FF2B5EF4-FFF2-40B4-BE49-F238E27FC236}">
                          <a16:creationId xmlns:a16="http://schemas.microsoft.com/office/drawing/2014/main" id="{3DC5B94E-9F3B-CA4F-B2B3-8FA7754B1F8A}"/>
                        </a:ext>
                      </a:extLst>
                    </p:cNvPr>
                    <p:cNvGrpSpPr/>
                    <p:nvPr/>
                  </p:nvGrpSpPr>
                  <p:grpSpPr>
                    <a:xfrm>
                      <a:off x="1736090" y="2873352"/>
                      <a:ext cx="565150" cy="369332"/>
                      <a:chOff x="1736090" y="2873352"/>
                      <a:chExt cx="565150" cy="369332"/>
                    </a:xfrm>
                  </p:grpSpPr>
                  <p:grpSp>
                    <p:nvGrpSpPr>
                      <p:cNvPr id="377" name="Group 327">
                        <a:extLst>
                          <a:ext uri="{FF2B5EF4-FFF2-40B4-BE49-F238E27FC236}">
                            <a16:creationId xmlns:a16="http://schemas.microsoft.com/office/drawing/2014/main" id="{D691667E-D89F-1741-B5C0-C67D66B803B7}"/>
                          </a:ext>
                        </a:extLst>
                      </p:cNvPr>
                      <p:cNvGrpSpPr>
                        <a:grpSpLocks/>
                      </p:cNvGrpSpPr>
                      <p:nvPr/>
                    </p:nvGrpSpPr>
                    <p:grpSpPr bwMode="auto">
                      <a:xfrm>
                        <a:off x="1736090" y="2893762"/>
                        <a:ext cx="565150" cy="292100"/>
                        <a:chOff x="1871277" y="1576300"/>
                        <a:chExt cx="1128371" cy="437861"/>
                      </a:xfrm>
                    </p:grpSpPr>
                    <p:sp>
                      <p:nvSpPr>
                        <p:cNvPr id="381" name="Oval 380">
                          <a:extLst>
                            <a:ext uri="{FF2B5EF4-FFF2-40B4-BE49-F238E27FC236}">
                              <a16:creationId xmlns:a16="http://schemas.microsoft.com/office/drawing/2014/main" id="{8ACB025C-BD46-264D-86B5-F4610EBDD49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2" name="Rectangle 381">
                          <a:extLst>
                            <a:ext uri="{FF2B5EF4-FFF2-40B4-BE49-F238E27FC236}">
                              <a16:creationId xmlns:a16="http://schemas.microsoft.com/office/drawing/2014/main" id="{9E6C6F78-0018-504C-974C-7EE07DB9E16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3" name="Oval 382">
                          <a:extLst>
                            <a:ext uri="{FF2B5EF4-FFF2-40B4-BE49-F238E27FC236}">
                              <a16:creationId xmlns:a16="http://schemas.microsoft.com/office/drawing/2014/main" id="{10BF8138-A763-144D-B849-3F35F9BDD13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4" name="Freeform 383">
                          <a:extLst>
                            <a:ext uri="{FF2B5EF4-FFF2-40B4-BE49-F238E27FC236}">
                              <a16:creationId xmlns:a16="http://schemas.microsoft.com/office/drawing/2014/main" id="{2E445D13-3497-5043-A666-4E5F8F6DCD8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5" name="Freeform 384">
                          <a:extLst>
                            <a:ext uri="{FF2B5EF4-FFF2-40B4-BE49-F238E27FC236}">
                              <a16:creationId xmlns:a16="http://schemas.microsoft.com/office/drawing/2014/main" id="{5425765F-BB97-ED46-B683-5E2467F4A37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6" name="Freeform 385">
                          <a:extLst>
                            <a:ext uri="{FF2B5EF4-FFF2-40B4-BE49-F238E27FC236}">
                              <a16:creationId xmlns:a16="http://schemas.microsoft.com/office/drawing/2014/main" id="{45925870-1C45-CC4B-B07E-41D8D601DD5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7" name="Freeform 386">
                          <a:extLst>
                            <a:ext uri="{FF2B5EF4-FFF2-40B4-BE49-F238E27FC236}">
                              <a16:creationId xmlns:a16="http://schemas.microsoft.com/office/drawing/2014/main" id="{B743B76C-29EC-134F-8A5F-5A225225B9A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8" name="Straight Connector 387">
                          <a:extLst>
                            <a:ext uri="{FF2B5EF4-FFF2-40B4-BE49-F238E27FC236}">
                              <a16:creationId xmlns:a16="http://schemas.microsoft.com/office/drawing/2014/main" id="{9DA784E9-56EA-2E45-9005-933D2E6C5F01}"/>
                            </a:ext>
                          </a:extLst>
                        </p:cNvPr>
                        <p:cNvCxnSpPr>
                          <a:endCxn id="38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89" name="Straight Connector 388">
                          <a:extLst>
                            <a:ext uri="{FF2B5EF4-FFF2-40B4-BE49-F238E27FC236}">
                              <a16:creationId xmlns:a16="http://schemas.microsoft.com/office/drawing/2014/main" id="{7ACADECB-3BF4-D24B-899E-736B92C76CB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78" name="Group 377">
                        <a:extLst>
                          <a:ext uri="{FF2B5EF4-FFF2-40B4-BE49-F238E27FC236}">
                            <a16:creationId xmlns:a16="http://schemas.microsoft.com/office/drawing/2014/main" id="{EE319B35-F7D2-B64D-AD84-C9C700700CF8}"/>
                          </a:ext>
                        </a:extLst>
                      </p:cNvPr>
                      <p:cNvGrpSpPr/>
                      <p:nvPr/>
                    </p:nvGrpSpPr>
                    <p:grpSpPr>
                      <a:xfrm>
                        <a:off x="1770362" y="2873352"/>
                        <a:ext cx="441422" cy="369332"/>
                        <a:chOff x="667045" y="1708643"/>
                        <a:chExt cx="441422" cy="369332"/>
                      </a:xfrm>
                    </p:grpSpPr>
                    <p:sp>
                      <p:nvSpPr>
                        <p:cNvPr id="379" name="Oval 378">
                          <a:extLst>
                            <a:ext uri="{FF2B5EF4-FFF2-40B4-BE49-F238E27FC236}">
                              <a16:creationId xmlns:a16="http://schemas.microsoft.com/office/drawing/2014/main" id="{5017FCF8-7E0B-284A-B2A3-31A19E9271C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0" name="TextBox 379">
                          <a:extLst>
                            <a:ext uri="{FF2B5EF4-FFF2-40B4-BE49-F238E27FC236}">
                              <a16:creationId xmlns:a16="http://schemas.microsoft.com/office/drawing/2014/main" id="{DAB61EBE-24C8-5F45-A0A0-8C4E7B431D3B}"/>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332" name="Group 331">
                      <a:extLst>
                        <a:ext uri="{FF2B5EF4-FFF2-40B4-BE49-F238E27FC236}">
                          <a16:creationId xmlns:a16="http://schemas.microsoft.com/office/drawing/2014/main" id="{D5A5F7C1-DCE7-514B-A455-D8AAB7B88C3E}"/>
                        </a:ext>
                      </a:extLst>
                    </p:cNvPr>
                    <p:cNvGrpSpPr/>
                    <p:nvPr/>
                  </p:nvGrpSpPr>
                  <p:grpSpPr>
                    <a:xfrm>
                      <a:off x="1740320" y="4094669"/>
                      <a:ext cx="565150" cy="369332"/>
                      <a:chOff x="1736090" y="2873352"/>
                      <a:chExt cx="565150" cy="369332"/>
                    </a:xfrm>
                  </p:grpSpPr>
                  <p:grpSp>
                    <p:nvGrpSpPr>
                      <p:cNvPr id="364" name="Group 327">
                        <a:extLst>
                          <a:ext uri="{FF2B5EF4-FFF2-40B4-BE49-F238E27FC236}">
                            <a16:creationId xmlns:a16="http://schemas.microsoft.com/office/drawing/2014/main" id="{7E6F22A2-5FAF-7444-BB97-35E6428683C8}"/>
                          </a:ext>
                        </a:extLst>
                      </p:cNvPr>
                      <p:cNvGrpSpPr>
                        <a:grpSpLocks/>
                      </p:cNvGrpSpPr>
                      <p:nvPr/>
                    </p:nvGrpSpPr>
                    <p:grpSpPr bwMode="auto">
                      <a:xfrm>
                        <a:off x="1736090" y="2893762"/>
                        <a:ext cx="565150" cy="292100"/>
                        <a:chOff x="1871277" y="1576300"/>
                        <a:chExt cx="1128371" cy="437861"/>
                      </a:xfrm>
                    </p:grpSpPr>
                    <p:sp>
                      <p:nvSpPr>
                        <p:cNvPr id="368" name="Oval 367">
                          <a:extLst>
                            <a:ext uri="{FF2B5EF4-FFF2-40B4-BE49-F238E27FC236}">
                              <a16:creationId xmlns:a16="http://schemas.microsoft.com/office/drawing/2014/main" id="{264D9F24-EECC-4A43-9FE5-8877E024E9B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Rectangle 368">
                          <a:extLst>
                            <a:ext uri="{FF2B5EF4-FFF2-40B4-BE49-F238E27FC236}">
                              <a16:creationId xmlns:a16="http://schemas.microsoft.com/office/drawing/2014/main" id="{BF703327-586E-544B-8ADC-3BFBBED3A84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Oval 369">
                          <a:extLst>
                            <a:ext uri="{FF2B5EF4-FFF2-40B4-BE49-F238E27FC236}">
                              <a16:creationId xmlns:a16="http://schemas.microsoft.com/office/drawing/2014/main" id="{1C9773E0-F318-654C-92DD-B85E574EC88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E0404126-ECF1-104C-AA7B-EE2070DA005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237658F5-E894-9747-BAA8-2407BF6DEEE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3" name="Freeform 372">
                          <a:extLst>
                            <a:ext uri="{FF2B5EF4-FFF2-40B4-BE49-F238E27FC236}">
                              <a16:creationId xmlns:a16="http://schemas.microsoft.com/office/drawing/2014/main" id="{A08727E2-E212-1748-B77A-E6D8C479A92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4" name="Freeform 373">
                          <a:extLst>
                            <a:ext uri="{FF2B5EF4-FFF2-40B4-BE49-F238E27FC236}">
                              <a16:creationId xmlns:a16="http://schemas.microsoft.com/office/drawing/2014/main" id="{4DFF691A-759E-264E-A541-A6C5EF54E003}"/>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5" name="Straight Connector 374">
                          <a:extLst>
                            <a:ext uri="{FF2B5EF4-FFF2-40B4-BE49-F238E27FC236}">
                              <a16:creationId xmlns:a16="http://schemas.microsoft.com/office/drawing/2014/main" id="{2A480683-5E45-DF4D-93DE-C33A593DD265}"/>
                            </a:ext>
                          </a:extLst>
                        </p:cNvPr>
                        <p:cNvCxnSpPr>
                          <a:endCxn id="37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6" name="Straight Connector 375">
                          <a:extLst>
                            <a:ext uri="{FF2B5EF4-FFF2-40B4-BE49-F238E27FC236}">
                              <a16:creationId xmlns:a16="http://schemas.microsoft.com/office/drawing/2014/main" id="{E8A6390C-F90C-524E-A4B0-8D315BADE86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5" name="Group 364">
                        <a:extLst>
                          <a:ext uri="{FF2B5EF4-FFF2-40B4-BE49-F238E27FC236}">
                            <a16:creationId xmlns:a16="http://schemas.microsoft.com/office/drawing/2014/main" id="{5F0E716E-C8E6-1B47-85BB-73B240EC79DF}"/>
                          </a:ext>
                        </a:extLst>
                      </p:cNvPr>
                      <p:cNvGrpSpPr/>
                      <p:nvPr/>
                    </p:nvGrpSpPr>
                    <p:grpSpPr>
                      <a:xfrm>
                        <a:off x="1770362" y="2873352"/>
                        <a:ext cx="441422" cy="369332"/>
                        <a:chOff x="667045" y="1708643"/>
                        <a:chExt cx="441422" cy="369332"/>
                      </a:xfrm>
                    </p:grpSpPr>
                    <p:sp>
                      <p:nvSpPr>
                        <p:cNvPr id="366" name="Oval 365">
                          <a:extLst>
                            <a:ext uri="{FF2B5EF4-FFF2-40B4-BE49-F238E27FC236}">
                              <a16:creationId xmlns:a16="http://schemas.microsoft.com/office/drawing/2014/main" id="{2179CBA6-E4A0-A141-B532-FF9B55802196}"/>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7" name="TextBox 366">
                          <a:extLst>
                            <a:ext uri="{FF2B5EF4-FFF2-40B4-BE49-F238E27FC236}">
                              <a16:creationId xmlns:a16="http://schemas.microsoft.com/office/drawing/2014/main" id="{F8499B24-2539-E040-88DD-A1C48428730C}"/>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333" name="Group 332">
                      <a:extLst>
                        <a:ext uri="{FF2B5EF4-FFF2-40B4-BE49-F238E27FC236}">
                          <a16:creationId xmlns:a16="http://schemas.microsoft.com/office/drawing/2014/main" id="{121D11B3-372B-0D4B-AE83-60A0179202ED}"/>
                        </a:ext>
                      </a:extLst>
                    </p:cNvPr>
                    <p:cNvGrpSpPr/>
                    <p:nvPr/>
                  </p:nvGrpSpPr>
                  <p:grpSpPr>
                    <a:xfrm>
                      <a:off x="2601806" y="3485072"/>
                      <a:ext cx="565150" cy="369332"/>
                      <a:chOff x="1736090" y="2873352"/>
                      <a:chExt cx="565150" cy="369332"/>
                    </a:xfrm>
                  </p:grpSpPr>
                  <p:grpSp>
                    <p:nvGrpSpPr>
                      <p:cNvPr id="351" name="Group 327">
                        <a:extLst>
                          <a:ext uri="{FF2B5EF4-FFF2-40B4-BE49-F238E27FC236}">
                            <a16:creationId xmlns:a16="http://schemas.microsoft.com/office/drawing/2014/main" id="{D3EC063C-BF7E-C14E-AD00-250D7E9A18E3}"/>
                          </a:ext>
                        </a:extLst>
                      </p:cNvPr>
                      <p:cNvGrpSpPr>
                        <a:grpSpLocks/>
                      </p:cNvGrpSpPr>
                      <p:nvPr/>
                    </p:nvGrpSpPr>
                    <p:grpSpPr bwMode="auto">
                      <a:xfrm>
                        <a:off x="1736090" y="2893762"/>
                        <a:ext cx="565150" cy="292100"/>
                        <a:chOff x="1871277" y="1576300"/>
                        <a:chExt cx="1128371" cy="437861"/>
                      </a:xfrm>
                    </p:grpSpPr>
                    <p:sp>
                      <p:nvSpPr>
                        <p:cNvPr id="355" name="Oval 354">
                          <a:extLst>
                            <a:ext uri="{FF2B5EF4-FFF2-40B4-BE49-F238E27FC236}">
                              <a16:creationId xmlns:a16="http://schemas.microsoft.com/office/drawing/2014/main" id="{2929264F-E3A2-E746-B8C1-16E6E3E6648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6" name="Rectangle 355">
                          <a:extLst>
                            <a:ext uri="{FF2B5EF4-FFF2-40B4-BE49-F238E27FC236}">
                              <a16:creationId xmlns:a16="http://schemas.microsoft.com/office/drawing/2014/main" id="{12535E0E-5AB5-C447-8574-0DD0B57CBCF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7" name="Oval 356">
                          <a:extLst>
                            <a:ext uri="{FF2B5EF4-FFF2-40B4-BE49-F238E27FC236}">
                              <a16:creationId xmlns:a16="http://schemas.microsoft.com/office/drawing/2014/main" id="{F74A74A3-6935-B648-97E6-B26BBE8C0F0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8" name="Freeform 357">
                          <a:extLst>
                            <a:ext uri="{FF2B5EF4-FFF2-40B4-BE49-F238E27FC236}">
                              <a16:creationId xmlns:a16="http://schemas.microsoft.com/office/drawing/2014/main" id="{C5657149-28B0-6C4B-9ABE-46EF4BB432B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9" name="Freeform 358">
                          <a:extLst>
                            <a:ext uri="{FF2B5EF4-FFF2-40B4-BE49-F238E27FC236}">
                              <a16:creationId xmlns:a16="http://schemas.microsoft.com/office/drawing/2014/main" id="{22AA5D95-042C-2D4D-B8C7-B8B5D1C89EA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0" name="Freeform 359">
                          <a:extLst>
                            <a:ext uri="{FF2B5EF4-FFF2-40B4-BE49-F238E27FC236}">
                              <a16:creationId xmlns:a16="http://schemas.microsoft.com/office/drawing/2014/main" id="{2654F906-2F6D-0644-9124-56E03468721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1" name="Freeform 360">
                          <a:extLst>
                            <a:ext uri="{FF2B5EF4-FFF2-40B4-BE49-F238E27FC236}">
                              <a16:creationId xmlns:a16="http://schemas.microsoft.com/office/drawing/2014/main" id="{7DD8C8E1-DE2D-D548-984A-4AF1BA93353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2" name="Straight Connector 361">
                          <a:extLst>
                            <a:ext uri="{FF2B5EF4-FFF2-40B4-BE49-F238E27FC236}">
                              <a16:creationId xmlns:a16="http://schemas.microsoft.com/office/drawing/2014/main" id="{37DE1D90-B022-D14C-8C5A-658D513AE56C}"/>
                            </a:ext>
                          </a:extLst>
                        </p:cNvPr>
                        <p:cNvCxnSpPr>
                          <a:endCxn id="3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63" name="Straight Connector 362">
                          <a:extLst>
                            <a:ext uri="{FF2B5EF4-FFF2-40B4-BE49-F238E27FC236}">
                              <a16:creationId xmlns:a16="http://schemas.microsoft.com/office/drawing/2014/main" id="{92AB4418-6EFC-7545-B3F8-6E102E4CE26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52" name="Group 351">
                        <a:extLst>
                          <a:ext uri="{FF2B5EF4-FFF2-40B4-BE49-F238E27FC236}">
                            <a16:creationId xmlns:a16="http://schemas.microsoft.com/office/drawing/2014/main" id="{8C04C8BC-393E-5A44-AA0C-8D0532A36139}"/>
                          </a:ext>
                        </a:extLst>
                      </p:cNvPr>
                      <p:cNvGrpSpPr/>
                      <p:nvPr/>
                    </p:nvGrpSpPr>
                    <p:grpSpPr>
                      <a:xfrm>
                        <a:off x="1770362" y="2873352"/>
                        <a:ext cx="428460" cy="369332"/>
                        <a:chOff x="667045" y="1708643"/>
                        <a:chExt cx="428460" cy="369332"/>
                      </a:xfrm>
                    </p:grpSpPr>
                    <p:sp>
                      <p:nvSpPr>
                        <p:cNvPr id="353" name="Oval 352">
                          <a:extLst>
                            <a:ext uri="{FF2B5EF4-FFF2-40B4-BE49-F238E27FC236}">
                              <a16:creationId xmlns:a16="http://schemas.microsoft.com/office/drawing/2014/main" id="{0D1B3D13-747B-4C4D-B965-FA9DE8E46AE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4" name="TextBox 353">
                          <a:extLst>
                            <a:ext uri="{FF2B5EF4-FFF2-40B4-BE49-F238E27FC236}">
                              <a16:creationId xmlns:a16="http://schemas.microsoft.com/office/drawing/2014/main" id="{B7CB8D24-DAB3-2842-A83A-8EB431D2DB08}"/>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334" name="Group 333">
                      <a:extLst>
                        <a:ext uri="{FF2B5EF4-FFF2-40B4-BE49-F238E27FC236}">
                          <a16:creationId xmlns:a16="http://schemas.microsoft.com/office/drawing/2014/main" id="{A2A5EDB9-5053-BD46-84B3-9CF256ED9FFF}"/>
                        </a:ext>
                      </a:extLst>
                    </p:cNvPr>
                    <p:cNvGrpSpPr/>
                    <p:nvPr/>
                  </p:nvGrpSpPr>
                  <p:grpSpPr>
                    <a:xfrm>
                      <a:off x="833331" y="3478719"/>
                      <a:ext cx="565150" cy="369332"/>
                      <a:chOff x="1736090" y="2873352"/>
                      <a:chExt cx="565150" cy="369332"/>
                    </a:xfrm>
                  </p:grpSpPr>
                  <p:grpSp>
                    <p:nvGrpSpPr>
                      <p:cNvPr id="338" name="Group 327">
                        <a:extLst>
                          <a:ext uri="{FF2B5EF4-FFF2-40B4-BE49-F238E27FC236}">
                            <a16:creationId xmlns:a16="http://schemas.microsoft.com/office/drawing/2014/main" id="{1A391E19-705E-B94C-B24A-3AB0272DF0C1}"/>
                          </a:ext>
                        </a:extLst>
                      </p:cNvPr>
                      <p:cNvGrpSpPr>
                        <a:grpSpLocks/>
                      </p:cNvGrpSpPr>
                      <p:nvPr/>
                    </p:nvGrpSpPr>
                    <p:grpSpPr bwMode="auto">
                      <a:xfrm>
                        <a:off x="1736090" y="2893762"/>
                        <a:ext cx="565150" cy="292100"/>
                        <a:chOff x="1871277" y="1576300"/>
                        <a:chExt cx="1128371" cy="437861"/>
                      </a:xfrm>
                    </p:grpSpPr>
                    <p:sp>
                      <p:nvSpPr>
                        <p:cNvPr id="342" name="Oval 341">
                          <a:extLst>
                            <a:ext uri="{FF2B5EF4-FFF2-40B4-BE49-F238E27FC236}">
                              <a16:creationId xmlns:a16="http://schemas.microsoft.com/office/drawing/2014/main" id="{B76609F6-7198-B147-8B07-14B31493393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3" name="Rectangle 342">
                          <a:extLst>
                            <a:ext uri="{FF2B5EF4-FFF2-40B4-BE49-F238E27FC236}">
                              <a16:creationId xmlns:a16="http://schemas.microsoft.com/office/drawing/2014/main" id="{6C155EBA-3703-394F-95EB-1DA62F98EC8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4" name="Oval 343">
                          <a:extLst>
                            <a:ext uri="{FF2B5EF4-FFF2-40B4-BE49-F238E27FC236}">
                              <a16:creationId xmlns:a16="http://schemas.microsoft.com/office/drawing/2014/main" id="{3246056F-602C-2446-9A54-9FFA31705F7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5" name="Freeform 344">
                          <a:extLst>
                            <a:ext uri="{FF2B5EF4-FFF2-40B4-BE49-F238E27FC236}">
                              <a16:creationId xmlns:a16="http://schemas.microsoft.com/office/drawing/2014/main" id="{B6E0FADB-3141-0B4A-BE84-6D4BE8C7ED8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6" name="Freeform 345">
                          <a:extLst>
                            <a:ext uri="{FF2B5EF4-FFF2-40B4-BE49-F238E27FC236}">
                              <a16:creationId xmlns:a16="http://schemas.microsoft.com/office/drawing/2014/main" id="{03EC0568-FE75-BC4E-83F7-31EC94D8F4E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7" name="Freeform 346">
                          <a:extLst>
                            <a:ext uri="{FF2B5EF4-FFF2-40B4-BE49-F238E27FC236}">
                              <a16:creationId xmlns:a16="http://schemas.microsoft.com/office/drawing/2014/main" id="{AD1206D6-B0FC-1A4B-AA94-9E97C056909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8" name="Freeform 347">
                          <a:extLst>
                            <a:ext uri="{FF2B5EF4-FFF2-40B4-BE49-F238E27FC236}">
                              <a16:creationId xmlns:a16="http://schemas.microsoft.com/office/drawing/2014/main" id="{F05E392B-1B0B-C34E-87CA-E3798DA7C5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9" name="Straight Connector 348">
                          <a:extLst>
                            <a:ext uri="{FF2B5EF4-FFF2-40B4-BE49-F238E27FC236}">
                              <a16:creationId xmlns:a16="http://schemas.microsoft.com/office/drawing/2014/main" id="{77707EA2-3AA8-094F-B205-1A70180BD094}"/>
                            </a:ext>
                          </a:extLst>
                        </p:cNvPr>
                        <p:cNvCxnSpPr>
                          <a:endCxn id="34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50" name="Straight Connector 349">
                          <a:extLst>
                            <a:ext uri="{FF2B5EF4-FFF2-40B4-BE49-F238E27FC236}">
                              <a16:creationId xmlns:a16="http://schemas.microsoft.com/office/drawing/2014/main" id="{2D355275-B24C-7B4B-B4D6-95139EDAC6B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39" name="Group 338">
                        <a:extLst>
                          <a:ext uri="{FF2B5EF4-FFF2-40B4-BE49-F238E27FC236}">
                            <a16:creationId xmlns:a16="http://schemas.microsoft.com/office/drawing/2014/main" id="{9647A765-02B6-9046-B0D6-C6257F576558}"/>
                          </a:ext>
                        </a:extLst>
                      </p:cNvPr>
                      <p:cNvGrpSpPr/>
                      <p:nvPr/>
                    </p:nvGrpSpPr>
                    <p:grpSpPr>
                      <a:xfrm>
                        <a:off x="1770362" y="2873352"/>
                        <a:ext cx="441422" cy="369332"/>
                        <a:chOff x="667045" y="1708643"/>
                        <a:chExt cx="441422" cy="369332"/>
                      </a:xfrm>
                    </p:grpSpPr>
                    <p:sp>
                      <p:nvSpPr>
                        <p:cNvPr id="340" name="Oval 339">
                          <a:extLst>
                            <a:ext uri="{FF2B5EF4-FFF2-40B4-BE49-F238E27FC236}">
                              <a16:creationId xmlns:a16="http://schemas.microsoft.com/office/drawing/2014/main" id="{AF1C1B4A-B84F-AE46-9159-286193DF792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1" name="TextBox 340">
                          <a:extLst>
                            <a:ext uri="{FF2B5EF4-FFF2-40B4-BE49-F238E27FC236}">
                              <a16:creationId xmlns:a16="http://schemas.microsoft.com/office/drawing/2014/main" id="{87F0EE67-F7E9-E342-8D8F-A0A02CB98DE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335" name="Straight Connector 334">
                      <a:extLst>
                        <a:ext uri="{FF2B5EF4-FFF2-40B4-BE49-F238E27FC236}">
                          <a16:creationId xmlns:a16="http://schemas.microsoft.com/office/drawing/2014/main" id="{37812C5F-1929-844A-BADB-0E3E08E6D941}"/>
                        </a:ext>
                      </a:extLst>
                    </p:cNvPr>
                    <p:cNvCxnSpPr>
                      <a:stCxn id="381"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6" name="Straight Connector 335">
                      <a:extLst>
                        <a:ext uri="{FF2B5EF4-FFF2-40B4-BE49-F238E27FC236}">
                          <a16:creationId xmlns:a16="http://schemas.microsoft.com/office/drawing/2014/main" id="{2481DD5E-AE86-B24B-B71E-1688BDBBBFD0}"/>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7" name="Straight Connector 336">
                      <a:extLst>
                        <a:ext uri="{FF2B5EF4-FFF2-40B4-BE49-F238E27FC236}">
                          <a16:creationId xmlns:a16="http://schemas.microsoft.com/office/drawing/2014/main" id="{594A3DDD-79A7-364D-A728-D974E56BDFDB}"/>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328" name="TextBox 327">
                  <a:extLst>
                    <a:ext uri="{FF2B5EF4-FFF2-40B4-BE49-F238E27FC236}">
                      <a16:creationId xmlns:a16="http://schemas.microsoft.com/office/drawing/2014/main" id="{9D75FDEF-B9B7-3741-A4C0-44AC1083B7D9}"/>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390" name="Group 389">
                <a:extLst>
                  <a:ext uri="{FF2B5EF4-FFF2-40B4-BE49-F238E27FC236}">
                    <a16:creationId xmlns:a16="http://schemas.microsoft.com/office/drawing/2014/main" id="{C2A6BE85-7E51-A445-AFA3-E0C7CA8F8D1B}"/>
                  </a:ext>
                </a:extLst>
              </p:cNvPr>
              <p:cNvGrpSpPr/>
              <p:nvPr/>
            </p:nvGrpSpPr>
            <p:grpSpPr>
              <a:xfrm>
                <a:off x="8100574" y="3694542"/>
                <a:ext cx="2575521" cy="1672516"/>
                <a:chOff x="8100574" y="3694542"/>
                <a:chExt cx="2575521" cy="1672516"/>
              </a:xfrm>
            </p:grpSpPr>
            <p:sp>
              <p:nvSpPr>
                <p:cNvPr id="391" name="Freeform 2">
                  <a:extLst>
                    <a:ext uri="{FF2B5EF4-FFF2-40B4-BE49-F238E27FC236}">
                      <a16:creationId xmlns:a16="http://schemas.microsoft.com/office/drawing/2014/main" id="{C43CE22C-1B8D-D34E-BF6F-63E4F47A29E1}"/>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392" name="Group 391">
                  <a:extLst>
                    <a:ext uri="{FF2B5EF4-FFF2-40B4-BE49-F238E27FC236}">
                      <a16:creationId xmlns:a16="http://schemas.microsoft.com/office/drawing/2014/main" id="{6D8EBC3F-2DE8-9A43-8FBF-017D4C0C4B70}"/>
                    </a:ext>
                  </a:extLst>
                </p:cNvPr>
                <p:cNvGrpSpPr/>
                <p:nvPr/>
              </p:nvGrpSpPr>
              <p:grpSpPr>
                <a:xfrm>
                  <a:off x="8136838" y="3735782"/>
                  <a:ext cx="2402775" cy="1530043"/>
                  <a:chOff x="8136838" y="3735782"/>
                  <a:chExt cx="2402775" cy="1530043"/>
                </a:xfrm>
              </p:grpSpPr>
              <p:grpSp>
                <p:nvGrpSpPr>
                  <p:cNvPr id="393" name="Group 392">
                    <a:extLst>
                      <a:ext uri="{FF2B5EF4-FFF2-40B4-BE49-F238E27FC236}">
                        <a16:creationId xmlns:a16="http://schemas.microsoft.com/office/drawing/2014/main" id="{B005CDC3-A9A4-2146-9183-51C086840199}"/>
                      </a:ext>
                    </a:extLst>
                  </p:cNvPr>
                  <p:cNvGrpSpPr/>
                  <p:nvPr/>
                </p:nvGrpSpPr>
                <p:grpSpPr>
                  <a:xfrm>
                    <a:off x="8324065" y="3830658"/>
                    <a:ext cx="2215548" cy="1435167"/>
                    <a:chOff x="833331" y="2873352"/>
                    <a:chExt cx="2333625" cy="1590649"/>
                  </a:xfrm>
                </p:grpSpPr>
                <p:grpSp>
                  <p:nvGrpSpPr>
                    <p:cNvPr id="395" name="Group 394">
                      <a:extLst>
                        <a:ext uri="{FF2B5EF4-FFF2-40B4-BE49-F238E27FC236}">
                          <a16:creationId xmlns:a16="http://schemas.microsoft.com/office/drawing/2014/main" id="{F3E32640-6A29-6645-A3B6-18D5395D114A}"/>
                        </a:ext>
                      </a:extLst>
                    </p:cNvPr>
                    <p:cNvGrpSpPr/>
                    <p:nvPr/>
                  </p:nvGrpSpPr>
                  <p:grpSpPr>
                    <a:xfrm>
                      <a:off x="1736090" y="2873352"/>
                      <a:ext cx="565150" cy="369332"/>
                      <a:chOff x="1736090" y="2873352"/>
                      <a:chExt cx="565150" cy="369332"/>
                    </a:xfrm>
                  </p:grpSpPr>
                  <p:grpSp>
                    <p:nvGrpSpPr>
                      <p:cNvPr id="443" name="Group 327">
                        <a:extLst>
                          <a:ext uri="{FF2B5EF4-FFF2-40B4-BE49-F238E27FC236}">
                            <a16:creationId xmlns:a16="http://schemas.microsoft.com/office/drawing/2014/main" id="{8D3BFF78-324E-AF45-8848-3C8FFFC24BA5}"/>
                          </a:ext>
                        </a:extLst>
                      </p:cNvPr>
                      <p:cNvGrpSpPr>
                        <a:grpSpLocks/>
                      </p:cNvGrpSpPr>
                      <p:nvPr/>
                    </p:nvGrpSpPr>
                    <p:grpSpPr bwMode="auto">
                      <a:xfrm>
                        <a:off x="1736090" y="2893762"/>
                        <a:ext cx="565150" cy="292100"/>
                        <a:chOff x="1871277" y="1576300"/>
                        <a:chExt cx="1128371" cy="437861"/>
                      </a:xfrm>
                    </p:grpSpPr>
                    <p:sp>
                      <p:nvSpPr>
                        <p:cNvPr id="447" name="Oval 446">
                          <a:extLst>
                            <a:ext uri="{FF2B5EF4-FFF2-40B4-BE49-F238E27FC236}">
                              <a16:creationId xmlns:a16="http://schemas.microsoft.com/office/drawing/2014/main" id="{F27A33BA-25EE-1B4B-BD81-772C360C7AD6}"/>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48" name="Rectangle 447">
                          <a:extLst>
                            <a:ext uri="{FF2B5EF4-FFF2-40B4-BE49-F238E27FC236}">
                              <a16:creationId xmlns:a16="http://schemas.microsoft.com/office/drawing/2014/main" id="{EA195559-1CD2-004C-8DBF-29379DDE53A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9" name="Oval 448">
                          <a:extLst>
                            <a:ext uri="{FF2B5EF4-FFF2-40B4-BE49-F238E27FC236}">
                              <a16:creationId xmlns:a16="http://schemas.microsoft.com/office/drawing/2014/main" id="{9AC9A214-093E-C84A-9A2C-4F4336FF5FA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50" name="Freeform 449">
                          <a:extLst>
                            <a:ext uri="{FF2B5EF4-FFF2-40B4-BE49-F238E27FC236}">
                              <a16:creationId xmlns:a16="http://schemas.microsoft.com/office/drawing/2014/main" id="{DC19CA3B-4C52-2049-9483-CC73090FB67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1" name="Freeform 450">
                          <a:extLst>
                            <a:ext uri="{FF2B5EF4-FFF2-40B4-BE49-F238E27FC236}">
                              <a16:creationId xmlns:a16="http://schemas.microsoft.com/office/drawing/2014/main" id="{AB7EEB5E-DF59-5544-96BD-ACBA439E0FD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2" name="Freeform 451">
                          <a:extLst>
                            <a:ext uri="{FF2B5EF4-FFF2-40B4-BE49-F238E27FC236}">
                              <a16:creationId xmlns:a16="http://schemas.microsoft.com/office/drawing/2014/main" id="{E9AC7510-C9D7-F04F-93BA-453E9821F93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3" name="Freeform 452">
                          <a:extLst>
                            <a:ext uri="{FF2B5EF4-FFF2-40B4-BE49-F238E27FC236}">
                              <a16:creationId xmlns:a16="http://schemas.microsoft.com/office/drawing/2014/main" id="{1F5797D9-0F36-BC48-84CD-DEAC34F9BBE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54" name="Straight Connector 453">
                          <a:extLst>
                            <a:ext uri="{FF2B5EF4-FFF2-40B4-BE49-F238E27FC236}">
                              <a16:creationId xmlns:a16="http://schemas.microsoft.com/office/drawing/2014/main" id="{2BE5AB9A-6B7F-9D43-A41D-BA5B83A6B9A4}"/>
                            </a:ext>
                          </a:extLst>
                        </p:cNvPr>
                        <p:cNvCxnSpPr>
                          <a:endCxn id="44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55" name="Straight Connector 454">
                          <a:extLst>
                            <a:ext uri="{FF2B5EF4-FFF2-40B4-BE49-F238E27FC236}">
                              <a16:creationId xmlns:a16="http://schemas.microsoft.com/office/drawing/2014/main" id="{0C28FB41-4066-3847-9551-6AFD95BD871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44" name="Group 443">
                        <a:extLst>
                          <a:ext uri="{FF2B5EF4-FFF2-40B4-BE49-F238E27FC236}">
                            <a16:creationId xmlns:a16="http://schemas.microsoft.com/office/drawing/2014/main" id="{6A6F6662-5ACE-5044-B27E-2A08F445BB5B}"/>
                          </a:ext>
                        </a:extLst>
                      </p:cNvPr>
                      <p:cNvGrpSpPr/>
                      <p:nvPr/>
                    </p:nvGrpSpPr>
                    <p:grpSpPr>
                      <a:xfrm>
                        <a:off x="1770362" y="2873352"/>
                        <a:ext cx="441422" cy="369332"/>
                        <a:chOff x="667045" y="1708643"/>
                        <a:chExt cx="441422" cy="369332"/>
                      </a:xfrm>
                    </p:grpSpPr>
                    <p:sp>
                      <p:nvSpPr>
                        <p:cNvPr id="445" name="Oval 444">
                          <a:extLst>
                            <a:ext uri="{FF2B5EF4-FFF2-40B4-BE49-F238E27FC236}">
                              <a16:creationId xmlns:a16="http://schemas.microsoft.com/office/drawing/2014/main" id="{ED49E014-61C3-2845-AA15-A0BB03BD0F2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6" name="TextBox 445">
                          <a:extLst>
                            <a:ext uri="{FF2B5EF4-FFF2-40B4-BE49-F238E27FC236}">
                              <a16:creationId xmlns:a16="http://schemas.microsoft.com/office/drawing/2014/main" id="{1534664D-C8EF-354A-9534-781058229275}"/>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396" name="Group 395">
                      <a:extLst>
                        <a:ext uri="{FF2B5EF4-FFF2-40B4-BE49-F238E27FC236}">
                          <a16:creationId xmlns:a16="http://schemas.microsoft.com/office/drawing/2014/main" id="{819E25B1-916A-2A46-B77A-79516D73AA39}"/>
                        </a:ext>
                      </a:extLst>
                    </p:cNvPr>
                    <p:cNvGrpSpPr/>
                    <p:nvPr/>
                  </p:nvGrpSpPr>
                  <p:grpSpPr>
                    <a:xfrm>
                      <a:off x="1740320" y="4094669"/>
                      <a:ext cx="565150" cy="369332"/>
                      <a:chOff x="1736090" y="2873352"/>
                      <a:chExt cx="565150" cy="369332"/>
                    </a:xfrm>
                  </p:grpSpPr>
                  <p:grpSp>
                    <p:nvGrpSpPr>
                      <p:cNvPr id="430" name="Group 327">
                        <a:extLst>
                          <a:ext uri="{FF2B5EF4-FFF2-40B4-BE49-F238E27FC236}">
                            <a16:creationId xmlns:a16="http://schemas.microsoft.com/office/drawing/2014/main" id="{F2A08A64-7701-6949-A3D3-6FAE2F088B48}"/>
                          </a:ext>
                        </a:extLst>
                      </p:cNvPr>
                      <p:cNvGrpSpPr>
                        <a:grpSpLocks/>
                      </p:cNvGrpSpPr>
                      <p:nvPr/>
                    </p:nvGrpSpPr>
                    <p:grpSpPr bwMode="auto">
                      <a:xfrm>
                        <a:off x="1736090" y="2893762"/>
                        <a:ext cx="565150" cy="292100"/>
                        <a:chOff x="1871277" y="1576300"/>
                        <a:chExt cx="1128371" cy="437861"/>
                      </a:xfrm>
                    </p:grpSpPr>
                    <p:sp>
                      <p:nvSpPr>
                        <p:cNvPr id="434" name="Oval 433">
                          <a:extLst>
                            <a:ext uri="{FF2B5EF4-FFF2-40B4-BE49-F238E27FC236}">
                              <a16:creationId xmlns:a16="http://schemas.microsoft.com/office/drawing/2014/main" id="{51AD815E-97EC-774B-9605-624DE06C0E7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5" name="Rectangle 434">
                          <a:extLst>
                            <a:ext uri="{FF2B5EF4-FFF2-40B4-BE49-F238E27FC236}">
                              <a16:creationId xmlns:a16="http://schemas.microsoft.com/office/drawing/2014/main" id="{2A5B811A-33F0-EA4A-9BB1-A266D871834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6" name="Oval 435">
                          <a:extLst>
                            <a:ext uri="{FF2B5EF4-FFF2-40B4-BE49-F238E27FC236}">
                              <a16:creationId xmlns:a16="http://schemas.microsoft.com/office/drawing/2014/main" id="{84C94527-EE80-2445-BBFF-51FD8385010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7" name="Freeform 436">
                          <a:extLst>
                            <a:ext uri="{FF2B5EF4-FFF2-40B4-BE49-F238E27FC236}">
                              <a16:creationId xmlns:a16="http://schemas.microsoft.com/office/drawing/2014/main" id="{0BC80F35-D2D4-D94B-A55B-B7845BFE0CD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8" name="Freeform 437">
                          <a:extLst>
                            <a:ext uri="{FF2B5EF4-FFF2-40B4-BE49-F238E27FC236}">
                              <a16:creationId xmlns:a16="http://schemas.microsoft.com/office/drawing/2014/main" id="{C5239EC0-6DF3-F741-A093-473DE36EF6E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9" name="Freeform 438">
                          <a:extLst>
                            <a:ext uri="{FF2B5EF4-FFF2-40B4-BE49-F238E27FC236}">
                              <a16:creationId xmlns:a16="http://schemas.microsoft.com/office/drawing/2014/main" id="{FA3BCA3E-4DA6-BF4D-A89F-4DE707256DC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0" name="Freeform 439">
                          <a:extLst>
                            <a:ext uri="{FF2B5EF4-FFF2-40B4-BE49-F238E27FC236}">
                              <a16:creationId xmlns:a16="http://schemas.microsoft.com/office/drawing/2014/main" id="{59F76749-BD6D-AE40-8AEA-F78543E24AF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41" name="Straight Connector 440">
                          <a:extLst>
                            <a:ext uri="{FF2B5EF4-FFF2-40B4-BE49-F238E27FC236}">
                              <a16:creationId xmlns:a16="http://schemas.microsoft.com/office/drawing/2014/main" id="{44459EAA-3BF5-3D4A-811A-F9797A24336B}"/>
                            </a:ext>
                          </a:extLst>
                        </p:cNvPr>
                        <p:cNvCxnSpPr>
                          <a:endCxn id="43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42" name="Straight Connector 441">
                          <a:extLst>
                            <a:ext uri="{FF2B5EF4-FFF2-40B4-BE49-F238E27FC236}">
                              <a16:creationId xmlns:a16="http://schemas.microsoft.com/office/drawing/2014/main" id="{8D4B3C43-6CAE-D047-9952-6E72185144A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31" name="Group 430">
                        <a:extLst>
                          <a:ext uri="{FF2B5EF4-FFF2-40B4-BE49-F238E27FC236}">
                            <a16:creationId xmlns:a16="http://schemas.microsoft.com/office/drawing/2014/main" id="{CA92683D-800F-2047-8129-5465A79FFD33}"/>
                          </a:ext>
                        </a:extLst>
                      </p:cNvPr>
                      <p:cNvGrpSpPr/>
                      <p:nvPr/>
                    </p:nvGrpSpPr>
                    <p:grpSpPr>
                      <a:xfrm>
                        <a:off x="1770362" y="2873352"/>
                        <a:ext cx="441422" cy="369332"/>
                        <a:chOff x="667045" y="1708643"/>
                        <a:chExt cx="441422" cy="369332"/>
                      </a:xfrm>
                    </p:grpSpPr>
                    <p:sp>
                      <p:nvSpPr>
                        <p:cNvPr id="432" name="Oval 431">
                          <a:extLst>
                            <a:ext uri="{FF2B5EF4-FFF2-40B4-BE49-F238E27FC236}">
                              <a16:creationId xmlns:a16="http://schemas.microsoft.com/office/drawing/2014/main" id="{0066BBBC-73E4-7F49-9AA2-D5DA68DDB98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3" name="TextBox 432">
                          <a:extLst>
                            <a:ext uri="{FF2B5EF4-FFF2-40B4-BE49-F238E27FC236}">
                              <a16:creationId xmlns:a16="http://schemas.microsoft.com/office/drawing/2014/main" id="{7467833F-71F6-AA47-A111-AE2AA28A6D5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397" name="Group 396">
                      <a:extLst>
                        <a:ext uri="{FF2B5EF4-FFF2-40B4-BE49-F238E27FC236}">
                          <a16:creationId xmlns:a16="http://schemas.microsoft.com/office/drawing/2014/main" id="{356045F9-F812-1542-86A6-D3D307C29041}"/>
                        </a:ext>
                      </a:extLst>
                    </p:cNvPr>
                    <p:cNvGrpSpPr/>
                    <p:nvPr/>
                  </p:nvGrpSpPr>
                  <p:grpSpPr>
                    <a:xfrm>
                      <a:off x="2601806" y="3485072"/>
                      <a:ext cx="565150" cy="369332"/>
                      <a:chOff x="1736090" y="2873352"/>
                      <a:chExt cx="565150" cy="369332"/>
                    </a:xfrm>
                  </p:grpSpPr>
                  <p:grpSp>
                    <p:nvGrpSpPr>
                      <p:cNvPr id="417" name="Group 327">
                        <a:extLst>
                          <a:ext uri="{FF2B5EF4-FFF2-40B4-BE49-F238E27FC236}">
                            <a16:creationId xmlns:a16="http://schemas.microsoft.com/office/drawing/2014/main" id="{CEBEA866-E0BF-104E-A5F4-7BB1B8594639}"/>
                          </a:ext>
                        </a:extLst>
                      </p:cNvPr>
                      <p:cNvGrpSpPr>
                        <a:grpSpLocks/>
                      </p:cNvGrpSpPr>
                      <p:nvPr/>
                    </p:nvGrpSpPr>
                    <p:grpSpPr bwMode="auto">
                      <a:xfrm>
                        <a:off x="1736090" y="2893762"/>
                        <a:ext cx="565150" cy="292100"/>
                        <a:chOff x="1871277" y="1576300"/>
                        <a:chExt cx="1128371" cy="437861"/>
                      </a:xfrm>
                    </p:grpSpPr>
                    <p:sp>
                      <p:nvSpPr>
                        <p:cNvPr id="421" name="Oval 420">
                          <a:extLst>
                            <a:ext uri="{FF2B5EF4-FFF2-40B4-BE49-F238E27FC236}">
                              <a16:creationId xmlns:a16="http://schemas.microsoft.com/office/drawing/2014/main" id="{704931BC-9A50-D84A-9654-DFB36CA8F9F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2" name="Rectangle 421">
                          <a:extLst>
                            <a:ext uri="{FF2B5EF4-FFF2-40B4-BE49-F238E27FC236}">
                              <a16:creationId xmlns:a16="http://schemas.microsoft.com/office/drawing/2014/main" id="{7635018A-DB18-2C40-B0A3-7D382432AAB3}"/>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3" name="Oval 422">
                          <a:extLst>
                            <a:ext uri="{FF2B5EF4-FFF2-40B4-BE49-F238E27FC236}">
                              <a16:creationId xmlns:a16="http://schemas.microsoft.com/office/drawing/2014/main" id="{EA2EBDA8-B3CF-F640-B2B8-A44CC207041A}"/>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4" name="Freeform 423">
                          <a:extLst>
                            <a:ext uri="{FF2B5EF4-FFF2-40B4-BE49-F238E27FC236}">
                              <a16:creationId xmlns:a16="http://schemas.microsoft.com/office/drawing/2014/main" id="{AE46C7AC-04CD-3F4B-B1DA-E4E762A2E58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7F4794D8-655B-744F-B396-10A2335611B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C0EDDCB8-B412-BF47-8A75-E2C40452ACF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E118D7EF-B691-3C42-A7C7-00517C05AE2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8" name="Straight Connector 427">
                          <a:extLst>
                            <a:ext uri="{FF2B5EF4-FFF2-40B4-BE49-F238E27FC236}">
                              <a16:creationId xmlns:a16="http://schemas.microsoft.com/office/drawing/2014/main" id="{788ECDE9-56B6-EF47-99F8-D4CE33028187}"/>
                            </a:ext>
                          </a:extLst>
                        </p:cNvPr>
                        <p:cNvCxnSpPr>
                          <a:endCxn id="42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29" name="Straight Connector 428">
                          <a:extLst>
                            <a:ext uri="{FF2B5EF4-FFF2-40B4-BE49-F238E27FC236}">
                              <a16:creationId xmlns:a16="http://schemas.microsoft.com/office/drawing/2014/main" id="{9F91C4F1-533A-4F4A-A143-8FD5E3D5427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8" name="Group 417">
                        <a:extLst>
                          <a:ext uri="{FF2B5EF4-FFF2-40B4-BE49-F238E27FC236}">
                            <a16:creationId xmlns:a16="http://schemas.microsoft.com/office/drawing/2014/main" id="{BD240E26-C4DD-7E42-91AD-981A9DE89F70}"/>
                          </a:ext>
                        </a:extLst>
                      </p:cNvPr>
                      <p:cNvGrpSpPr/>
                      <p:nvPr/>
                    </p:nvGrpSpPr>
                    <p:grpSpPr>
                      <a:xfrm>
                        <a:off x="1770362" y="2873352"/>
                        <a:ext cx="428460" cy="369332"/>
                        <a:chOff x="667045" y="1708643"/>
                        <a:chExt cx="428460" cy="369332"/>
                      </a:xfrm>
                    </p:grpSpPr>
                    <p:sp>
                      <p:nvSpPr>
                        <p:cNvPr id="419" name="Oval 418">
                          <a:extLst>
                            <a:ext uri="{FF2B5EF4-FFF2-40B4-BE49-F238E27FC236}">
                              <a16:creationId xmlns:a16="http://schemas.microsoft.com/office/drawing/2014/main" id="{3F4A6376-50D9-BF4A-837A-7E0742425C5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0" name="TextBox 419">
                          <a:extLst>
                            <a:ext uri="{FF2B5EF4-FFF2-40B4-BE49-F238E27FC236}">
                              <a16:creationId xmlns:a16="http://schemas.microsoft.com/office/drawing/2014/main" id="{09647B67-E484-0349-9F53-63FFF6488190}"/>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398" name="Group 397">
                      <a:extLst>
                        <a:ext uri="{FF2B5EF4-FFF2-40B4-BE49-F238E27FC236}">
                          <a16:creationId xmlns:a16="http://schemas.microsoft.com/office/drawing/2014/main" id="{AE9CA1F8-5B01-F143-97DC-C510EF135670}"/>
                        </a:ext>
                      </a:extLst>
                    </p:cNvPr>
                    <p:cNvGrpSpPr/>
                    <p:nvPr/>
                  </p:nvGrpSpPr>
                  <p:grpSpPr>
                    <a:xfrm>
                      <a:off x="833331" y="3478719"/>
                      <a:ext cx="565150" cy="369332"/>
                      <a:chOff x="1736090" y="2873352"/>
                      <a:chExt cx="565150" cy="369332"/>
                    </a:xfrm>
                  </p:grpSpPr>
                  <p:grpSp>
                    <p:nvGrpSpPr>
                      <p:cNvPr id="404" name="Group 327">
                        <a:extLst>
                          <a:ext uri="{FF2B5EF4-FFF2-40B4-BE49-F238E27FC236}">
                            <a16:creationId xmlns:a16="http://schemas.microsoft.com/office/drawing/2014/main" id="{CAB752F9-B683-864F-8A99-5703F0CC3F99}"/>
                          </a:ext>
                        </a:extLst>
                      </p:cNvPr>
                      <p:cNvGrpSpPr>
                        <a:grpSpLocks/>
                      </p:cNvGrpSpPr>
                      <p:nvPr/>
                    </p:nvGrpSpPr>
                    <p:grpSpPr bwMode="auto">
                      <a:xfrm>
                        <a:off x="1736090" y="2893762"/>
                        <a:ext cx="565150" cy="292100"/>
                        <a:chOff x="1871277" y="1576300"/>
                        <a:chExt cx="1128371" cy="437861"/>
                      </a:xfrm>
                    </p:grpSpPr>
                    <p:sp>
                      <p:nvSpPr>
                        <p:cNvPr id="408" name="Oval 407">
                          <a:extLst>
                            <a:ext uri="{FF2B5EF4-FFF2-40B4-BE49-F238E27FC236}">
                              <a16:creationId xmlns:a16="http://schemas.microsoft.com/office/drawing/2014/main" id="{3E12D15B-77C7-054A-8185-971EB1F9775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9" name="Rectangle 408">
                          <a:extLst>
                            <a:ext uri="{FF2B5EF4-FFF2-40B4-BE49-F238E27FC236}">
                              <a16:creationId xmlns:a16="http://schemas.microsoft.com/office/drawing/2014/main" id="{3372DB4B-98A8-1845-9BAA-A4E024D0EC3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id="{BB63E28C-21B0-0D4A-85C9-024E8E37A5C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1" name="Freeform 410">
                          <a:extLst>
                            <a:ext uri="{FF2B5EF4-FFF2-40B4-BE49-F238E27FC236}">
                              <a16:creationId xmlns:a16="http://schemas.microsoft.com/office/drawing/2014/main" id="{CA08250B-0D9B-1D42-947F-E639FE3E1CC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049F2219-3805-8B46-9ED1-95F71737ECC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7EE66B4A-1F51-CF4F-AF06-CBC9A9CBFADE}"/>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BE7134B3-C1F8-3A47-913A-E7ABA9FD587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5" name="Straight Connector 414">
                          <a:extLst>
                            <a:ext uri="{FF2B5EF4-FFF2-40B4-BE49-F238E27FC236}">
                              <a16:creationId xmlns:a16="http://schemas.microsoft.com/office/drawing/2014/main" id="{4D0FD399-E9AA-FA4F-B0E0-AAF027B486D7}"/>
                            </a:ext>
                          </a:extLst>
                        </p:cNvPr>
                        <p:cNvCxnSpPr>
                          <a:endCxn id="41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6" name="Straight Connector 415">
                          <a:extLst>
                            <a:ext uri="{FF2B5EF4-FFF2-40B4-BE49-F238E27FC236}">
                              <a16:creationId xmlns:a16="http://schemas.microsoft.com/office/drawing/2014/main" id="{5AD22A5F-1923-104B-8462-8720EBBEC8AA}"/>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5" name="Group 404">
                        <a:extLst>
                          <a:ext uri="{FF2B5EF4-FFF2-40B4-BE49-F238E27FC236}">
                            <a16:creationId xmlns:a16="http://schemas.microsoft.com/office/drawing/2014/main" id="{556A4826-AF3A-FB48-8910-28B75C7AFF0F}"/>
                          </a:ext>
                        </a:extLst>
                      </p:cNvPr>
                      <p:cNvGrpSpPr/>
                      <p:nvPr/>
                    </p:nvGrpSpPr>
                    <p:grpSpPr>
                      <a:xfrm>
                        <a:off x="1770362" y="2873352"/>
                        <a:ext cx="441422" cy="369332"/>
                        <a:chOff x="667045" y="1708643"/>
                        <a:chExt cx="441422" cy="369332"/>
                      </a:xfrm>
                    </p:grpSpPr>
                    <p:sp>
                      <p:nvSpPr>
                        <p:cNvPr id="406" name="Oval 405">
                          <a:extLst>
                            <a:ext uri="{FF2B5EF4-FFF2-40B4-BE49-F238E27FC236}">
                              <a16:creationId xmlns:a16="http://schemas.microsoft.com/office/drawing/2014/main" id="{92A31B84-8B04-1C4C-8AE9-DD076B7C463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7" name="TextBox 406">
                          <a:extLst>
                            <a:ext uri="{FF2B5EF4-FFF2-40B4-BE49-F238E27FC236}">
                              <a16:creationId xmlns:a16="http://schemas.microsoft.com/office/drawing/2014/main" id="{230045ED-1680-5C4A-AACE-1B7C1C326B45}"/>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399" name="Straight Connector 398">
                      <a:extLst>
                        <a:ext uri="{FF2B5EF4-FFF2-40B4-BE49-F238E27FC236}">
                          <a16:creationId xmlns:a16="http://schemas.microsoft.com/office/drawing/2014/main" id="{EDC4CDC9-0ABD-D544-AFDF-317C5C765A9D}"/>
                        </a:ext>
                      </a:extLst>
                    </p:cNvPr>
                    <p:cNvCxnSpPr>
                      <a:stCxn id="446" idx="2"/>
                      <a:endCxn id="433"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0" name="Straight Connector 399">
                      <a:extLst>
                        <a:ext uri="{FF2B5EF4-FFF2-40B4-BE49-F238E27FC236}">
                          <a16:creationId xmlns:a16="http://schemas.microsoft.com/office/drawing/2014/main" id="{7F968A38-9837-534C-9589-EC834038D593}"/>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1" name="Straight Connector 400">
                      <a:extLst>
                        <a:ext uri="{FF2B5EF4-FFF2-40B4-BE49-F238E27FC236}">
                          <a16:creationId xmlns:a16="http://schemas.microsoft.com/office/drawing/2014/main" id="{D08D494F-3397-294B-AE0A-77BFE8172FBD}"/>
                        </a:ext>
                      </a:extLst>
                    </p:cNvPr>
                    <p:cNvCxnSpPr>
                      <a:stCxn id="447"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2" name="Straight Connector 401">
                      <a:extLst>
                        <a:ext uri="{FF2B5EF4-FFF2-40B4-BE49-F238E27FC236}">
                          <a16:creationId xmlns:a16="http://schemas.microsoft.com/office/drawing/2014/main" id="{CBB666A9-21C8-724D-8999-122C30692856}"/>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3" name="Straight Connector 402">
                      <a:extLst>
                        <a:ext uri="{FF2B5EF4-FFF2-40B4-BE49-F238E27FC236}">
                          <a16:creationId xmlns:a16="http://schemas.microsoft.com/office/drawing/2014/main" id="{FEED83B9-915E-D54F-843B-4AC820D03D49}"/>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394" name="TextBox 393">
                    <a:extLst>
                      <a:ext uri="{FF2B5EF4-FFF2-40B4-BE49-F238E27FC236}">
                        <a16:creationId xmlns:a16="http://schemas.microsoft.com/office/drawing/2014/main" id="{62CD51D1-06C9-0F42-8580-EEBC1FB2FFB3}"/>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456" name="Group 455">
                <a:extLst>
                  <a:ext uri="{FF2B5EF4-FFF2-40B4-BE49-F238E27FC236}">
                    <a16:creationId xmlns:a16="http://schemas.microsoft.com/office/drawing/2014/main" id="{D60139D0-66DE-9D48-92C7-D766B48C98E4}"/>
                  </a:ext>
                </a:extLst>
              </p:cNvPr>
              <p:cNvGrpSpPr/>
              <p:nvPr/>
            </p:nvGrpSpPr>
            <p:grpSpPr>
              <a:xfrm>
                <a:off x="1426553" y="4136253"/>
                <a:ext cx="3452487" cy="1719017"/>
                <a:chOff x="1426553" y="4136253"/>
                <a:chExt cx="3452487" cy="1719017"/>
              </a:xfrm>
            </p:grpSpPr>
            <p:grpSp>
              <p:nvGrpSpPr>
                <p:cNvPr id="457" name="Group 456">
                  <a:extLst>
                    <a:ext uri="{FF2B5EF4-FFF2-40B4-BE49-F238E27FC236}">
                      <a16:creationId xmlns:a16="http://schemas.microsoft.com/office/drawing/2014/main" id="{7682442D-4DE1-D34A-AF05-094173737CE5}"/>
                    </a:ext>
                  </a:extLst>
                </p:cNvPr>
                <p:cNvGrpSpPr/>
                <p:nvPr/>
              </p:nvGrpSpPr>
              <p:grpSpPr>
                <a:xfrm>
                  <a:off x="1426553" y="4136253"/>
                  <a:ext cx="2557336" cy="1719017"/>
                  <a:chOff x="-2170772" y="2784954"/>
                  <a:chExt cx="2712783" cy="1853712"/>
                </a:xfrm>
              </p:grpSpPr>
              <p:sp>
                <p:nvSpPr>
                  <p:cNvPr id="460" name="Freeform 2">
                    <a:extLst>
                      <a:ext uri="{FF2B5EF4-FFF2-40B4-BE49-F238E27FC236}">
                        <a16:creationId xmlns:a16="http://schemas.microsoft.com/office/drawing/2014/main" id="{989F3E7E-7845-5D4A-B653-5093F2144A8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61" name="Group 460">
                    <a:extLst>
                      <a:ext uri="{FF2B5EF4-FFF2-40B4-BE49-F238E27FC236}">
                        <a16:creationId xmlns:a16="http://schemas.microsoft.com/office/drawing/2014/main" id="{847C0145-AA17-C74A-85B9-5E0D57F0D1B3}"/>
                      </a:ext>
                    </a:extLst>
                  </p:cNvPr>
                  <p:cNvGrpSpPr/>
                  <p:nvPr/>
                </p:nvGrpSpPr>
                <p:grpSpPr>
                  <a:xfrm>
                    <a:off x="-1935370" y="2935816"/>
                    <a:ext cx="2333625" cy="1590649"/>
                    <a:chOff x="833331" y="2873352"/>
                    <a:chExt cx="2333625" cy="1590649"/>
                  </a:xfrm>
                </p:grpSpPr>
                <p:grpSp>
                  <p:nvGrpSpPr>
                    <p:cNvPr id="462" name="Group 461">
                      <a:extLst>
                        <a:ext uri="{FF2B5EF4-FFF2-40B4-BE49-F238E27FC236}">
                          <a16:creationId xmlns:a16="http://schemas.microsoft.com/office/drawing/2014/main" id="{A5C51D94-249F-7C4E-B7E3-5E7F7DA98BD8}"/>
                        </a:ext>
                      </a:extLst>
                    </p:cNvPr>
                    <p:cNvGrpSpPr/>
                    <p:nvPr/>
                  </p:nvGrpSpPr>
                  <p:grpSpPr>
                    <a:xfrm>
                      <a:off x="1736090" y="2873352"/>
                      <a:ext cx="565150" cy="369332"/>
                      <a:chOff x="1736090" y="2873352"/>
                      <a:chExt cx="565150" cy="369332"/>
                    </a:xfrm>
                  </p:grpSpPr>
                  <p:grpSp>
                    <p:nvGrpSpPr>
                      <p:cNvPr id="509" name="Group 327">
                        <a:extLst>
                          <a:ext uri="{FF2B5EF4-FFF2-40B4-BE49-F238E27FC236}">
                            <a16:creationId xmlns:a16="http://schemas.microsoft.com/office/drawing/2014/main" id="{2C9A79DA-183D-8E45-9710-90EB9AC04CF5}"/>
                          </a:ext>
                        </a:extLst>
                      </p:cNvPr>
                      <p:cNvGrpSpPr>
                        <a:grpSpLocks/>
                      </p:cNvGrpSpPr>
                      <p:nvPr/>
                    </p:nvGrpSpPr>
                    <p:grpSpPr bwMode="auto">
                      <a:xfrm>
                        <a:off x="1736090" y="2893762"/>
                        <a:ext cx="565150" cy="292100"/>
                        <a:chOff x="1871277" y="1576300"/>
                        <a:chExt cx="1128371" cy="437861"/>
                      </a:xfrm>
                    </p:grpSpPr>
                    <p:sp>
                      <p:nvSpPr>
                        <p:cNvPr id="513" name="Oval 512">
                          <a:extLst>
                            <a:ext uri="{FF2B5EF4-FFF2-40B4-BE49-F238E27FC236}">
                              <a16:creationId xmlns:a16="http://schemas.microsoft.com/office/drawing/2014/main" id="{C7A51832-3A14-2F46-BE2E-FD419D2D3236}"/>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14" name="Rectangle 513">
                          <a:extLst>
                            <a:ext uri="{FF2B5EF4-FFF2-40B4-BE49-F238E27FC236}">
                              <a16:creationId xmlns:a16="http://schemas.microsoft.com/office/drawing/2014/main" id="{F540465D-4FA5-8F4B-89B8-318B91C866D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5" name="Oval 514">
                          <a:extLst>
                            <a:ext uri="{FF2B5EF4-FFF2-40B4-BE49-F238E27FC236}">
                              <a16:creationId xmlns:a16="http://schemas.microsoft.com/office/drawing/2014/main" id="{2AD877B4-4F58-AF4E-8440-08B26889F9A3}"/>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16" name="Freeform 515">
                          <a:extLst>
                            <a:ext uri="{FF2B5EF4-FFF2-40B4-BE49-F238E27FC236}">
                              <a16:creationId xmlns:a16="http://schemas.microsoft.com/office/drawing/2014/main" id="{2075DF2F-E937-EC4C-B4A7-98ABE1BBD09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7" name="Freeform 516">
                          <a:extLst>
                            <a:ext uri="{FF2B5EF4-FFF2-40B4-BE49-F238E27FC236}">
                              <a16:creationId xmlns:a16="http://schemas.microsoft.com/office/drawing/2014/main" id="{667455BC-A2B1-964F-BB33-EDD95E22B0F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8" name="Freeform 517">
                          <a:extLst>
                            <a:ext uri="{FF2B5EF4-FFF2-40B4-BE49-F238E27FC236}">
                              <a16:creationId xmlns:a16="http://schemas.microsoft.com/office/drawing/2014/main" id="{7104D447-A313-0245-838D-2D65E179BC6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9" name="Freeform 518">
                          <a:extLst>
                            <a:ext uri="{FF2B5EF4-FFF2-40B4-BE49-F238E27FC236}">
                              <a16:creationId xmlns:a16="http://schemas.microsoft.com/office/drawing/2014/main" id="{C8857D39-9558-884B-B11F-DC6DC08593D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20" name="Straight Connector 519">
                          <a:extLst>
                            <a:ext uri="{FF2B5EF4-FFF2-40B4-BE49-F238E27FC236}">
                              <a16:creationId xmlns:a16="http://schemas.microsoft.com/office/drawing/2014/main" id="{8533C222-A8F0-C14E-9865-EB2CE2ED60DA}"/>
                            </a:ext>
                          </a:extLst>
                        </p:cNvPr>
                        <p:cNvCxnSpPr>
                          <a:endCxn id="51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21" name="Straight Connector 520">
                          <a:extLst>
                            <a:ext uri="{FF2B5EF4-FFF2-40B4-BE49-F238E27FC236}">
                              <a16:creationId xmlns:a16="http://schemas.microsoft.com/office/drawing/2014/main" id="{C7C29E43-3D2E-6C48-8BF6-75FF58BA40D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10" name="Group 509">
                        <a:extLst>
                          <a:ext uri="{FF2B5EF4-FFF2-40B4-BE49-F238E27FC236}">
                            <a16:creationId xmlns:a16="http://schemas.microsoft.com/office/drawing/2014/main" id="{9DF38CB5-4F35-2C48-ABEE-7FDDEB47A736}"/>
                          </a:ext>
                        </a:extLst>
                      </p:cNvPr>
                      <p:cNvGrpSpPr/>
                      <p:nvPr/>
                    </p:nvGrpSpPr>
                    <p:grpSpPr>
                      <a:xfrm>
                        <a:off x="1770362" y="2873352"/>
                        <a:ext cx="441422" cy="369332"/>
                        <a:chOff x="667045" y="1708643"/>
                        <a:chExt cx="441422" cy="369332"/>
                      </a:xfrm>
                    </p:grpSpPr>
                    <p:sp>
                      <p:nvSpPr>
                        <p:cNvPr id="511" name="Oval 510">
                          <a:extLst>
                            <a:ext uri="{FF2B5EF4-FFF2-40B4-BE49-F238E27FC236}">
                              <a16:creationId xmlns:a16="http://schemas.microsoft.com/office/drawing/2014/main" id="{964D495F-FCD3-974C-B14C-0DD0744D39D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2" name="TextBox 511">
                          <a:extLst>
                            <a:ext uri="{FF2B5EF4-FFF2-40B4-BE49-F238E27FC236}">
                              <a16:creationId xmlns:a16="http://schemas.microsoft.com/office/drawing/2014/main" id="{B360CC76-5708-E54C-BB1F-B87E36B6ECD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463" name="Group 462">
                      <a:extLst>
                        <a:ext uri="{FF2B5EF4-FFF2-40B4-BE49-F238E27FC236}">
                          <a16:creationId xmlns:a16="http://schemas.microsoft.com/office/drawing/2014/main" id="{849157BB-C005-3548-B1BA-012A1A118ACD}"/>
                        </a:ext>
                      </a:extLst>
                    </p:cNvPr>
                    <p:cNvGrpSpPr/>
                    <p:nvPr/>
                  </p:nvGrpSpPr>
                  <p:grpSpPr>
                    <a:xfrm>
                      <a:off x="1740320" y="4094669"/>
                      <a:ext cx="565150" cy="369332"/>
                      <a:chOff x="1736090" y="2873352"/>
                      <a:chExt cx="565150" cy="369332"/>
                    </a:xfrm>
                  </p:grpSpPr>
                  <p:grpSp>
                    <p:nvGrpSpPr>
                      <p:cNvPr id="496" name="Group 327">
                        <a:extLst>
                          <a:ext uri="{FF2B5EF4-FFF2-40B4-BE49-F238E27FC236}">
                            <a16:creationId xmlns:a16="http://schemas.microsoft.com/office/drawing/2014/main" id="{EF49974E-1ED5-E447-8244-106992273B93}"/>
                          </a:ext>
                        </a:extLst>
                      </p:cNvPr>
                      <p:cNvGrpSpPr>
                        <a:grpSpLocks/>
                      </p:cNvGrpSpPr>
                      <p:nvPr/>
                    </p:nvGrpSpPr>
                    <p:grpSpPr bwMode="auto">
                      <a:xfrm>
                        <a:off x="1736090" y="2893762"/>
                        <a:ext cx="565150" cy="292100"/>
                        <a:chOff x="1871277" y="1576300"/>
                        <a:chExt cx="1128371" cy="437861"/>
                      </a:xfrm>
                    </p:grpSpPr>
                    <p:sp>
                      <p:nvSpPr>
                        <p:cNvPr id="500" name="Oval 499">
                          <a:extLst>
                            <a:ext uri="{FF2B5EF4-FFF2-40B4-BE49-F238E27FC236}">
                              <a16:creationId xmlns:a16="http://schemas.microsoft.com/office/drawing/2014/main" id="{FB0DA6F4-6EF6-464A-8563-109BE95477D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1" name="Rectangle 500">
                          <a:extLst>
                            <a:ext uri="{FF2B5EF4-FFF2-40B4-BE49-F238E27FC236}">
                              <a16:creationId xmlns:a16="http://schemas.microsoft.com/office/drawing/2014/main" id="{21F6A7C6-2A4B-0745-8EAC-9DEC2A089F3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Oval 501">
                          <a:extLst>
                            <a:ext uri="{FF2B5EF4-FFF2-40B4-BE49-F238E27FC236}">
                              <a16:creationId xmlns:a16="http://schemas.microsoft.com/office/drawing/2014/main" id="{FC7443CC-07C2-DB45-A7EE-97E2D8BB027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3" name="Freeform 502">
                          <a:extLst>
                            <a:ext uri="{FF2B5EF4-FFF2-40B4-BE49-F238E27FC236}">
                              <a16:creationId xmlns:a16="http://schemas.microsoft.com/office/drawing/2014/main" id="{BC280D28-6207-6E4A-8A46-E664F012B9A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4" name="Freeform 503">
                          <a:extLst>
                            <a:ext uri="{FF2B5EF4-FFF2-40B4-BE49-F238E27FC236}">
                              <a16:creationId xmlns:a16="http://schemas.microsoft.com/office/drawing/2014/main" id="{EBBCC31C-C1F3-F94E-BF37-DAE4DBC673E2}"/>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Freeform 504">
                          <a:extLst>
                            <a:ext uri="{FF2B5EF4-FFF2-40B4-BE49-F238E27FC236}">
                              <a16:creationId xmlns:a16="http://schemas.microsoft.com/office/drawing/2014/main" id="{086F70A3-C801-8D40-A960-9E47ED04422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90E7DDDE-599F-E441-9DF4-003CC1B435B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07" name="Straight Connector 506">
                          <a:extLst>
                            <a:ext uri="{FF2B5EF4-FFF2-40B4-BE49-F238E27FC236}">
                              <a16:creationId xmlns:a16="http://schemas.microsoft.com/office/drawing/2014/main" id="{893A90BA-5926-CC40-96CB-52F231D33E1E}"/>
                            </a:ext>
                          </a:extLst>
                        </p:cNvPr>
                        <p:cNvCxnSpPr>
                          <a:endCxn id="50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08" name="Straight Connector 507">
                          <a:extLst>
                            <a:ext uri="{FF2B5EF4-FFF2-40B4-BE49-F238E27FC236}">
                              <a16:creationId xmlns:a16="http://schemas.microsoft.com/office/drawing/2014/main" id="{B9842FD6-BF2A-704C-B8FC-DA10B47AB27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7" name="Group 496">
                        <a:extLst>
                          <a:ext uri="{FF2B5EF4-FFF2-40B4-BE49-F238E27FC236}">
                            <a16:creationId xmlns:a16="http://schemas.microsoft.com/office/drawing/2014/main" id="{11023790-AD69-FA41-AF93-08B4489E3AC9}"/>
                          </a:ext>
                        </a:extLst>
                      </p:cNvPr>
                      <p:cNvGrpSpPr/>
                      <p:nvPr/>
                    </p:nvGrpSpPr>
                    <p:grpSpPr>
                      <a:xfrm>
                        <a:off x="1770362" y="2873352"/>
                        <a:ext cx="441422" cy="369332"/>
                        <a:chOff x="667045" y="1708643"/>
                        <a:chExt cx="441422" cy="369332"/>
                      </a:xfrm>
                    </p:grpSpPr>
                    <p:sp>
                      <p:nvSpPr>
                        <p:cNvPr id="498" name="Oval 497">
                          <a:extLst>
                            <a:ext uri="{FF2B5EF4-FFF2-40B4-BE49-F238E27FC236}">
                              <a16:creationId xmlns:a16="http://schemas.microsoft.com/office/drawing/2014/main" id="{681049CE-10AA-0346-AFA8-6FDC53F5F42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9" name="TextBox 498">
                          <a:extLst>
                            <a:ext uri="{FF2B5EF4-FFF2-40B4-BE49-F238E27FC236}">
                              <a16:creationId xmlns:a16="http://schemas.microsoft.com/office/drawing/2014/main" id="{885304DC-2F43-D04B-B170-06B6EDCAA09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464" name="Group 463">
                      <a:extLst>
                        <a:ext uri="{FF2B5EF4-FFF2-40B4-BE49-F238E27FC236}">
                          <a16:creationId xmlns:a16="http://schemas.microsoft.com/office/drawing/2014/main" id="{DC4EC595-C485-DD46-9195-B81F23C53079}"/>
                        </a:ext>
                      </a:extLst>
                    </p:cNvPr>
                    <p:cNvGrpSpPr/>
                    <p:nvPr/>
                  </p:nvGrpSpPr>
                  <p:grpSpPr>
                    <a:xfrm>
                      <a:off x="2601806" y="3485072"/>
                      <a:ext cx="565150" cy="369332"/>
                      <a:chOff x="1736090" y="2873352"/>
                      <a:chExt cx="565150" cy="369332"/>
                    </a:xfrm>
                  </p:grpSpPr>
                  <p:grpSp>
                    <p:nvGrpSpPr>
                      <p:cNvPr id="483" name="Group 327">
                        <a:extLst>
                          <a:ext uri="{FF2B5EF4-FFF2-40B4-BE49-F238E27FC236}">
                            <a16:creationId xmlns:a16="http://schemas.microsoft.com/office/drawing/2014/main" id="{DA436D2A-4C54-9847-99BD-C747C002F0EE}"/>
                          </a:ext>
                        </a:extLst>
                      </p:cNvPr>
                      <p:cNvGrpSpPr>
                        <a:grpSpLocks/>
                      </p:cNvGrpSpPr>
                      <p:nvPr/>
                    </p:nvGrpSpPr>
                    <p:grpSpPr bwMode="auto">
                      <a:xfrm>
                        <a:off x="1736090" y="2893762"/>
                        <a:ext cx="565150" cy="292100"/>
                        <a:chOff x="1871277" y="1576300"/>
                        <a:chExt cx="1128371" cy="437861"/>
                      </a:xfrm>
                    </p:grpSpPr>
                    <p:sp>
                      <p:nvSpPr>
                        <p:cNvPr id="487" name="Oval 486">
                          <a:extLst>
                            <a:ext uri="{FF2B5EF4-FFF2-40B4-BE49-F238E27FC236}">
                              <a16:creationId xmlns:a16="http://schemas.microsoft.com/office/drawing/2014/main" id="{78B65C4C-8AAA-3642-A7CE-A10619D49BE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8" name="Rectangle 487">
                          <a:extLst>
                            <a:ext uri="{FF2B5EF4-FFF2-40B4-BE49-F238E27FC236}">
                              <a16:creationId xmlns:a16="http://schemas.microsoft.com/office/drawing/2014/main" id="{A525720D-27A0-2049-AA49-205CE43335A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Oval 488">
                          <a:extLst>
                            <a:ext uri="{FF2B5EF4-FFF2-40B4-BE49-F238E27FC236}">
                              <a16:creationId xmlns:a16="http://schemas.microsoft.com/office/drawing/2014/main" id="{DFDBDB36-E1F6-1E4B-AC8D-BB8B9A65BDD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0" name="Freeform 489">
                          <a:extLst>
                            <a:ext uri="{FF2B5EF4-FFF2-40B4-BE49-F238E27FC236}">
                              <a16:creationId xmlns:a16="http://schemas.microsoft.com/office/drawing/2014/main" id="{C32E00A5-45C2-D847-BAB9-C11E9834F3F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1" name="Freeform 490">
                          <a:extLst>
                            <a:ext uri="{FF2B5EF4-FFF2-40B4-BE49-F238E27FC236}">
                              <a16:creationId xmlns:a16="http://schemas.microsoft.com/office/drawing/2014/main" id="{31DC4B7B-D3AA-9B48-8802-CA05B827841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Freeform 491">
                          <a:extLst>
                            <a:ext uri="{FF2B5EF4-FFF2-40B4-BE49-F238E27FC236}">
                              <a16:creationId xmlns:a16="http://schemas.microsoft.com/office/drawing/2014/main" id="{AF29DBD7-4053-9B4C-A67A-C9ECC444C26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6880D128-8B5E-B94A-84E9-5525E283EB8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4" name="Straight Connector 493">
                          <a:extLst>
                            <a:ext uri="{FF2B5EF4-FFF2-40B4-BE49-F238E27FC236}">
                              <a16:creationId xmlns:a16="http://schemas.microsoft.com/office/drawing/2014/main" id="{5E6E8189-AC44-6743-9D17-5E8625CBC5BF}"/>
                            </a:ext>
                          </a:extLst>
                        </p:cNvPr>
                        <p:cNvCxnSpPr>
                          <a:endCxn id="48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5" name="Straight Connector 494">
                          <a:extLst>
                            <a:ext uri="{FF2B5EF4-FFF2-40B4-BE49-F238E27FC236}">
                              <a16:creationId xmlns:a16="http://schemas.microsoft.com/office/drawing/2014/main" id="{34BA406C-7551-FE42-8563-B9FC2B4A597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4" name="Group 483">
                        <a:extLst>
                          <a:ext uri="{FF2B5EF4-FFF2-40B4-BE49-F238E27FC236}">
                            <a16:creationId xmlns:a16="http://schemas.microsoft.com/office/drawing/2014/main" id="{A387A1D4-AADD-C740-87D1-573958E99498}"/>
                          </a:ext>
                        </a:extLst>
                      </p:cNvPr>
                      <p:cNvGrpSpPr/>
                      <p:nvPr/>
                    </p:nvGrpSpPr>
                    <p:grpSpPr>
                      <a:xfrm>
                        <a:off x="1770362" y="2873352"/>
                        <a:ext cx="428460" cy="369332"/>
                        <a:chOff x="667045" y="1708643"/>
                        <a:chExt cx="428460" cy="369332"/>
                      </a:xfrm>
                    </p:grpSpPr>
                    <p:sp>
                      <p:nvSpPr>
                        <p:cNvPr id="485" name="Oval 484">
                          <a:extLst>
                            <a:ext uri="{FF2B5EF4-FFF2-40B4-BE49-F238E27FC236}">
                              <a16:creationId xmlns:a16="http://schemas.microsoft.com/office/drawing/2014/main" id="{129168EF-D2B6-2D45-A4A3-25903E391E2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6" name="TextBox 485">
                          <a:extLst>
                            <a:ext uri="{FF2B5EF4-FFF2-40B4-BE49-F238E27FC236}">
                              <a16:creationId xmlns:a16="http://schemas.microsoft.com/office/drawing/2014/main" id="{927D1E9A-6392-E24D-B24D-59867DB597EA}"/>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465" name="Group 464">
                      <a:extLst>
                        <a:ext uri="{FF2B5EF4-FFF2-40B4-BE49-F238E27FC236}">
                          <a16:creationId xmlns:a16="http://schemas.microsoft.com/office/drawing/2014/main" id="{6590946D-4A79-784C-A1A3-3FB0C4F7047A}"/>
                        </a:ext>
                      </a:extLst>
                    </p:cNvPr>
                    <p:cNvGrpSpPr/>
                    <p:nvPr/>
                  </p:nvGrpSpPr>
                  <p:grpSpPr>
                    <a:xfrm>
                      <a:off x="833331" y="3478719"/>
                      <a:ext cx="565150" cy="369332"/>
                      <a:chOff x="1736090" y="2873352"/>
                      <a:chExt cx="565150" cy="369332"/>
                    </a:xfrm>
                  </p:grpSpPr>
                  <p:grpSp>
                    <p:nvGrpSpPr>
                      <p:cNvPr id="470" name="Group 327">
                        <a:extLst>
                          <a:ext uri="{FF2B5EF4-FFF2-40B4-BE49-F238E27FC236}">
                            <a16:creationId xmlns:a16="http://schemas.microsoft.com/office/drawing/2014/main" id="{C1CFD619-9078-9C4A-9947-B083B604A615}"/>
                          </a:ext>
                        </a:extLst>
                      </p:cNvPr>
                      <p:cNvGrpSpPr>
                        <a:grpSpLocks/>
                      </p:cNvGrpSpPr>
                      <p:nvPr/>
                    </p:nvGrpSpPr>
                    <p:grpSpPr bwMode="auto">
                      <a:xfrm>
                        <a:off x="1736090" y="2893762"/>
                        <a:ext cx="565150" cy="292100"/>
                        <a:chOff x="1871277" y="1576300"/>
                        <a:chExt cx="1128371" cy="437861"/>
                      </a:xfrm>
                    </p:grpSpPr>
                    <p:sp>
                      <p:nvSpPr>
                        <p:cNvPr id="474" name="Oval 473">
                          <a:extLst>
                            <a:ext uri="{FF2B5EF4-FFF2-40B4-BE49-F238E27FC236}">
                              <a16:creationId xmlns:a16="http://schemas.microsoft.com/office/drawing/2014/main" id="{141F7B4D-E61B-234B-AF54-3B4B716FA95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5" name="Rectangle 474">
                          <a:extLst>
                            <a:ext uri="{FF2B5EF4-FFF2-40B4-BE49-F238E27FC236}">
                              <a16:creationId xmlns:a16="http://schemas.microsoft.com/office/drawing/2014/main" id="{EF264F9C-E314-1E4A-8284-A95898A1FEA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Oval 475">
                          <a:extLst>
                            <a:ext uri="{FF2B5EF4-FFF2-40B4-BE49-F238E27FC236}">
                              <a16:creationId xmlns:a16="http://schemas.microsoft.com/office/drawing/2014/main" id="{2415516F-F659-0245-A708-51278644993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7" name="Freeform 476">
                          <a:extLst>
                            <a:ext uri="{FF2B5EF4-FFF2-40B4-BE49-F238E27FC236}">
                              <a16:creationId xmlns:a16="http://schemas.microsoft.com/office/drawing/2014/main" id="{62EFFBF9-2855-0C4F-8A89-A385012DB76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Freeform 477">
                          <a:extLst>
                            <a:ext uri="{FF2B5EF4-FFF2-40B4-BE49-F238E27FC236}">
                              <a16:creationId xmlns:a16="http://schemas.microsoft.com/office/drawing/2014/main" id="{53B0F8AE-AD02-8843-B44E-514A069816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Freeform 478">
                          <a:extLst>
                            <a:ext uri="{FF2B5EF4-FFF2-40B4-BE49-F238E27FC236}">
                              <a16:creationId xmlns:a16="http://schemas.microsoft.com/office/drawing/2014/main" id="{8DEDDA5B-A75F-2646-92D4-CBBE023F97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0FB5D34E-1A9B-E647-B0CA-8979B013E9B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1" name="Straight Connector 480">
                          <a:extLst>
                            <a:ext uri="{FF2B5EF4-FFF2-40B4-BE49-F238E27FC236}">
                              <a16:creationId xmlns:a16="http://schemas.microsoft.com/office/drawing/2014/main" id="{0E0DC44D-789C-6142-ACE2-E1E7439F3EDC}"/>
                            </a:ext>
                          </a:extLst>
                        </p:cNvPr>
                        <p:cNvCxnSpPr>
                          <a:endCxn id="47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2" name="Straight Connector 481">
                          <a:extLst>
                            <a:ext uri="{FF2B5EF4-FFF2-40B4-BE49-F238E27FC236}">
                              <a16:creationId xmlns:a16="http://schemas.microsoft.com/office/drawing/2014/main" id="{2F090CD2-EAD8-D64B-9EBC-52F3CABF342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1" name="Group 470">
                        <a:extLst>
                          <a:ext uri="{FF2B5EF4-FFF2-40B4-BE49-F238E27FC236}">
                            <a16:creationId xmlns:a16="http://schemas.microsoft.com/office/drawing/2014/main" id="{59F6DB5F-8D40-2F45-A693-9E73A8F36F9A}"/>
                          </a:ext>
                        </a:extLst>
                      </p:cNvPr>
                      <p:cNvGrpSpPr/>
                      <p:nvPr/>
                    </p:nvGrpSpPr>
                    <p:grpSpPr>
                      <a:xfrm>
                        <a:off x="1770362" y="2873352"/>
                        <a:ext cx="441422" cy="369332"/>
                        <a:chOff x="667045" y="1708643"/>
                        <a:chExt cx="441422" cy="369332"/>
                      </a:xfrm>
                    </p:grpSpPr>
                    <p:sp>
                      <p:nvSpPr>
                        <p:cNvPr id="472" name="Oval 471">
                          <a:extLst>
                            <a:ext uri="{FF2B5EF4-FFF2-40B4-BE49-F238E27FC236}">
                              <a16:creationId xmlns:a16="http://schemas.microsoft.com/office/drawing/2014/main" id="{349753A0-8388-204E-8FC6-C65AC31765C6}"/>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TextBox 472">
                          <a:extLst>
                            <a:ext uri="{FF2B5EF4-FFF2-40B4-BE49-F238E27FC236}">
                              <a16:creationId xmlns:a16="http://schemas.microsoft.com/office/drawing/2014/main" id="{6E0930D1-5478-A641-BFBE-F20FC332767B}"/>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466" name="Straight Connector 465">
                      <a:extLst>
                        <a:ext uri="{FF2B5EF4-FFF2-40B4-BE49-F238E27FC236}">
                          <a16:creationId xmlns:a16="http://schemas.microsoft.com/office/drawing/2014/main" id="{95BB2EF3-E2CE-BD4A-9C4A-8F73F71629D3}"/>
                        </a:ext>
                      </a:extLst>
                    </p:cNvPr>
                    <p:cNvCxnSpPr>
                      <a:stCxn id="51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67" name="Straight Connector 466">
                      <a:extLst>
                        <a:ext uri="{FF2B5EF4-FFF2-40B4-BE49-F238E27FC236}">
                          <a16:creationId xmlns:a16="http://schemas.microsoft.com/office/drawing/2014/main" id="{0FADCE9F-E485-8543-BE08-11BD9736F6F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68" name="Straight Connector 467">
                      <a:extLst>
                        <a:ext uri="{FF2B5EF4-FFF2-40B4-BE49-F238E27FC236}">
                          <a16:creationId xmlns:a16="http://schemas.microsoft.com/office/drawing/2014/main" id="{24E38472-FC68-AF47-A78D-FF04E75E1DEE}"/>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69" name="Straight Connector 468">
                      <a:extLst>
                        <a:ext uri="{FF2B5EF4-FFF2-40B4-BE49-F238E27FC236}">
                          <a16:creationId xmlns:a16="http://schemas.microsoft.com/office/drawing/2014/main" id="{416CECF7-D45D-7248-B229-72E57EB2AB65}"/>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458" name="TextBox 457">
                  <a:extLst>
                    <a:ext uri="{FF2B5EF4-FFF2-40B4-BE49-F238E27FC236}">
                      <a16:creationId xmlns:a16="http://schemas.microsoft.com/office/drawing/2014/main" id="{0E03304D-E161-6E48-9663-DC28921C7F64}"/>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459" name="Straight Connector 458">
                  <a:extLst>
                    <a:ext uri="{FF2B5EF4-FFF2-40B4-BE49-F238E27FC236}">
                      <a16:creationId xmlns:a16="http://schemas.microsoft.com/office/drawing/2014/main" id="{765902CD-4297-8D40-95E9-0576CA61FDDF}"/>
                    </a:ext>
                  </a:extLst>
                </p:cNvPr>
                <p:cNvCxnSpPr>
                  <a:cxnSpLocks/>
                  <a:stCxn id="341"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522" name="Straight Connector 521">
                <a:extLst>
                  <a:ext uri="{FF2B5EF4-FFF2-40B4-BE49-F238E27FC236}">
                    <a16:creationId xmlns:a16="http://schemas.microsoft.com/office/drawing/2014/main" id="{8868FCCA-6463-414E-B975-BE55E1F0C2BE}"/>
                  </a:ext>
                </a:extLst>
              </p:cNvPr>
              <p:cNvCxnSpPr>
                <a:cxnSpLocks/>
                <a:stCxn id="357" idx="5"/>
                <a:endCxn id="407"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523" name="Group 522">
              <a:extLst>
                <a:ext uri="{FF2B5EF4-FFF2-40B4-BE49-F238E27FC236}">
                  <a16:creationId xmlns:a16="http://schemas.microsoft.com/office/drawing/2014/main" id="{89FAE62F-65C2-2843-B29E-60E769A4B2BD}"/>
                </a:ext>
              </a:extLst>
            </p:cNvPr>
            <p:cNvGrpSpPr/>
            <p:nvPr/>
          </p:nvGrpSpPr>
          <p:grpSpPr>
            <a:xfrm>
              <a:off x="9525929" y="4809915"/>
              <a:ext cx="1701734" cy="616172"/>
              <a:chOff x="6935906" y="5482318"/>
              <a:chExt cx="1701734" cy="616172"/>
            </a:xfrm>
          </p:grpSpPr>
          <p:grpSp>
            <p:nvGrpSpPr>
              <p:cNvPr id="524" name="Group 523">
                <a:extLst>
                  <a:ext uri="{FF2B5EF4-FFF2-40B4-BE49-F238E27FC236}">
                    <a16:creationId xmlns:a16="http://schemas.microsoft.com/office/drawing/2014/main" id="{C08874D3-27D8-EF47-BFBE-742063815FA3}"/>
                  </a:ext>
                </a:extLst>
              </p:cNvPr>
              <p:cNvGrpSpPr/>
              <p:nvPr/>
            </p:nvGrpSpPr>
            <p:grpSpPr>
              <a:xfrm>
                <a:off x="6935906" y="5482318"/>
                <a:ext cx="1701734" cy="616172"/>
                <a:chOff x="6808463" y="5108795"/>
                <a:chExt cx="1701734" cy="616172"/>
              </a:xfrm>
            </p:grpSpPr>
            <p:sp>
              <p:nvSpPr>
                <p:cNvPr id="526" name="Freeform 2">
                  <a:extLst>
                    <a:ext uri="{FF2B5EF4-FFF2-40B4-BE49-F238E27FC236}">
                      <a16:creationId xmlns:a16="http://schemas.microsoft.com/office/drawing/2014/main" id="{ECF54C8B-77E8-C446-9901-E025B2BB06B9}"/>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527" name="Group 327">
                  <a:extLst>
                    <a:ext uri="{FF2B5EF4-FFF2-40B4-BE49-F238E27FC236}">
                      <a16:creationId xmlns:a16="http://schemas.microsoft.com/office/drawing/2014/main" id="{95A693A0-90C6-0E42-805E-894D24F6BB67}"/>
                    </a:ext>
                  </a:extLst>
                </p:cNvPr>
                <p:cNvGrpSpPr>
                  <a:grpSpLocks/>
                </p:cNvGrpSpPr>
                <p:nvPr/>
              </p:nvGrpSpPr>
              <p:grpSpPr bwMode="auto">
                <a:xfrm>
                  <a:off x="7908175" y="5241780"/>
                  <a:ext cx="536554" cy="263548"/>
                  <a:chOff x="1871277" y="1576300"/>
                  <a:chExt cx="1128371" cy="437861"/>
                </a:xfrm>
              </p:grpSpPr>
              <p:sp>
                <p:nvSpPr>
                  <p:cNvPr id="531" name="Oval 530">
                    <a:extLst>
                      <a:ext uri="{FF2B5EF4-FFF2-40B4-BE49-F238E27FC236}">
                        <a16:creationId xmlns:a16="http://schemas.microsoft.com/office/drawing/2014/main" id="{E6A859E7-2681-EB45-AC64-4969973C6CA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2" name="Rectangle 531">
                    <a:extLst>
                      <a:ext uri="{FF2B5EF4-FFF2-40B4-BE49-F238E27FC236}">
                        <a16:creationId xmlns:a16="http://schemas.microsoft.com/office/drawing/2014/main" id="{8A49754A-DDFB-5F4E-A38D-35312DF54CE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3" name="Oval 532">
                    <a:extLst>
                      <a:ext uri="{FF2B5EF4-FFF2-40B4-BE49-F238E27FC236}">
                        <a16:creationId xmlns:a16="http://schemas.microsoft.com/office/drawing/2014/main" id="{7B59D17E-9D64-1647-B9DF-B07F3284E1EA}"/>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4" name="Freeform 533">
                    <a:extLst>
                      <a:ext uri="{FF2B5EF4-FFF2-40B4-BE49-F238E27FC236}">
                        <a16:creationId xmlns:a16="http://schemas.microsoft.com/office/drawing/2014/main" id="{8884D252-29F1-F648-8BCD-A0D8DC51E09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5" name="Freeform 534">
                    <a:extLst>
                      <a:ext uri="{FF2B5EF4-FFF2-40B4-BE49-F238E27FC236}">
                        <a16:creationId xmlns:a16="http://schemas.microsoft.com/office/drawing/2014/main" id="{0D1C72AF-A42B-2A4F-9FB3-9B625E59817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6" name="Freeform 535">
                    <a:extLst>
                      <a:ext uri="{FF2B5EF4-FFF2-40B4-BE49-F238E27FC236}">
                        <a16:creationId xmlns:a16="http://schemas.microsoft.com/office/drawing/2014/main" id="{F120C532-FD80-B242-AB85-376C83FAEFA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7" name="Freeform 536">
                    <a:extLst>
                      <a:ext uri="{FF2B5EF4-FFF2-40B4-BE49-F238E27FC236}">
                        <a16:creationId xmlns:a16="http://schemas.microsoft.com/office/drawing/2014/main" id="{8D1B3AFD-4EEF-344B-8093-229501DE6D2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38" name="Straight Connector 537">
                    <a:extLst>
                      <a:ext uri="{FF2B5EF4-FFF2-40B4-BE49-F238E27FC236}">
                        <a16:creationId xmlns:a16="http://schemas.microsoft.com/office/drawing/2014/main" id="{DD251CD0-8031-2443-A7D6-4E55E79AECAD}"/>
                      </a:ext>
                    </a:extLst>
                  </p:cNvPr>
                  <p:cNvCxnSpPr>
                    <a:endCxn id="53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39" name="Straight Connector 538">
                    <a:extLst>
                      <a:ext uri="{FF2B5EF4-FFF2-40B4-BE49-F238E27FC236}">
                        <a16:creationId xmlns:a16="http://schemas.microsoft.com/office/drawing/2014/main" id="{A75579D9-01A7-A946-9747-B22BE9A9B1C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28" name="Group 527">
                  <a:extLst>
                    <a:ext uri="{FF2B5EF4-FFF2-40B4-BE49-F238E27FC236}">
                      <a16:creationId xmlns:a16="http://schemas.microsoft.com/office/drawing/2014/main" id="{B30234D9-3938-124F-811A-5439A25863DA}"/>
                    </a:ext>
                  </a:extLst>
                </p:cNvPr>
                <p:cNvGrpSpPr/>
                <p:nvPr/>
              </p:nvGrpSpPr>
              <p:grpSpPr>
                <a:xfrm>
                  <a:off x="7876581" y="5223365"/>
                  <a:ext cx="466894" cy="369332"/>
                  <a:chOff x="599495" y="1708643"/>
                  <a:chExt cx="491778" cy="409344"/>
                </a:xfrm>
              </p:grpSpPr>
              <p:sp>
                <p:nvSpPr>
                  <p:cNvPr id="529" name="Oval 528">
                    <a:extLst>
                      <a:ext uri="{FF2B5EF4-FFF2-40B4-BE49-F238E27FC236}">
                        <a16:creationId xmlns:a16="http://schemas.microsoft.com/office/drawing/2014/main" id="{C6138776-4E94-2D44-8B7B-08F37205EBC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0" name="TextBox 529">
                    <a:extLst>
                      <a:ext uri="{FF2B5EF4-FFF2-40B4-BE49-F238E27FC236}">
                        <a16:creationId xmlns:a16="http://schemas.microsoft.com/office/drawing/2014/main" id="{8749FB94-AF37-9543-B2AD-D023BA06F2FF}"/>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525" name="Straight Connector 524">
                <a:extLst>
                  <a:ext uri="{FF2B5EF4-FFF2-40B4-BE49-F238E27FC236}">
                    <a16:creationId xmlns:a16="http://schemas.microsoft.com/office/drawing/2014/main" id="{C4A92BE4-09B8-2D44-BE17-51B111757C2E}"/>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path advertisement</a:t>
            </a:r>
          </a:p>
        </p:txBody>
      </p:sp>
      <p:sp>
        <p:nvSpPr>
          <p:cNvPr id="227" name="Rectangle 4">
            <a:extLst>
              <a:ext uri="{FF2B5EF4-FFF2-40B4-BE49-F238E27FC236}">
                <a16:creationId xmlns:a16="http://schemas.microsoft.com/office/drawing/2014/main" id="{3DEA04DC-72C8-CE46-B457-B3FE2AD2277B}"/>
              </a:ext>
            </a:extLst>
          </p:cNvPr>
          <p:cNvSpPr txBox="1">
            <a:spLocks noChangeArrowheads="1"/>
          </p:cNvSpPr>
          <p:nvPr/>
        </p:nvSpPr>
        <p:spPr>
          <a:xfrm>
            <a:off x="825754" y="4751961"/>
            <a:ext cx="10673139" cy="8450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3688" indent="-293688">
              <a:lnSpc>
                <a:spcPct val="100000"/>
              </a:lnSpc>
              <a:spcBef>
                <a:spcPts val="600"/>
              </a:spcBef>
            </a:pPr>
            <a:r>
              <a:rPr lang="en-US" sz="2400"/>
              <a:t>based on AS2 policy, AS2 router 2c accepts path AS3,X, propagates (via iBGP) to all AS2 routers</a:t>
            </a:r>
          </a:p>
          <a:p>
            <a:pPr>
              <a:lnSpc>
                <a:spcPct val="100000"/>
              </a:lnSpc>
              <a:spcBef>
                <a:spcPts val="600"/>
              </a:spcBef>
            </a:pPr>
            <a:endParaRPr lang="en-US" sz="2400"/>
          </a:p>
        </p:txBody>
      </p:sp>
      <p:grpSp>
        <p:nvGrpSpPr>
          <p:cNvPr id="231" name="Group 230">
            <a:extLst>
              <a:ext uri="{FF2B5EF4-FFF2-40B4-BE49-F238E27FC236}">
                <a16:creationId xmlns:a16="http://schemas.microsoft.com/office/drawing/2014/main" id="{F0AA8416-2A13-9841-830D-36339E62435B}"/>
              </a:ext>
            </a:extLst>
          </p:cNvPr>
          <p:cNvGrpSpPr/>
          <p:nvPr/>
        </p:nvGrpSpPr>
        <p:grpSpPr>
          <a:xfrm>
            <a:off x="2993331" y="2659614"/>
            <a:ext cx="1261444" cy="642543"/>
            <a:chOff x="2241770" y="2684666"/>
            <a:chExt cx="1261444" cy="642543"/>
          </a:xfrm>
        </p:grpSpPr>
        <p:sp>
          <p:nvSpPr>
            <p:cNvPr id="232" name="Text Box 119">
              <a:extLst>
                <a:ext uri="{FF2B5EF4-FFF2-40B4-BE49-F238E27FC236}">
                  <a16:creationId xmlns:a16="http://schemas.microsoft.com/office/drawing/2014/main" id="{923BE177-E2E4-8A48-9459-31E94732588B}"/>
                </a:ext>
              </a:extLst>
            </p:cNvPr>
            <p:cNvSpPr txBox="1">
              <a:spLocks noChangeArrowheads="1"/>
            </p:cNvSpPr>
            <p:nvPr/>
          </p:nvSpPr>
          <p:spPr bwMode="auto">
            <a:xfrm>
              <a:off x="2241770" y="3019432"/>
              <a:ext cx="126015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a:solidFill>
                    <a:srgbClr val="CC0000"/>
                  </a:solidFill>
                </a:rPr>
                <a:t>AS2,AS3,X </a:t>
              </a:r>
            </a:p>
          </p:txBody>
        </p:sp>
        <p:sp>
          <p:nvSpPr>
            <p:cNvPr id="233" name="AutoShape 118">
              <a:extLst>
                <a:ext uri="{FF2B5EF4-FFF2-40B4-BE49-F238E27FC236}">
                  <a16:creationId xmlns:a16="http://schemas.microsoft.com/office/drawing/2014/main" id="{92B03788-407A-084E-8682-283C69D5DF3C}"/>
                </a:ext>
              </a:extLst>
            </p:cNvPr>
            <p:cNvSpPr>
              <a:spLocks noChangeArrowheads="1"/>
            </p:cNvSpPr>
            <p:nvPr/>
          </p:nvSpPr>
          <p:spPr bwMode="auto">
            <a:xfrm rot="1968210">
              <a:off x="2734864" y="2684666"/>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sp>
        <p:nvSpPr>
          <p:cNvPr id="234" name="Rectangle 4">
            <a:extLst>
              <a:ext uri="{FF2B5EF4-FFF2-40B4-BE49-F238E27FC236}">
                <a16:creationId xmlns:a16="http://schemas.microsoft.com/office/drawing/2014/main" id="{31DBB660-95FC-B843-A86E-3E1DFC7A88BC}"/>
              </a:ext>
            </a:extLst>
          </p:cNvPr>
          <p:cNvSpPr txBox="1">
            <a:spLocks noChangeArrowheads="1"/>
          </p:cNvSpPr>
          <p:nvPr/>
        </p:nvSpPr>
        <p:spPr bwMode="auto">
          <a:xfrm>
            <a:off x="853911" y="4164411"/>
            <a:ext cx="11146023" cy="8489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ct val="100000"/>
              </a:lnSpc>
              <a:spcBef>
                <a:spcPts val="600"/>
              </a:spcBef>
              <a:spcAft>
                <a:spcPts val="0"/>
              </a:spcAft>
            </a:pPr>
            <a:r>
              <a:rPr lang="en-US" sz="2400"/>
              <a:t>AS2 router 2c receives path advertisement </a:t>
            </a:r>
            <a:r>
              <a:rPr lang="en-US" sz="2400">
                <a:solidFill>
                  <a:srgbClr val="CC0000"/>
                </a:solidFill>
              </a:rPr>
              <a:t>AS3,X </a:t>
            </a:r>
            <a:r>
              <a:rPr lang="en-US" sz="2400"/>
              <a:t>(via eBGP) from AS3 router 3a</a:t>
            </a:r>
          </a:p>
        </p:txBody>
      </p:sp>
      <p:sp>
        <p:nvSpPr>
          <p:cNvPr id="235" name="Rectangle 4">
            <a:extLst>
              <a:ext uri="{FF2B5EF4-FFF2-40B4-BE49-F238E27FC236}">
                <a16:creationId xmlns:a16="http://schemas.microsoft.com/office/drawing/2014/main" id="{3269DA29-10B0-0C46-A867-22A8609070FF}"/>
              </a:ext>
            </a:extLst>
          </p:cNvPr>
          <p:cNvSpPr txBox="1">
            <a:spLocks noChangeArrowheads="1"/>
          </p:cNvSpPr>
          <p:nvPr/>
        </p:nvSpPr>
        <p:spPr bwMode="auto">
          <a:xfrm>
            <a:off x="837479" y="5525933"/>
            <a:ext cx="10511102" cy="5104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ct val="100000"/>
              </a:lnSpc>
              <a:spcBef>
                <a:spcPts val="600"/>
              </a:spcBef>
              <a:spcAft>
                <a:spcPts val="0"/>
              </a:spcAft>
            </a:pPr>
            <a:r>
              <a:rPr lang="en-US" sz="2400"/>
              <a:t>based on AS2 policy,  AS2 router 2a advertises (via eBGP)  path </a:t>
            </a:r>
            <a:r>
              <a:rPr lang="en-US" sz="2400">
                <a:solidFill>
                  <a:srgbClr val="CC0000"/>
                </a:solidFill>
              </a:rPr>
              <a:t>AS2, AS3, X  </a:t>
            </a:r>
            <a:r>
              <a:rPr lang="en-US" sz="2400"/>
              <a:t> to AS</a:t>
            </a:r>
            <a:r>
              <a:rPr lang="en-US" sz="2400">
                <a:cs typeface="Arial"/>
              </a:rPr>
              <a:t>1</a:t>
            </a:r>
            <a:r>
              <a:rPr lang="en-US" sz="2400"/>
              <a:t> router </a:t>
            </a:r>
            <a:r>
              <a:rPr lang="en-US" sz="2400">
                <a:cs typeface="Arial"/>
              </a:rPr>
              <a:t>1</a:t>
            </a:r>
            <a:r>
              <a:rPr lang="en-US" sz="2400"/>
              <a:t>c</a:t>
            </a:r>
          </a:p>
          <a:p>
            <a:pPr>
              <a:lnSpc>
                <a:spcPct val="100000"/>
              </a:lnSpc>
              <a:spcBef>
                <a:spcPts val="600"/>
              </a:spcBef>
              <a:spcAft>
                <a:spcPts val="0"/>
              </a:spcAft>
            </a:pPr>
            <a:endParaRPr lang="en-US" sz="2400"/>
          </a:p>
        </p:txBody>
      </p:sp>
      <p:grpSp>
        <p:nvGrpSpPr>
          <p:cNvPr id="236" name="Group 235">
            <a:extLst>
              <a:ext uri="{FF2B5EF4-FFF2-40B4-BE49-F238E27FC236}">
                <a16:creationId xmlns:a16="http://schemas.microsoft.com/office/drawing/2014/main" id="{056A4C08-0B5E-7E4B-B3DA-90DA418A76FF}"/>
              </a:ext>
            </a:extLst>
          </p:cNvPr>
          <p:cNvGrpSpPr/>
          <p:nvPr/>
        </p:nvGrpSpPr>
        <p:grpSpPr>
          <a:xfrm>
            <a:off x="5079134" y="2657901"/>
            <a:ext cx="1118837" cy="826267"/>
            <a:chOff x="4052000" y="2820739"/>
            <a:chExt cx="1118837" cy="826267"/>
          </a:xfrm>
        </p:grpSpPr>
        <p:cxnSp>
          <p:nvCxnSpPr>
            <p:cNvPr id="237" name="Straight Arrow Connector 236">
              <a:extLst>
                <a:ext uri="{FF2B5EF4-FFF2-40B4-BE49-F238E27FC236}">
                  <a16:creationId xmlns:a16="http://schemas.microsoft.com/office/drawing/2014/main" id="{3B128407-BC6A-4B4A-89D8-97C1C7F43DAE}"/>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8" name="Straight Arrow Connector 237">
              <a:extLst>
                <a:ext uri="{FF2B5EF4-FFF2-40B4-BE49-F238E27FC236}">
                  <a16:creationId xmlns:a16="http://schemas.microsoft.com/office/drawing/2014/main" id="{7E8A7122-71D2-0E47-A583-1E125776C48C}"/>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9" name="Straight Arrow Connector 238">
              <a:extLst>
                <a:ext uri="{FF2B5EF4-FFF2-40B4-BE49-F238E27FC236}">
                  <a16:creationId xmlns:a16="http://schemas.microsoft.com/office/drawing/2014/main" id="{91399E68-BBBF-1A48-A9FB-B47E07C5C83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23" name="Group 117">
            <a:extLst>
              <a:ext uri="{FF2B5EF4-FFF2-40B4-BE49-F238E27FC236}">
                <a16:creationId xmlns:a16="http://schemas.microsoft.com/office/drawing/2014/main" id="{285BF302-8766-1242-BA45-C0130305B5F7}"/>
              </a:ext>
            </a:extLst>
          </p:cNvPr>
          <p:cNvGrpSpPr>
            <a:grpSpLocks/>
          </p:cNvGrpSpPr>
          <p:nvPr/>
        </p:nvGrpSpPr>
        <p:grpSpPr bwMode="auto">
          <a:xfrm>
            <a:off x="7038891" y="2604083"/>
            <a:ext cx="1290638" cy="481013"/>
            <a:chOff x="2282" y="2446"/>
            <a:chExt cx="813" cy="303"/>
          </a:xfrm>
        </p:grpSpPr>
        <p:sp>
          <p:nvSpPr>
            <p:cNvPr id="324" name="AutoShape 118">
              <a:extLst>
                <a:ext uri="{FF2B5EF4-FFF2-40B4-BE49-F238E27FC236}">
                  <a16:creationId xmlns:a16="http://schemas.microsoft.com/office/drawing/2014/main" id="{61E43352-19FB-B040-8B00-CFD7BF2D66E1}"/>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5" name="Text Box 119">
              <a:extLst>
                <a:ext uri="{FF2B5EF4-FFF2-40B4-BE49-F238E27FC236}">
                  <a16:creationId xmlns:a16="http://schemas.microsoft.com/office/drawing/2014/main" id="{FC1C516E-32E3-B148-BD28-32763132AAE0}"/>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grpSp>
        <p:nvGrpSpPr>
          <p:cNvPr id="12" name="Group 11">
            <a:extLst>
              <a:ext uri="{FF2B5EF4-FFF2-40B4-BE49-F238E27FC236}">
                <a16:creationId xmlns:a16="http://schemas.microsoft.com/office/drawing/2014/main" id="{6642A23D-E219-F869-BCE0-0A414DD9459F}"/>
              </a:ext>
            </a:extLst>
          </p:cNvPr>
          <p:cNvGrpSpPr/>
          <p:nvPr/>
        </p:nvGrpSpPr>
        <p:grpSpPr>
          <a:xfrm>
            <a:off x="6822431" y="1136088"/>
            <a:ext cx="1216502" cy="667614"/>
            <a:chOff x="6822431" y="1136088"/>
            <a:chExt cx="1216502" cy="667614"/>
          </a:xfrm>
        </p:grpSpPr>
        <p:cxnSp>
          <p:nvCxnSpPr>
            <p:cNvPr id="4" name="Straight Arrow Connector 3">
              <a:extLst>
                <a:ext uri="{FF2B5EF4-FFF2-40B4-BE49-F238E27FC236}">
                  <a16:creationId xmlns:a16="http://schemas.microsoft.com/office/drawing/2014/main" id="{5E3AA6CD-2E40-F5F8-BE3A-AD3FEDE3FAE2}"/>
                </a:ext>
              </a:extLst>
            </p:cNvPr>
            <p:cNvCxnSpPr>
              <a:cxnSpLocks/>
            </p:cNvCxnSpPr>
            <p:nvPr/>
          </p:nvCxnSpPr>
          <p:spPr>
            <a:xfrm>
              <a:off x="7412363" y="1450575"/>
              <a:ext cx="626570" cy="35312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D3A07F8-1BE1-B658-B374-1E194AC51AFF}"/>
                </a:ext>
              </a:extLst>
            </p:cNvPr>
            <p:cNvSpPr txBox="1"/>
            <p:nvPr/>
          </p:nvSpPr>
          <p:spPr>
            <a:xfrm>
              <a:off x="6822431" y="1136088"/>
              <a:ext cx="1146083" cy="369332"/>
            </a:xfrm>
            <a:prstGeom prst="rect">
              <a:avLst/>
            </a:prstGeom>
            <a:noFill/>
          </p:spPr>
          <p:txBody>
            <a:bodyPr wrap="none" rtlCol="0">
              <a:spAutoFit/>
            </a:bodyPr>
            <a:lstStyle/>
            <a:p>
              <a:r>
                <a:rPr lang="en-US">
                  <a:solidFill>
                    <a:srgbClr val="C00000"/>
                  </a:solidFill>
                </a:rPr>
                <a:t>NEXT-HOP</a:t>
              </a:r>
            </a:p>
          </p:txBody>
        </p:sp>
      </p:grpSp>
      <p:grpSp>
        <p:nvGrpSpPr>
          <p:cNvPr id="11" name="Group 10">
            <a:extLst>
              <a:ext uri="{FF2B5EF4-FFF2-40B4-BE49-F238E27FC236}">
                <a16:creationId xmlns:a16="http://schemas.microsoft.com/office/drawing/2014/main" id="{09DA05D9-BB27-91BB-4E65-624057BEC35E}"/>
              </a:ext>
            </a:extLst>
          </p:cNvPr>
          <p:cNvGrpSpPr/>
          <p:nvPr/>
        </p:nvGrpSpPr>
        <p:grpSpPr>
          <a:xfrm>
            <a:off x="3493170" y="1776735"/>
            <a:ext cx="1146083" cy="1183542"/>
            <a:chOff x="3493170" y="1776735"/>
            <a:chExt cx="1146083" cy="1183542"/>
          </a:xfrm>
        </p:grpSpPr>
        <p:cxnSp>
          <p:nvCxnSpPr>
            <p:cNvPr id="7" name="Straight Arrow Connector 6">
              <a:extLst>
                <a:ext uri="{FF2B5EF4-FFF2-40B4-BE49-F238E27FC236}">
                  <a16:creationId xmlns:a16="http://schemas.microsoft.com/office/drawing/2014/main" id="{C5570118-8C9D-9CB5-8D06-BB82EF0F93B9}"/>
                </a:ext>
              </a:extLst>
            </p:cNvPr>
            <p:cNvCxnSpPr>
              <a:cxnSpLocks/>
              <a:stCxn id="8" idx="2"/>
            </p:cNvCxnSpPr>
            <p:nvPr/>
          </p:nvCxnSpPr>
          <p:spPr>
            <a:xfrm>
              <a:off x="4066212" y="2146067"/>
              <a:ext cx="548874" cy="81421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CCCBE3-52E5-0387-D3AC-C43D42015EE2}"/>
                </a:ext>
              </a:extLst>
            </p:cNvPr>
            <p:cNvSpPr txBox="1"/>
            <p:nvPr/>
          </p:nvSpPr>
          <p:spPr>
            <a:xfrm>
              <a:off x="3493170" y="1776735"/>
              <a:ext cx="1146083" cy="369332"/>
            </a:xfrm>
            <a:prstGeom prst="rect">
              <a:avLst/>
            </a:prstGeom>
            <a:noFill/>
          </p:spPr>
          <p:txBody>
            <a:bodyPr wrap="none" rtlCol="0">
              <a:spAutoFit/>
            </a:bodyPr>
            <a:lstStyle/>
            <a:p>
              <a:r>
                <a:rPr lang="en-US">
                  <a:solidFill>
                    <a:srgbClr val="C00000"/>
                  </a:solidFill>
                </a:rPr>
                <a:t>NEXT-HOP</a:t>
              </a:r>
            </a:p>
          </p:txBody>
        </p:sp>
      </p:grpSp>
    </p:spTree>
    <p:extLst>
      <p:ext uri="{BB962C8B-B14F-4D97-AF65-F5344CB8AC3E}">
        <p14:creationId xmlns:p14="http://schemas.microsoft.com/office/powerpoint/2010/main" val="128198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323"/>
                                        </p:tgtEl>
                                        <p:attrNameLst>
                                          <p:attrName>style.visibility</p:attrName>
                                        </p:attrNameLst>
                                      </p:cBhvr>
                                      <p:to>
                                        <p:strVal val="visible"/>
                                      </p:to>
                                    </p:set>
                                    <p:animEffect transition="in" filter="wipe(right)">
                                      <p:cBhvr>
                                        <p:cTn id="7" dur="1000"/>
                                        <p:tgtEl>
                                          <p:spTgt spid="323"/>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234"/>
                                        </p:tgtEl>
                                        <p:attrNameLst>
                                          <p:attrName>style.visibility</p:attrName>
                                        </p:attrNameLst>
                                      </p:cBhvr>
                                      <p:to>
                                        <p:strVal val="visible"/>
                                      </p:to>
                                    </p:set>
                                    <p:animEffect transition="in" filter="dissolve">
                                      <p:cBhvr>
                                        <p:cTn id="11" dur="1000"/>
                                        <p:tgtEl>
                                          <p:spTgt spid="234"/>
                                        </p:tgtEl>
                                      </p:cBhvr>
                                    </p:animEffec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236"/>
                                        </p:tgtEl>
                                        <p:attrNameLst>
                                          <p:attrName>style.visibility</p:attrName>
                                        </p:attrNameLst>
                                      </p:cBhvr>
                                      <p:to>
                                        <p:strVal val="visible"/>
                                      </p:to>
                                    </p:set>
                                    <p:animEffect transition="in" filter="wipe(right)">
                                      <p:cBhvr>
                                        <p:cTn id="18" dur="1000"/>
                                        <p:tgtEl>
                                          <p:spTgt spid="23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27">
                                            <p:txEl>
                                              <p:pRg st="0" end="0"/>
                                            </p:txEl>
                                          </p:spTgt>
                                        </p:tgtEl>
                                        <p:attrNameLst>
                                          <p:attrName>style.visibility</p:attrName>
                                        </p:attrNameLst>
                                      </p:cBhvr>
                                      <p:to>
                                        <p:strVal val="visible"/>
                                      </p:to>
                                    </p:set>
                                    <p:animEffect transition="in" filter="dissolve">
                                      <p:cBhvr>
                                        <p:cTn id="21" dur="500"/>
                                        <p:tgtEl>
                                          <p:spTgt spid="22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231"/>
                                        </p:tgtEl>
                                        <p:attrNameLst>
                                          <p:attrName>style.visibility</p:attrName>
                                        </p:attrNameLst>
                                      </p:cBhvr>
                                      <p:to>
                                        <p:strVal val="visible"/>
                                      </p:to>
                                    </p:set>
                                    <p:animEffect transition="in" filter="wipe(right)">
                                      <p:cBhvr>
                                        <p:cTn id="26" dur="1000"/>
                                        <p:tgtEl>
                                          <p:spTgt spid="231"/>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35"/>
                                        </p:tgtEl>
                                        <p:attrNameLst>
                                          <p:attrName>style.visibility</p:attrName>
                                        </p:attrNameLst>
                                      </p:cBhvr>
                                      <p:to>
                                        <p:strVal val="visible"/>
                                      </p:to>
                                    </p:set>
                                    <p:animEffect transition="in" filter="dissolve">
                                      <p:cBhvr>
                                        <p:cTn id="29" dur="500"/>
                                        <p:tgtEl>
                                          <p:spTgt spid="235"/>
                                        </p:tgtEl>
                                      </p:cBhvr>
                                    </p:animEffect>
                                  </p:childTnLst>
                                </p:cTn>
                              </p:par>
                              <p:par>
                                <p:cTn id="30" presetID="1"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par>
                                <p:cTn id="32" presetID="1" presetClass="exit" presetSubtype="0" fill="hold" nodeType="withEffect">
                                  <p:stCondLst>
                                    <p:cond delay="0"/>
                                  </p:stCondLst>
                                  <p:childTnLst>
                                    <p:set>
                                      <p:cBhvr>
                                        <p:cTn id="33"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build="p"/>
      <p:bldP spid="234" grpId="0"/>
      <p:bldP spid="2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898688" cy="894622"/>
          </a:xfrm>
        </p:spPr>
        <p:txBody>
          <a:bodyPr>
            <a:normAutofit/>
          </a:bodyPr>
          <a:lstStyle/>
          <a:p>
            <a:r>
              <a:rPr lang="en-US"/>
              <a:t>BGP: achieving policy via advertisements</a:t>
            </a:r>
          </a:p>
        </p:txBody>
      </p:sp>
      <p:sp>
        <p:nvSpPr>
          <p:cNvPr id="235" name="AutoShape 6">
            <a:extLst>
              <a:ext uri="{FF2B5EF4-FFF2-40B4-BE49-F238E27FC236}">
                <a16:creationId xmlns:a16="http://schemas.microsoft.com/office/drawing/2014/main" id="{A6E685A0-E830-5248-8CAD-7A0887943BA1}"/>
              </a:ext>
            </a:extLst>
          </p:cNvPr>
          <p:cNvSpPr>
            <a:spLocks noChangeAspect="1" noChangeArrowheads="1" noTextEdit="1"/>
          </p:cNvSpPr>
          <p:nvPr/>
        </p:nvSpPr>
        <p:spPr bwMode="auto">
          <a:xfrm>
            <a:off x="1916743" y="1048794"/>
            <a:ext cx="7539038" cy="304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nvGrpSpPr>
          <p:cNvPr id="7" name="Group 6">
            <a:extLst>
              <a:ext uri="{FF2B5EF4-FFF2-40B4-BE49-F238E27FC236}">
                <a16:creationId xmlns:a16="http://schemas.microsoft.com/office/drawing/2014/main" id="{75446BEA-A2E3-EC46-9788-E956885E072B}"/>
              </a:ext>
            </a:extLst>
          </p:cNvPr>
          <p:cNvGrpSpPr/>
          <p:nvPr/>
        </p:nvGrpSpPr>
        <p:grpSpPr>
          <a:xfrm>
            <a:off x="3983668" y="1440907"/>
            <a:ext cx="893763" cy="577850"/>
            <a:chOff x="3983668" y="1440907"/>
            <a:chExt cx="893763" cy="577850"/>
          </a:xfrm>
        </p:grpSpPr>
        <p:sp>
          <p:nvSpPr>
            <p:cNvPr id="236" name="Freeform 7">
              <a:extLst>
                <a:ext uri="{FF2B5EF4-FFF2-40B4-BE49-F238E27FC236}">
                  <a16:creationId xmlns:a16="http://schemas.microsoft.com/office/drawing/2014/main" id="{1EE69C16-4ABC-414D-8A5B-6DABA7A843DE}"/>
                </a:ext>
              </a:extLst>
            </p:cNvPr>
            <p:cNvSpPr>
              <a:spLocks/>
            </p:cNvSpPr>
            <p:nvPr/>
          </p:nvSpPr>
          <p:spPr bwMode="auto">
            <a:xfrm>
              <a:off x="3983668" y="1440907"/>
              <a:ext cx="893763" cy="577850"/>
            </a:xfrm>
            <a:custGeom>
              <a:avLst/>
              <a:gdLst>
                <a:gd name="T0" fmla="*/ 148 w 563"/>
                <a:gd name="T1" fmla="*/ 5 h 364"/>
                <a:gd name="T2" fmla="*/ 119 w 563"/>
                <a:gd name="T3" fmla="*/ 10 h 364"/>
                <a:gd name="T4" fmla="*/ 94 w 563"/>
                <a:gd name="T5" fmla="*/ 21 h 364"/>
                <a:gd name="T6" fmla="*/ 70 w 563"/>
                <a:gd name="T7" fmla="*/ 37 h 364"/>
                <a:gd name="T8" fmla="*/ 46 w 563"/>
                <a:gd name="T9" fmla="*/ 61 h 364"/>
                <a:gd name="T10" fmla="*/ 24 w 563"/>
                <a:gd name="T11" fmla="*/ 91 h 364"/>
                <a:gd name="T12" fmla="*/ 8 w 563"/>
                <a:gd name="T13" fmla="*/ 120 h 364"/>
                <a:gd name="T14" fmla="*/ 3 w 563"/>
                <a:gd name="T15" fmla="*/ 136 h 364"/>
                <a:gd name="T16" fmla="*/ 0 w 563"/>
                <a:gd name="T17" fmla="*/ 150 h 364"/>
                <a:gd name="T18" fmla="*/ 0 w 563"/>
                <a:gd name="T19" fmla="*/ 166 h 364"/>
                <a:gd name="T20" fmla="*/ 8 w 563"/>
                <a:gd name="T21" fmla="*/ 195 h 364"/>
                <a:gd name="T22" fmla="*/ 27 w 563"/>
                <a:gd name="T23" fmla="*/ 228 h 364"/>
                <a:gd name="T24" fmla="*/ 49 w 563"/>
                <a:gd name="T25" fmla="*/ 257 h 364"/>
                <a:gd name="T26" fmla="*/ 70 w 563"/>
                <a:gd name="T27" fmla="*/ 284 h 364"/>
                <a:gd name="T28" fmla="*/ 92 w 563"/>
                <a:gd name="T29" fmla="*/ 305 h 364"/>
                <a:gd name="T30" fmla="*/ 111 w 563"/>
                <a:gd name="T31" fmla="*/ 321 h 364"/>
                <a:gd name="T32" fmla="*/ 127 w 563"/>
                <a:gd name="T33" fmla="*/ 332 h 364"/>
                <a:gd name="T34" fmla="*/ 146 w 563"/>
                <a:gd name="T35" fmla="*/ 340 h 364"/>
                <a:gd name="T36" fmla="*/ 170 w 563"/>
                <a:gd name="T37" fmla="*/ 346 h 364"/>
                <a:gd name="T38" fmla="*/ 191 w 563"/>
                <a:gd name="T39" fmla="*/ 348 h 364"/>
                <a:gd name="T40" fmla="*/ 218 w 563"/>
                <a:gd name="T41" fmla="*/ 354 h 364"/>
                <a:gd name="T42" fmla="*/ 261 w 563"/>
                <a:gd name="T43" fmla="*/ 356 h 364"/>
                <a:gd name="T44" fmla="*/ 310 w 563"/>
                <a:gd name="T45" fmla="*/ 362 h 364"/>
                <a:gd name="T46" fmla="*/ 361 w 563"/>
                <a:gd name="T47" fmla="*/ 364 h 364"/>
                <a:gd name="T48" fmla="*/ 409 w 563"/>
                <a:gd name="T49" fmla="*/ 362 h 364"/>
                <a:gd name="T50" fmla="*/ 458 w 563"/>
                <a:gd name="T51" fmla="*/ 359 h 364"/>
                <a:gd name="T52" fmla="*/ 495 w 563"/>
                <a:gd name="T53" fmla="*/ 348 h 364"/>
                <a:gd name="T54" fmla="*/ 511 w 563"/>
                <a:gd name="T55" fmla="*/ 340 h 364"/>
                <a:gd name="T56" fmla="*/ 525 w 563"/>
                <a:gd name="T57" fmla="*/ 332 h 364"/>
                <a:gd name="T58" fmla="*/ 536 w 563"/>
                <a:gd name="T59" fmla="*/ 321 h 364"/>
                <a:gd name="T60" fmla="*/ 549 w 563"/>
                <a:gd name="T61" fmla="*/ 295 h 364"/>
                <a:gd name="T62" fmla="*/ 557 w 563"/>
                <a:gd name="T63" fmla="*/ 257 h 364"/>
                <a:gd name="T64" fmla="*/ 563 w 563"/>
                <a:gd name="T65" fmla="*/ 217 h 364"/>
                <a:gd name="T66" fmla="*/ 563 w 563"/>
                <a:gd name="T67" fmla="*/ 174 h 364"/>
                <a:gd name="T68" fmla="*/ 557 w 563"/>
                <a:gd name="T69" fmla="*/ 134 h 364"/>
                <a:gd name="T70" fmla="*/ 555 w 563"/>
                <a:gd name="T71" fmla="*/ 96 h 364"/>
                <a:gd name="T72" fmla="*/ 549 w 563"/>
                <a:gd name="T73" fmla="*/ 67 h 364"/>
                <a:gd name="T74" fmla="*/ 546 w 563"/>
                <a:gd name="T75" fmla="*/ 56 h 364"/>
                <a:gd name="T76" fmla="*/ 541 w 563"/>
                <a:gd name="T77" fmla="*/ 40 h 364"/>
                <a:gd name="T78" fmla="*/ 536 w 563"/>
                <a:gd name="T79" fmla="*/ 29 h 364"/>
                <a:gd name="T80" fmla="*/ 528 w 563"/>
                <a:gd name="T81" fmla="*/ 21 h 364"/>
                <a:gd name="T82" fmla="*/ 520 w 563"/>
                <a:gd name="T83" fmla="*/ 18 h 364"/>
                <a:gd name="T84" fmla="*/ 495 w 563"/>
                <a:gd name="T85" fmla="*/ 16 h 364"/>
                <a:gd name="T86" fmla="*/ 466 w 563"/>
                <a:gd name="T87" fmla="*/ 16 h 364"/>
                <a:gd name="T88" fmla="*/ 450 w 563"/>
                <a:gd name="T89" fmla="*/ 13 h 364"/>
                <a:gd name="T90" fmla="*/ 409 w 563"/>
                <a:gd name="T91" fmla="*/ 13 h 364"/>
                <a:gd name="T92" fmla="*/ 364 w 563"/>
                <a:gd name="T93" fmla="*/ 16 h 364"/>
                <a:gd name="T94" fmla="*/ 320 w 563"/>
                <a:gd name="T95" fmla="*/ 16 h 364"/>
                <a:gd name="T96" fmla="*/ 283 w 563"/>
                <a:gd name="T97" fmla="*/ 13 h 364"/>
                <a:gd name="T98" fmla="*/ 248 w 563"/>
                <a:gd name="T99" fmla="*/ 8 h 364"/>
                <a:gd name="T100" fmla="*/ 213 w 563"/>
                <a:gd name="T101" fmla="*/ 2 h 364"/>
                <a:gd name="T102" fmla="*/ 186 w 563"/>
                <a:gd name="T103" fmla="*/ 0 h 364"/>
                <a:gd name="T104" fmla="*/ 175 w 563"/>
                <a:gd name="T105" fmla="*/ 0 h 3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3"/>
                <a:gd name="T160" fmla="*/ 0 h 364"/>
                <a:gd name="T161" fmla="*/ 563 w 563"/>
                <a:gd name="T162" fmla="*/ 364 h 3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3" h="364">
                  <a:moveTo>
                    <a:pt x="175" y="0"/>
                  </a:moveTo>
                  <a:lnTo>
                    <a:pt x="148" y="5"/>
                  </a:lnTo>
                  <a:lnTo>
                    <a:pt x="132" y="8"/>
                  </a:lnTo>
                  <a:lnTo>
                    <a:pt x="119" y="10"/>
                  </a:lnTo>
                  <a:lnTo>
                    <a:pt x="108" y="16"/>
                  </a:lnTo>
                  <a:lnTo>
                    <a:pt x="94" y="21"/>
                  </a:lnTo>
                  <a:lnTo>
                    <a:pt x="81" y="29"/>
                  </a:lnTo>
                  <a:lnTo>
                    <a:pt x="70" y="37"/>
                  </a:lnTo>
                  <a:lnTo>
                    <a:pt x="59" y="48"/>
                  </a:lnTo>
                  <a:lnTo>
                    <a:pt x="46" y="61"/>
                  </a:lnTo>
                  <a:lnTo>
                    <a:pt x="35" y="75"/>
                  </a:lnTo>
                  <a:lnTo>
                    <a:pt x="24" y="91"/>
                  </a:lnTo>
                  <a:lnTo>
                    <a:pt x="14" y="104"/>
                  </a:lnTo>
                  <a:lnTo>
                    <a:pt x="8" y="120"/>
                  </a:lnTo>
                  <a:lnTo>
                    <a:pt x="3" y="128"/>
                  </a:lnTo>
                  <a:lnTo>
                    <a:pt x="3" y="136"/>
                  </a:lnTo>
                  <a:lnTo>
                    <a:pt x="0" y="142"/>
                  </a:lnTo>
                  <a:lnTo>
                    <a:pt x="0" y="150"/>
                  </a:lnTo>
                  <a:lnTo>
                    <a:pt x="0" y="158"/>
                  </a:lnTo>
                  <a:lnTo>
                    <a:pt x="0" y="166"/>
                  </a:lnTo>
                  <a:lnTo>
                    <a:pt x="3" y="182"/>
                  </a:lnTo>
                  <a:lnTo>
                    <a:pt x="8" y="195"/>
                  </a:lnTo>
                  <a:lnTo>
                    <a:pt x="16" y="212"/>
                  </a:lnTo>
                  <a:lnTo>
                    <a:pt x="27" y="228"/>
                  </a:lnTo>
                  <a:lnTo>
                    <a:pt x="35" y="244"/>
                  </a:lnTo>
                  <a:lnTo>
                    <a:pt x="49" y="257"/>
                  </a:lnTo>
                  <a:lnTo>
                    <a:pt x="59" y="271"/>
                  </a:lnTo>
                  <a:lnTo>
                    <a:pt x="70" y="284"/>
                  </a:lnTo>
                  <a:lnTo>
                    <a:pt x="81" y="295"/>
                  </a:lnTo>
                  <a:lnTo>
                    <a:pt x="92" y="305"/>
                  </a:lnTo>
                  <a:lnTo>
                    <a:pt x="103" y="319"/>
                  </a:lnTo>
                  <a:lnTo>
                    <a:pt x="111" y="321"/>
                  </a:lnTo>
                  <a:lnTo>
                    <a:pt x="119" y="327"/>
                  </a:lnTo>
                  <a:lnTo>
                    <a:pt x="127" y="332"/>
                  </a:lnTo>
                  <a:lnTo>
                    <a:pt x="135" y="335"/>
                  </a:lnTo>
                  <a:lnTo>
                    <a:pt x="146" y="340"/>
                  </a:lnTo>
                  <a:lnTo>
                    <a:pt x="156" y="343"/>
                  </a:lnTo>
                  <a:lnTo>
                    <a:pt x="170" y="346"/>
                  </a:lnTo>
                  <a:lnTo>
                    <a:pt x="183" y="348"/>
                  </a:lnTo>
                  <a:lnTo>
                    <a:pt x="191" y="348"/>
                  </a:lnTo>
                  <a:lnTo>
                    <a:pt x="199" y="351"/>
                  </a:lnTo>
                  <a:lnTo>
                    <a:pt x="218" y="354"/>
                  </a:lnTo>
                  <a:lnTo>
                    <a:pt x="240" y="356"/>
                  </a:lnTo>
                  <a:lnTo>
                    <a:pt x="261" y="356"/>
                  </a:lnTo>
                  <a:lnTo>
                    <a:pt x="285" y="359"/>
                  </a:lnTo>
                  <a:lnTo>
                    <a:pt x="310" y="362"/>
                  </a:lnTo>
                  <a:lnTo>
                    <a:pt x="334" y="362"/>
                  </a:lnTo>
                  <a:lnTo>
                    <a:pt x="361" y="364"/>
                  </a:lnTo>
                  <a:lnTo>
                    <a:pt x="385" y="364"/>
                  </a:lnTo>
                  <a:lnTo>
                    <a:pt x="409" y="362"/>
                  </a:lnTo>
                  <a:lnTo>
                    <a:pt x="433" y="362"/>
                  </a:lnTo>
                  <a:lnTo>
                    <a:pt x="458" y="359"/>
                  </a:lnTo>
                  <a:lnTo>
                    <a:pt x="477" y="354"/>
                  </a:lnTo>
                  <a:lnTo>
                    <a:pt x="495" y="348"/>
                  </a:lnTo>
                  <a:lnTo>
                    <a:pt x="503" y="346"/>
                  </a:lnTo>
                  <a:lnTo>
                    <a:pt x="511" y="340"/>
                  </a:lnTo>
                  <a:lnTo>
                    <a:pt x="520" y="338"/>
                  </a:lnTo>
                  <a:lnTo>
                    <a:pt x="525" y="332"/>
                  </a:lnTo>
                  <a:lnTo>
                    <a:pt x="530" y="327"/>
                  </a:lnTo>
                  <a:lnTo>
                    <a:pt x="536" y="321"/>
                  </a:lnTo>
                  <a:lnTo>
                    <a:pt x="544" y="308"/>
                  </a:lnTo>
                  <a:lnTo>
                    <a:pt x="549" y="295"/>
                  </a:lnTo>
                  <a:lnTo>
                    <a:pt x="555" y="276"/>
                  </a:lnTo>
                  <a:lnTo>
                    <a:pt x="557" y="257"/>
                  </a:lnTo>
                  <a:lnTo>
                    <a:pt x="560" y="238"/>
                  </a:lnTo>
                  <a:lnTo>
                    <a:pt x="563" y="217"/>
                  </a:lnTo>
                  <a:lnTo>
                    <a:pt x="563" y="195"/>
                  </a:lnTo>
                  <a:lnTo>
                    <a:pt x="563" y="174"/>
                  </a:lnTo>
                  <a:lnTo>
                    <a:pt x="560" y="155"/>
                  </a:lnTo>
                  <a:lnTo>
                    <a:pt x="557" y="134"/>
                  </a:lnTo>
                  <a:lnTo>
                    <a:pt x="557" y="115"/>
                  </a:lnTo>
                  <a:lnTo>
                    <a:pt x="555" y="96"/>
                  </a:lnTo>
                  <a:lnTo>
                    <a:pt x="552" y="80"/>
                  </a:lnTo>
                  <a:lnTo>
                    <a:pt x="549" y="67"/>
                  </a:lnTo>
                  <a:lnTo>
                    <a:pt x="546" y="61"/>
                  </a:lnTo>
                  <a:lnTo>
                    <a:pt x="546" y="56"/>
                  </a:lnTo>
                  <a:lnTo>
                    <a:pt x="544" y="48"/>
                  </a:lnTo>
                  <a:lnTo>
                    <a:pt x="541" y="40"/>
                  </a:lnTo>
                  <a:lnTo>
                    <a:pt x="538" y="32"/>
                  </a:lnTo>
                  <a:lnTo>
                    <a:pt x="536" y="29"/>
                  </a:lnTo>
                  <a:lnTo>
                    <a:pt x="533" y="24"/>
                  </a:lnTo>
                  <a:lnTo>
                    <a:pt x="528" y="21"/>
                  </a:lnTo>
                  <a:lnTo>
                    <a:pt x="522" y="18"/>
                  </a:lnTo>
                  <a:lnTo>
                    <a:pt x="520" y="18"/>
                  </a:lnTo>
                  <a:lnTo>
                    <a:pt x="506" y="16"/>
                  </a:lnTo>
                  <a:lnTo>
                    <a:pt x="495" y="16"/>
                  </a:lnTo>
                  <a:lnTo>
                    <a:pt x="479" y="16"/>
                  </a:lnTo>
                  <a:lnTo>
                    <a:pt x="466" y="16"/>
                  </a:lnTo>
                  <a:lnTo>
                    <a:pt x="458" y="16"/>
                  </a:lnTo>
                  <a:lnTo>
                    <a:pt x="450" y="13"/>
                  </a:lnTo>
                  <a:lnTo>
                    <a:pt x="431" y="13"/>
                  </a:lnTo>
                  <a:lnTo>
                    <a:pt x="409" y="13"/>
                  </a:lnTo>
                  <a:lnTo>
                    <a:pt x="388" y="13"/>
                  </a:lnTo>
                  <a:lnTo>
                    <a:pt x="364" y="16"/>
                  </a:lnTo>
                  <a:lnTo>
                    <a:pt x="342" y="16"/>
                  </a:lnTo>
                  <a:lnTo>
                    <a:pt x="320" y="16"/>
                  </a:lnTo>
                  <a:lnTo>
                    <a:pt x="302" y="16"/>
                  </a:lnTo>
                  <a:lnTo>
                    <a:pt x="283" y="13"/>
                  </a:lnTo>
                  <a:lnTo>
                    <a:pt x="264" y="13"/>
                  </a:lnTo>
                  <a:lnTo>
                    <a:pt x="248" y="8"/>
                  </a:lnTo>
                  <a:lnTo>
                    <a:pt x="229" y="5"/>
                  </a:lnTo>
                  <a:lnTo>
                    <a:pt x="213" y="2"/>
                  </a:lnTo>
                  <a:lnTo>
                    <a:pt x="199" y="0"/>
                  </a:lnTo>
                  <a:lnTo>
                    <a:pt x="186" y="0"/>
                  </a:lnTo>
                  <a:lnTo>
                    <a:pt x="181" y="0"/>
                  </a:lnTo>
                  <a:lnTo>
                    <a:pt x="175"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9" name="Rectangle 10">
              <a:extLst>
                <a:ext uri="{FF2B5EF4-FFF2-40B4-BE49-F238E27FC236}">
                  <a16:creationId xmlns:a16="http://schemas.microsoft.com/office/drawing/2014/main" id="{12E42E00-0E52-4F48-9E47-69FF57625A6A}"/>
                </a:ext>
              </a:extLst>
            </p:cNvPr>
            <p:cNvSpPr>
              <a:spLocks noChangeArrowheads="1"/>
            </p:cNvSpPr>
            <p:nvPr/>
          </p:nvSpPr>
          <p:spPr bwMode="auto">
            <a:xfrm>
              <a:off x="4346086" y="1490773"/>
              <a:ext cx="22281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3200">
                  <a:solidFill>
                    <a:schemeClr val="bg1"/>
                  </a:solidFill>
                </a:rPr>
                <a:t>B</a:t>
              </a:r>
            </a:p>
          </p:txBody>
        </p:sp>
      </p:grpSp>
      <p:sp>
        <p:nvSpPr>
          <p:cNvPr id="251" name="Line 22">
            <a:extLst>
              <a:ext uri="{FF2B5EF4-FFF2-40B4-BE49-F238E27FC236}">
                <a16:creationId xmlns:a16="http://schemas.microsoft.com/office/drawing/2014/main" id="{AA591A70-D865-DF48-A927-67C81D690159}"/>
              </a:ext>
            </a:extLst>
          </p:cNvPr>
          <p:cNvSpPr>
            <a:spLocks noChangeShapeType="1"/>
          </p:cNvSpPr>
          <p:nvPr/>
        </p:nvSpPr>
        <p:spPr bwMode="auto">
          <a:xfrm>
            <a:off x="4877431" y="1734594"/>
            <a:ext cx="665163" cy="276225"/>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 name="Line 23">
            <a:extLst>
              <a:ext uri="{FF2B5EF4-FFF2-40B4-BE49-F238E27FC236}">
                <a16:creationId xmlns:a16="http://schemas.microsoft.com/office/drawing/2014/main" id="{F6A31CA1-6D75-4F45-8F9E-E7EE6105F53C}"/>
              </a:ext>
            </a:extLst>
          </p:cNvPr>
          <p:cNvSpPr>
            <a:spLocks noChangeShapeType="1"/>
          </p:cNvSpPr>
          <p:nvPr/>
        </p:nvSpPr>
        <p:spPr bwMode="auto">
          <a:xfrm flipV="1">
            <a:off x="4920293" y="2117182"/>
            <a:ext cx="669925" cy="56673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4" name="Line 25">
            <a:extLst>
              <a:ext uri="{FF2B5EF4-FFF2-40B4-BE49-F238E27FC236}">
                <a16:creationId xmlns:a16="http://schemas.microsoft.com/office/drawing/2014/main" id="{804A668C-99C3-C34B-A510-DEAA2A583752}"/>
              </a:ext>
            </a:extLst>
          </p:cNvPr>
          <p:cNvSpPr>
            <a:spLocks noChangeShapeType="1"/>
          </p:cNvSpPr>
          <p:nvPr/>
        </p:nvSpPr>
        <p:spPr bwMode="auto">
          <a:xfrm flipV="1">
            <a:off x="3791581" y="1874294"/>
            <a:ext cx="290513" cy="234950"/>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 name="Line 26">
            <a:extLst>
              <a:ext uri="{FF2B5EF4-FFF2-40B4-BE49-F238E27FC236}">
                <a16:creationId xmlns:a16="http://schemas.microsoft.com/office/drawing/2014/main" id="{E1D1A110-7690-7041-9B8F-73E3BA5CD6B6}"/>
              </a:ext>
            </a:extLst>
          </p:cNvPr>
          <p:cNvSpPr>
            <a:spLocks noChangeShapeType="1"/>
          </p:cNvSpPr>
          <p:nvPr/>
        </p:nvSpPr>
        <p:spPr bwMode="auto">
          <a:xfrm flipH="1" flipV="1">
            <a:off x="4664705" y="2002882"/>
            <a:ext cx="1423" cy="538612"/>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 name="Line 27">
            <a:extLst>
              <a:ext uri="{FF2B5EF4-FFF2-40B4-BE49-F238E27FC236}">
                <a16:creationId xmlns:a16="http://schemas.microsoft.com/office/drawing/2014/main" id="{A9456C19-2E00-BC4E-AEB5-F981440BD8C4}"/>
              </a:ext>
            </a:extLst>
          </p:cNvPr>
          <p:cNvSpPr>
            <a:spLocks noChangeShapeType="1"/>
          </p:cNvSpPr>
          <p:nvPr/>
        </p:nvSpPr>
        <p:spPr bwMode="auto">
          <a:xfrm>
            <a:off x="3816981" y="2428332"/>
            <a:ext cx="265113" cy="165100"/>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grpSp>
        <p:nvGrpSpPr>
          <p:cNvPr id="3" name="Group 2">
            <a:extLst>
              <a:ext uri="{FF2B5EF4-FFF2-40B4-BE49-F238E27FC236}">
                <a16:creationId xmlns:a16="http://schemas.microsoft.com/office/drawing/2014/main" id="{4D28DBA4-809E-E445-96B6-C8231D3525DE}"/>
              </a:ext>
            </a:extLst>
          </p:cNvPr>
          <p:cNvGrpSpPr/>
          <p:nvPr/>
        </p:nvGrpSpPr>
        <p:grpSpPr>
          <a:xfrm>
            <a:off x="6282368" y="1597639"/>
            <a:ext cx="3162301" cy="1711325"/>
            <a:chOff x="6282368" y="1597639"/>
            <a:chExt cx="3162301" cy="1711325"/>
          </a:xfrm>
        </p:grpSpPr>
        <p:sp>
          <p:nvSpPr>
            <p:cNvPr id="257" name="Rectangle 28">
              <a:extLst>
                <a:ext uri="{FF2B5EF4-FFF2-40B4-BE49-F238E27FC236}">
                  <a16:creationId xmlns:a16="http://schemas.microsoft.com/office/drawing/2014/main" id="{EA3BB9F5-969D-254D-AAFB-97DB8E65CC42}"/>
                </a:ext>
              </a:extLst>
            </p:cNvPr>
            <p:cNvSpPr>
              <a:spLocks noChangeArrowheads="1"/>
            </p:cNvSpPr>
            <p:nvPr/>
          </p:nvSpPr>
          <p:spPr bwMode="auto">
            <a:xfrm>
              <a:off x="6282368" y="1597639"/>
              <a:ext cx="965200" cy="45085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58" name="Rectangle 29">
              <a:extLst>
                <a:ext uri="{FF2B5EF4-FFF2-40B4-BE49-F238E27FC236}">
                  <a16:creationId xmlns:a16="http://schemas.microsoft.com/office/drawing/2014/main" id="{0F2B0DF9-A08C-E449-8820-FB88603361FD}"/>
                </a:ext>
              </a:extLst>
            </p:cNvPr>
            <p:cNvSpPr>
              <a:spLocks noChangeArrowheads="1"/>
            </p:cNvSpPr>
            <p:nvPr/>
          </p:nvSpPr>
          <p:spPr bwMode="auto">
            <a:xfrm>
              <a:off x="6757320" y="2261646"/>
              <a:ext cx="835025"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legend</a:t>
              </a:r>
              <a:r>
                <a:rPr lang="en-US" sz="1700" b="1">
                  <a:solidFill>
                    <a:srgbClr val="000000"/>
                  </a:solidFill>
                </a:rPr>
                <a:t>:</a:t>
              </a:r>
              <a:endParaRPr lang="en-US"/>
            </a:p>
          </p:txBody>
        </p:sp>
        <p:sp>
          <p:nvSpPr>
            <p:cNvPr id="259" name="Rectangle 30">
              <a:extLst>
                <a:ext uri="{FF2B5EF4-FFF2-40B4-BE49-F238E27FC236}">
                  <a16:creationId xmlns:a16="http://schemas.microsoft.com/office/drawing/2014/main" id="{38525EEC-220F-6442-A6FD-576D6BDF75FB}"/>
                </a:ext>
              </a:extLst>
            </p:cNvPr>
            <p:cNvSpPr>
              <a:spLocks noChangeArrowheads="1"/>
            </p:cNvSpPr>
            <p:nvPr/>
          </p:nvSpPr>
          <p:spPr bwMode="auto">
            <a:xfrm>
              <a:off x="7072943" y="1669076"/>
              <a:ext cx="60325" cy="258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700">
                  <a:solidFill>
                    <a:srgbClr val="000000"/>
                  </a:solidFill>
                </a:rPr>
                <a:t> </a:t>
              </a:r>
              <a:endParaRPr lang="en-US"/>
            </a:p>
          </p:txBody>
        </p:sp>
        <p:sp>
          <p:nvSpPr>
            <p:cNvPr id="260" name="Rectangle 31">
              <a:extLst>
                <a:ext uri="{FF2B5EF4-FFF2-40B4-BE49-F238E27FC236}">
                  <a16:creationId xmlns:a16="http://schemas.microsoft.com/office/drawing/2014/main" id="{BBF94024-B3CB-F54E-A997-091AAB21C867}"/>
                </a:ext>
              </a:extLst>
            </p:cNvPr>
            <p:cNvSpPr>
              <a:spLocks noChangeArrowheads="1"/>
            </p:cNvSpPr>
            <p:nvPr/>
          </p:nvSpPr>
          <p:spPr bwMode="auto">
            <a:xfrm>
              <a:off x="8204831" y="2516801"/>
              <a:ext cx="1160463" cy="7921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61" name="Rectangle 32">
              <a:extLst>
                <a:ext uri="{FF2B5EF4-FFF2-40B4-BE49-F238E27FC236}">
                  <a16:creationId xmlns:a16="http://schemas.microsoft.com/office/drawing/2014/main" id="{86876C5B-4C7E-6045-A2E6-2D64AA586E14}"/>
                </a:ext>
              </a:extLst>
            </p:cNvPr>
            <p:cNvSpPr>
              <a:spLocks noChangeArrowheads="1"/>
            </p:cNvSpPr>
            <p:nvPr/>
          </p:nvSpPr>
          <p:spPr bwMode="auto">
            <a:xfrm>
              <a:off x="8331831" y="2580301"/>
              <a:ext cx="11128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customer </a:t>
              </a:r>
              <a:endParaRPr lang="en-US" sz="2000"/>
            </a:p>
          </p:txBody>
        </p:sp>
        <p:sp>
          <p:nvSpPr>
            <p:cNvPr id="262" name="Rectangle 33">
              <a:extLst>
                <a:ext uri="{FF2B5EF4-FFF2-40B4-BE49-F238E27FC236}">
                  <a16:creationId xmlns:a16="http://schemas.microsoft.com/office/drawing/2014/main" id="{91309A28-5587-B847-921C-1169530D0CCF}"/>
                </a:ext>
              </a:extLst>
            </p:cNvPr>
            <p:cNvSpPr>
              <a:spLocks noChangeArrowheads="1"/>
            </p:cNvSpPr>
            <p:nvPr/>
          </p:nvSpPr>
          <p:spPr bwMode="auto">
            <a:xfrm>
              <a:off x="8331831" y="2831126"/>
              <a:ext cx="958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network:</a:t>
              </a:r>
              <a:endParaRPr lang="en-US" sz="2000"/>
            </a:p>
          </p:txBody>
        </p:sp>
        <p:sp>
          <p:nvSpPr>
            <p:cNvPr id="263" name="Rectangle 34">
              <a:extLst>
                <a:ext uri="{FF2B5EF4-FFF2-40B4-BE49-F238E27FC236}">
                  <a16:creationId xmlns:a16="http://schemas.microsoft.com/office/drawing/2014/main" id="{D88C1427-E785-594C-A147-9BF9C7A01E4B}"/>
                </a:ext>
              </a:extLst>
            </p:cNvPr>
            <p:cNvSpPr>
              <a:spLocks noChangeArrowheads="1"/>
            </p:cNvSpPr>
            <p:nvPr/>
          </p:nvSpPr>
          <p:spPr bwMode="auto">
            <a:xfrm>
              <a:off x="9097006" y="2831126"/>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264" name="Rectangle 35">
              <a:extLst>
                <a:ext uri="{FF2B5EF4-FFF2-40B4-BE49-F238E27FC236}">
                  <a16:creationId xmlns:a16="http://schemas.microsoft.com/office/drawing/2014/main" id="{09BE3C5F-6857-0641-A39C-3D26CF65DF64}"/>
                </a:ext>
              </a:extLst>
            </p:cNvPr>
            <p:cNvSpPr>
              <a:spLocks noChangeArrowheads="1"/>
            </p:cNvSpPr>
            <p:nvPr/>
          </p:nvSpPr>
          <p:spPr bwMode="auto">
            <a:xfrm>
              <a:off x="8204831" y="1623039"/>
              <a:ext cx="1106488" cy="67310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65" name="Rectangle 36">
              <a:extLst>
                <a:ext uri="{FF2B5EF4-FFF2-40B4-BE49-F238E27FC236}">
                  <a16:creationId xmlns:a16="http://schemas.microsoft.com/office/drawing/2014/main" id="{79A54306-01E1-864E-89D7-889A01740E68}"/>
                </a:ext>
              </a:extLst>
            </p:cNvPr>
            <p:cNvSpPr>
              <a:spLocks noChangeArrowheads="1"/>
            </p:cNvSpPr>
            <p:nvPr/>
          </p:nvSpPr>
          <p:spPr bwMode="auto">
            <a:xfrm>
              <a:off x="8331831" y="1686539"/>
              <a:ext cx="917575"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provider</a:t>
              </a:r>
              <a:endParaRPr lang="en-US" sz="2000"/>
            </a:p>
          </p:txBody>
        </p:sp>
        <p:sp>
          <p:nvSpPr>
            <p:cNvPr id="266" name="Rectangle 37">
              <a:extLst>
                <a:ext uri="{FF2B5EF4-FFF2-40B4-BE49-F238E27FC236}">
                  <a16:creationId xmlns:a16="http://schemas.microsoft.com/office/drawing/2014/main" id="{ACDD58AC-25A2-0E46-8F1B-98BD2643115D}"/>
                </a:ext>
              </a:extLst>
            </p:cNvPr>
            <p:cNvSpPr>
              <a:spLocks noChangeArrowheads="1"/>
            </p:cNvSpPr>
            <p:nvPr/>
          </p:nvSpPr>
          <p:spPr bwMode="auto">
            <a:xfrm>
              <a:off x="9054143" y="1686539"/>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267" name="Rectangle 38">
              <a:extLst>
                <a:ext uri="{FF2B5EF4-FFF2-40B4-BE49-F238E27FC236}">
                  <a16:creationId xmlns:a16="http://schemas.microsoft.com/office/drawing/2014/main" id="{CAF41458-347C-CE42-B2A1-363CAF8D8821}"/>
                </a:ext>
              </a:extLst>
            </p:cNvPr>
            <p:cNvSpPr>
              <a:spLocks noChangeArrowheads="1"/>
            </p:cNvSpPr>
            <p:nvPr/>
          </p:nvSpPr>
          <p:spPr bwMode="auto">
            <a:xfrm>
              <a:off x="8331831" y="1932601"/>
              <a:ext cx="8890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network</a:t>
              </a:r>
              <a:endParaRPr lang="en-US" sz="2000"/>
            </a:p>
          </p:txBody>
        </p:sp>
        <p:sp>
          <p:nvSpPr>
            <p:cNvPr id="268" name="Rectangle 39">
              <a:extLst>
                <a:ext uri="{FF2B5EF4-FFF2-40B4-BE49-F238E27FC236}">
                  <a16:creationId xmlns:a16="http://schemas.microsoft.com/office/drawing/2014/main" id="{91ACC31C-BC1D-C64F-809C-7953465C734B}"/>
                </a:ext>
              </a:extLst>
            </p:cNvPr>
            <p:cNvSpPr>
              <a:spLocks noChangeArrowheads="1"/>
            </p:cNvSpPr>
            <p:nvPr/>
          </p:nvSpPr>
          <p:spPr bwMode="auto">
            <a:xfrm>
              <a:off x="9036681" y="1932601"/>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269" name="Freeform 40">
              <a:extLst>
                <a:ext uri="{FF2B5EF4-FFF2-40B4-BE49-F238E27FC236}">
                  <a16:creationId xmlns:a16="http://schemas.microsoft.com/office/drawing/2014/main" id="{20CA1EB8-B9A7-6F47-A51D-2BBBDD4C725C}"/>
                </a:ext>
              </a:extLst>
            </p:cNvPr>
            <p:cNvSpPr>
              <a:spLocks/>
            </p:cNvSpPr>
            <p:nvPr/>
          </p:nvSpPr>
          <p:spPr bwMode="auto">
            <a:xfrm>
              <a:off x="7392031" y="1673839"/>
              <a:ext cx="893763" cy="574675"/>
            </a:xfrm>
            <a:custGeom>
              <a:avLst/>
              <a:gdLst>
                <a:gd name="T0" fmla="*/ 162 w 563"/>
                <a:gd name="T1" fmla="*/ 0 h 362"/>
                <a:gd name="T2" fmla="*/ 132 w 563"/>
                <a:gd name="T3" fmla="*/ 5 h 362"/>
                <a:gd name="T4" fmla="*/ 108 w 563"/>
                <a:gd name="T5" fmla="*/ 13 h 362"/>
                <a:gd name="T6" fmla="*/ 81 w 563"/>
                <a:gd name="T7" fmla="*/ 30 h 362"/>
                <a:gd name="T8" fmla="*/ 60 w 563"/>
                <a:gd name="T9" fmla="*/ 48 h 362"/>
                <a:gd name="T10" fmla="*/ 35 w 563"/>
                <a:gd name="T11" fmla="*/ 72 h 362"/>
                <a:gd name="T12" fmla="*/ 14 w 563"/>
                <a:gd name="T13" fmla="*/ 102 h 362"/>
                <a:gd name="T14" fmla="*/ 3 w 563"/>
                <a:gd name="T15" fmla="*/ 126 h 362"/>
                <a:gd name="T16" fmla="*/ 0 w 563"/>
                <a:gd name="T17" fmla="*/ 140 h 362"/>
                <a:gd name="T18" fmla="*/ 0 w 563"/>
                <a:gd name="T19" fmla="*/ 156 h 362"/>
                <a:gd name="T20" fmla="*/ 3 w 563"/>
                <a:gd name="T21" fmla="*/ 180 h 362"/>
                <a:gd name="T22" fmla="*/ 17 w 563"/>
                <a:gd name="T23" fmla="*/ 212 h 362"/>
                <a:gd name="T24" fmla="*/ 35 w 563"/>
                <a:gd name="T25" fmla="*/ 241 h 362"/>
                <a:gd name="T26" fmla="*/ 60 w 563"/>
                <a:gd name="T27" fmla="*/ 268 h 362"/>
                <a:gd name="T28" fmla="*/ 81 w 563"/>
                <a:gd name="T29" fmla="*/ 292 h 362"/>
                <a:gd name="T30" fmla="*/ 103 w 563"/>
                <a:gd name="T31" fmla="*/ 316 h 362"/>
                <a:gd name="T32" fmla="*/ 119 w 563"/>
                <a:gd name="T33" fmla="*/ 327 h 362"/>
                <a:gd name="T34" fmla="*/ 135 w 563"/>
                <a:gd name="T35" fmla="*/ 335 h 362"/>
                <a:gd name="T36" fmla="*/ 156 w 563"/>
                <a:gd name="T37" fmla="*/ 341 h 362"/>
                <a:gd name="T38" fmla="*/ 183 w 563"/>
                <a:gd name="T39" fmla="*/ 346 h 362"/>
                <a:gd name="T40" fmla="*/ 200 w 563"/>
                <a:gd name="T41" fmla="*/ 349 h 362"/>
                <a:gd name="T42" fmla="*/ 240 w 563"/>
                <a:gd name="T43" fmla="*/ 354 h 362"/>
                <a:gd name="T44" fmla="*/ 286 w 563"/>
                <a:gd name="T45" fmla="*/ 357 h 362"/>
                <a:gd name="T46" fmla="*/ 334 w 563"/>
                <a:gd name="T47" fmla="*/ 359 h 362"/>
                <a:gd name="T48" fmla="*/ 385 w 563"/>
                <a:gd name="T49" fmla="*/ 362 h 362"/>
                <a:gd name="T50" fmla="*/ 434 w 563"/>
                <a:gd name="T51" fmla="*/ 359 h 362"/>
                <a:gd name="T52" fmla="*/ 477 w 563"/>
                <a:gd name="T53" fmla="*/ 351 h 362"/>
                <a:gd name="T54" fmla="*/ 504 w 563"/>
                <a:gd name="T55" fmla="*/ 343 h 362"/>
                <a:gd name="T56" fmla="*/ 517 w 563"/>
                <a:gd name="T57" fmla="*/ 335 h 362"/>
                <a:gd name="T58" fmla="*/ 528 w 563"/>
                <a:gd name="T59" fmla="*/ 325 h 362"/>
                <a:gd name="T60" fmla="*/ 541 w 563"/>
                <a:gd name="T61" fmla="*/ 306 h 362"/>
                <a:gd name="T62" fmla="*/ 555 w 563"/>
                <a:gd name="T63" fmla="*/ 274 h 362"/>
                <a:gd name="T64" fmla="*/ 560 w 563"/>
                <a:gd name="T65" fmla="*/ 236 h 362"/>
                <a:gd name="T66" fmla="*/ 563 w 563"/>
                <a:gd name="T67" fmla="*/ 193 h 362"/>
                <a:gd name="T68" fmla="*/ 560 w 563"/>
                <a:gd name="T69" fmla="*/ 153 h 362"/>
                <a:gd name="T70" fmla="*/ 557 w 563"/>
                <a:gd name="T71" fmla="*/ 113 h 362"/>
                <a:gd name="T72" fmla="*/ 552 w 563"/>
                <a:gd name="T73" fmla="*/ 78 h 362"/>
                <a:gd name="T74" fmla="*/ 547 w 563"/>
                <a:gd name="T75" fmla="*/ 59 h 362"/>
                <a:gd name="T76" fmla="*/ 544 w 563"/>
                <a:gd name="T77" fmla="*/ 46 h 362"/>
                <a:gd name="T78" fmla="*/ 539 w 563"/>
                <a:gd name="T79" fmla="*/ 30 h 362"/>
                <a:gd name="T80" fmla="*/ 533 w 563"/>
                <a:gd name="T81" fmla="*/ 22 h 362"/>
                <a:gd name="T82" fmla="*/ 522 w 563"/>
                <a:gd name="T83" fmla="*/ 19 h 362"/>
                <a:gd name="T84" fmla="*/ 506 w 563"/>
                <a:gd name="T85" fmla="*/ 16 h 362"/>
                <a:gd name="T86" fmla="*/ 479 w 563"/>
                <a:gd name="T87" fmla="*/ 16 h 362"/>
                <a:gd name="T88" fmla="*/ 466 w 563"/>
                <a:gd name="T89" fmla="*/ 13 h 362"/>
                <a:gd name="T90" fmla="*/ 450 w 563"/>
                <a:gd name="T91" fmla="*/ 11 h 362"/>
                <a:gd name="T92" fmla="*/ 409 w 563"/>
                <a:gd name="T93" fmla="*/ 11 h 362"/>
                <a:gd name="T94" fmla="*/ 364 w 563"/>
                <a:gd name="T95" fmla="*/ 13 h 362"/>
                <a:gd name="T96" fmla="*/ 321 w 563"/>
                <a:gd name="T97" fmla="*/ 13 h 362"/>
                <a:gd name="T98" fmla="*/ 283 w 563"/>
                <a:gd name="T99" fmla="*/ 11 h 362"/>
                <a:gd name="T100" fmla="*/ 248 w 563"/>
                <a:gd name="T101" fmla="*/ 5 h 362"/>
                <a:gd name="T102" fmla="*/ 213 w 563"/>
                <a:gd name="T103" fmla="*/ 0 h 362"/>
                <a:gd name="T104" fmla="*/ 186 w 563"/>
                <a:gd name="T105" fmla="*/ 0 h 362"/>
                <a:gd name="T106" fmla="*/ 175 w 563"/>
                <a:gd name="T107" fmla="*/ 0 h 3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63"/>
                <a:gd name="T163" fmla="*/ 0 h 362"/>
                <a:gd name="T164" fmla="*/ 563 w 563"/>
                <a:gd name="T165" fmla="*/ 362 h 3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63" h="362">
                  <a:moveTo>
                    <a:pt x="175" y="0"/>
                  </a:moveTo>
                  <a:lnTo>
                    <a:pt x="162" y="0"/>
                  </a:lnTo>
                  <a:lnTo>
                    <a:pt x="148" y="3"/>
                  </a:lnTo>
                  <a:lnTo>
                    <a:pt x="132" y="5"/>
                  </a:lnTo>
                  <a:lnTo>
                    <a:pt x="119" y="11"/>
                  </a:lnTo>
                  <a:lnTo>
                    <a:pt x="108" y="13"/>
                  </a:lnTo>
                  <a:lnTo>
                    <a:pt x="95" y="22"/>
                  </a:lnTo>
                  <a:lnTo>
                    <a:pt x="81" y="30"/>
                  </a:lnTo>
                  <a:lnTo>
                    <a:pt x="70" y="38"/>
                  </a:lnTo>
                  <a:lnTo>
                    <a:pt x="60" y="48"/>
                  </a:lnTo>
                  <a:lnTo>
                    <a:pt x="46" y="59"/>
                  </a:lnTo>
                  <a:lnTo>
                    <a:pt x="35" y="72"/>
                  </a:lnTo>
                  <a:lnTo>
                    <a:pt x="25" y="89"/>
                  </a:lnTo>
                  <a:lnTo>
                    <a:pt x="14" y="102"/>
                  </a:lnTo>
                  <a:lnTo>
                    <a:pt x="8" y="118"/>
                  </a:lnTo>
                  <a:lnTo>
                    <a:pt x="3" y="126"/>
                  </a:lnTo>
                  <a:lnTo>
                    <a:pt x="3" y="134"/>
                  </a:lnTo>
                  <a:lnTo>
                    <a:pt x="0" y="140"/>
                  </a:lnTo>
                  <a:lnTo>
                    <a:pt x="0" y="148"/>
                  </a:lnTo>
                  <a:lnTo>
                    <a:pt x="0" y="156"/>
                  </a:lnTo>
                  <a:lnTo>
                    <a:pt x="0" y="164"/>
                  </a:lnTo>
                  <a:lnTo>
                    <a:pt x="3" y="180"/>
                  </a:lnTo>
                  <a:lnTo>
                    <a:pt x="8" y="196"/>
                  </a:lnTo>
                  <a:lnTo>
                    <a:pt x="17" y="212"/>
                  </a:lnTo>
                  <a:lnTo>
                    <a:pt x="27" y="225"/>
                  </a:lnTo>
                  <a:lnTo>
                    <a:pt x="35" y="241"/>
                  </a:lnTo>
                  <a:lnTo>
                    <a:pt x="49" y="255"/>
                  </a:lnTo>
                  <a:lnTo>
                    <a:pt x="60" y="268"/>
                  </a:lnTo>
                  <a:lnTo>
                    <a:pt x="70" y="282"/>
                  </a:lnTo>
                  <a:lnTo>
                    <a:pt x="81" y="292"/>
                  </a:lnTo>
                  <a:lnTo>
                    <a:pt x="92" y="306"/>
                  </a:lnTo>
                  <a:lnTo>
                    <a:pt x="103" y="316"/>
                  </a:lnTo>
                  <a:lnTo>
                    <a:pt x="111" y="322"/>
                  </a:lnTo>
                  <a:lnTo>
                    <a:pt x="119" y="327"/>
                  </a:lnTo>
                  <a:lnTo>
                    <a:pt x="127" y="330"/>
                  </a:lnTo>
                  <a:lnTo>
                    <a:pt x="135" y="335"/>
                  </a:lnTo>
                  <a:lnTo>
                    <a:pt x="146" y="338"/>
                  </a:lnTo>
                  <a:lnTo>
                    <a:pt x="156" y="341"/>
                  </a:lnTo>
                  <a:lnTo>
                    <a:pt x="170" y="343"/>
                  </a:lnTo>
                  <a:lnTo>
                    <a:pt x="183" y="346"/>
                  </a:lnTo>
                  <a:lnTo>
                    <a:pt x="191" y="346"/>
                  </a:lnTo>
                  <a:lnTo>
                    <a:pt x="200" y="349"/>
                  </a:lnTo>
                  <a:lnTo>
                    <a:pt x="218" y="351"/>
                  </a:lnTo>
                  <a:lnTo>
                    <a:pt x="240" y="354"/>
                  </a:lnTo>
                  <a:lnTo>
                    <a:pt x="261" y="354"/>
                  </a:lnTo>
                  <a:lnTo>
                    <a:pt x="286" y="357"/>
                  </a:lnTo>
                  <a:lnTo>
                    <a:pt x="310" y="359"/>
                  </a:lnTo>
                  <a:lnTo>
                    <a:pt x="334" y="359"/>
                  </a:lnTo>
                  <a:lnTo>
                    <a:pt x="361" y="362"/>
                  </a:lnTo>
                  <a:lnTo>
                    <a:pt x="385" y="362"/>
                  </a:lnTo>
                  <a:lnTo>
                    <a:pt x="409" y="359"/>
                  </a:lnTo>
                  <a:lnTo>
                    <a:pt x="434" y="359"/>
                  </a:lnTo>
                  <a:lnTo>
                    <a:pt x="455" y="357"/>
                  </a:lnTo>
                  <a:lnTo>
                    <a:pt x="477" y="351"/>
                  </a:lnTo>
                  <a:lnTo>
                    <a:pt x="493" y="346"/>
                  </a:lnTo>
                  <a:lnTo>
                    <a:pt x="504" y="343"/>
                  </a:lnTo>
                  <a:lnTo>
                    <a:pt x="509" y="338"/>
                  </a:lnTo>
                  <a:lnTo>
                    <a:pt x="517" y="335"/>
                  </a:lnTo>
                  <a:lnTo>
                    <a:pt x="522" y="330"/>
                  </a:lnTo>
                  <a:lnTo>
                    <a:pt x="528" y="325"/>
                  </a:lnTo>
                  <a:lnTo>
                    <a:pt x="533" y="319"/>
                  </a:lnTo>
                  <a:lnTo>
                    <a:pt x="541" y="306"/>
                  </a:lnTo>
                  <a:lnTo>
                    <a:pt x="549" y="292"/>
                  </a:lnTo>
                  <a:lnTo>
                    <a:pt x="555" y="274"/>
                  </a:lnTo>
                  <a:lnTo>
                    <a:pt x="557" y="255"/>
                  </a:lnTo>
                  <a:lnTo>
                    <a:pt x="560" y="236"/>
                  </a:lnTo>
                  <a:lnTo>
                    <a:pt x="563" y="215"/>
                  </a:lnTo>
                  <a:lnTo>
                    <a:pt x="563" y="193"/>
                  </a:lnTo>
                  <a:lnTo>
                    <a:pt x="560" y="172"/>
                  </a:lnTo>
                  <a:lnTo>
                    <a:pt x="560" y="153"/>
                  </a:lnTo>
                  <a:lnTo>
                    <a:pt x="557" y="131"/>
                  </a:lnTo>
                  <a:lnTo>
                    <a:pt x="557" y="113"/>
                  </a:lnTo>
                  <a:lnTo>
                    <a:pt x="555" y="94"/>
                  </a:lnTo>
                  <a:lnTo>
                    <a:pt x="552" y="78"/>
                  </a:lnTo>
                  <a:lnTo>
                    <a:pt x="549" y="64"/>
                  </a:lnTo>
                  <a:lnTo>
                    <a:pt x="547" y="59"/>
                  </a:lnTo>
                  <a:lnTo>
                    <a:pt x="547" y="54"/>
                  </a:lnTo>
                  <a:lnTo>
                    <a:pt x="544" y="46"/>
                  </a:lnTo>
                  <a:lnTo>
                    <a:pt x="541" y="38"/>
                  </a:lnTo>
                  <a:lnTo>
                    <a:pt x="539" y="30"/>
                  </a:lnTo>
                  <a:lnTo>
                    <a:pt x="536" y="27"/>
                  </a:lnTo>
                  <a:lnTo>
                    <a:pt x="533" y="22"/>
                  </a:lnTo>
                  <a:lnTo>
                    <a:pt x="528" y="19"/>
                  </a:lnTo>
                  <a:lnTo>
                    <a:pt x="522" y="19"/>
                  </a:lnTo>
                  <a:lnTo>
                    <a:pt x="520" y="16"/>
                  </a:lnTo>
                  <a:lnTo>
                    <a:pt x="506" y="16"/>
                  </a:lnTo>
                  <a:lnTo>
                    <a:pt x="495" y="16"/>
                  </a:lnTo>
                  <a:lnTo>
                    <a:pt x="479" y="16"/>
                  </a:lnTo>
                  <a:lnTo>
                    <a:pt x="474" y="13"/>
                  </a:lnTo>
                  <a:lnTo>
                    <a:pt x="466" y="13"/>
                  </a:lnTo>
                  <a:lnTo>
                    <a:pt x="458" y="13"/>
                  </a:lnTo>
                  <a:lnTo>
                    <a:pt x="450" y="11"/>
                  </a:lnTo>
                  <a:lnTo>
                    <a:pt x="431" y="11"/>
                  </a:lnTo>
                  <a:lnTo>
                    <a:pt x="409" y="11"/>
                  </a:lnTo>
                  <a:lnTo>
                    <a:pt x="388" y="13"/>
                  </a:lnTo>
                  <a:lnTo>
                    <a:pt x="364" y="13"/>
                  </a:lnTo>
                  <a:lnTo>
                    <a:pt x="342" y="13"/>
                  </a:lnTo>
                  <a:lnTo>
                    <a:pt x="321" y="13"/>
                  </a:lnTo>
                  <a:lnTo>
                    <a:pt x="302" y="13"/>
                  </a:lnTo>
                  <a:lnTo>
                    <a:pt x="283" y="11"/>
                  </a:lnTo>
                  <a:lnTo>
                    <a:pt x="264" y="11"/>
                  </a:lnTo>
                  <a:lnTo>
                    <a:pt x="248" y="5"/>
                  </a:lnTo>
                  <a:lnTo>
                    <a:pt x="229" y="3"/>
                  </a:lnTo>
                  <a:lnTo>
                    <a:pt x="213" y="0"/>
                  </a:lnTo>
                  <a:lnTo>
                    <a:pt x="200" y="0"/>
                  </a:lnTo>
                  <a:lnTo>
                    <a:pt x="186" y="0"/>
                  </a:lnTo>
                  <a:lnTo>
                    <a:pt x="181" y="0"/>
                  </a:lnTo>
                  <a:lnTo>
                    <a:pt x="175"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0" name="Freeform 41">
              <a:extLst>
                <a:ext uri="{FF2B5EF4-FFF2-40B4-BE49-F238E27FC236}">
                  <a16:creationId xmlns:a16="http://schemas.microsoft.com/office/drawing/2014/main" id="{52E41D46-1C3B-1E47-8CD3-9673A5CE4027}"/>
                </a:ext>
              </a:extLst>
            </p:cNvPr>
            <p:cNvSpPr>
              <a:spLocks/>
            </p:cNvSpPr>
            <p:nvPr/>
          </p:nvSpPr>
          <p:spPr bwMode="auto">
            <a:xfrm>
              <a:off x="7892093" y="2631101"/>
              <a:ext cx="346075" cy="336550"/>
            </a:xfrm>
            <a:custGeom>
              <a:avLst/>
              <a:gdLst>
                <a:gd name="T0" fmla="*/ 100 w 218"/>
                <a:gd name="T1" fmla="*/ 0 h 212"/>
                <a:gd name="T2" fmla="*/ 78 w 218"/>
                <a:gd name="T3" fmla="*/ 6 h 212"/>
                <a:gd name="T4" fmla="*/ 57 w 218"/>
                <a:gd name="T5" fmla="*/ 14 h 212"/>
                <a:gd name="T6" fmla="*/ 41 w 218"/>
                <a:gd name="T7" fmla="*/ 25 h 212"/>
                <a:gd name="T8" fmla="*/ 24 w 218"/>
                <a:gd name="T9" fmla="*/ 38 h 212"/>
                <a:gd name="T10" fmla="*/ 14 w 218"/>
                <a:gd name="T11" fmla="*/ 57 h 212"/>
                <a:gd name="T12" fmla="*/ 6 w 218"/>
                <a:gd name="T13" fmla="*/ 76 h 212"/>
                <a:gd name="T14" fmla="*/ 0 w 218"/>
                <a:gd name="T15" fmla="*/ 94 h 212"/>
                <a:gd name="T16" fmla="*/ 0 w 218"/>
                <a:gd name="T17" fmla="*/ 116 h 212"/>
                <a:gd name="T18" fmla="*/ 6 w 218"/>
                <a:gd name="T19" fmla="*/ 137 h 212"/>
                <a:gd name="T20" fmla="*/ 14 w 218"/>
                <a:gd name="T21" fmla="*/ 156 h 212"/>
                <a:gd name="T22" fmla="*/ 24 w 218"/>
                <a:gd name="T23" fmla="*/ 172 h 212"/>
                <a:gd name="T24" fmla="*/ 41 w 218"/>
                <a:gd name="T25" fmla="*/ 188 h 212"/>
                <a:gd name="T26" fmla="*/ 57 w 218"/>
                <a:gd name="T27" fmla="*/ 199 h 212"/>
                <a:gd name="T28" fmla="*/ 78 w 218"/>
                <a:gd name="T29" fmla="*/ 207 h 212"/>
                <a:gd name="T30" fmla="*/ 100 w 218"/>
                <a:gd name="T31" fmla="*/ 212 h 212"/>
                <a:gd name="T32" fmla="*/ 121 w 218"/>
                <a:gd name="T33" fmla="*/ 212 h 212"/>
                <a:gd name="T34" fmla="*/ 143 w 218"/>
                <a:gd name="T35" fmla="*/ 207 h 212"/>
                <a:gd name="T36" fmla="*/ 162 w 218"/>
                <a:gd name="T37" fmla="*/ 199 h 212"/>
                <a:gd name="T38" fmla="*/ 178 w 218"/>
                <a:gd name="T39" fmla="*/ 188 h 212"/>
                <a:gd name="T40" fmla="*/ 194 w 218"/>
                <a:gd name="T41" fmla="*/ 172 h 212"/>
                <a:gd name="T42" fmla="*/ 205 w 218"/>
                <a:gd name="T43" fmla="*/ 156 h 212"/>
                <a:gd name="T44" fmla="*/ 213 w 218"/>
                <a:gd name="T45" fmla="*/ 137 h 212"/>
                <a:gd name="T46" fmla="*/ 218 w 218"/>
                <a:gd name="T47" fmla="*/ 116 h 212"/>
                <a:gd name="T48" fmla="*/ 218 w 218"/>
                <a:gd name="T49" fmla="*/ 94 h 212"/>
                <a:gd name="T50" fmla="*/ 213 w 218"/>
                <a:gd name="T51" fmla="*/ 76 h 212"/>
                <a:gd name="T52" fmla="*/ 205 w 218"/>
                <a:gd name="T53" fmla="*/ 57 h 212"/>
                <a:gd name="T54" fmla="*/ 194 w 218"/>
                <a:gd name="T55" fmla="*/ 38 h 212"/>
                <a:gd name="T56" fmla="*/ 178 w 218"/>
                <a:gd name="T57" fmla="*/ 25 h 212"/>
                <a:gd name="T58" fmla="*/ 162 w 218"/>
                <a:gd name="T59" fmla="*/ 14 h 212"/>
                <a:gd name="T60" fmla="*/ 143 w 218"/>
                <a:gd name="T61" fmla="*/ 6 h 212"/>
                <a:gd name="T62" fmla="*/ 121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11" y="0"/>
                  </a:moveTo>
                  <a:lnTo>
                    <a:pt x="100" y="0"/>
                  </a:lnTo>
                  <a:lnTo>
                    <a:pt x="89" y="3"/>
                  </a:lnTo>
                  <a:lnTo>
                    <a:pt x="78" y="6"/>
                  </a:lnTo>
                  <a:lnTo>
                    <a:pt x="67" y="8"/>
                  </a:lnTo>
                  <a:lnTo>
                    <a:pt x="57" y="14"/>
                  </a:lnTo>
                  <a:lnTo>
                    <a:pt x="49" y="19"/>
                  </a:lnTo>
                  <a:lnTo>
                    <a:pt x="41" y="25"/>
                  </a:lnTo>
                  <a:lnTo>
                    <a:pt x="33" y="33"/>
                  </a:lnTo>
                  <a:lnTo>
                    <a:pt x="24" y="38"/>
                  </a:lnTo>
                  <a:lnTo>
                    <a:pt x="19" y="46"/>
                  </a:lnTo>
                  <a:lnTo>
                    <a:pt x="14" y="57"/>
                  </a:lnTo>
                  <a:lnTo>
                    <a:pt x="8" y="65"/>
                  </a:lnTo>
                  <a:lnTo>
                    <a:pt x="6" y="76"/>
                  </a:lnTo>
                  <a:lnTo>
                    <a:pt x="3" y="84"/>
                  </a:lnTo>
                  <a:lnTo>
                    <a:pt x="0" y="94"/>
                  </a:lnTo>
                  <a:lnTo>
                    <a:pt x="0" y="105"/>
                  </a:lnTo>
                  <a:lnTo>
                    <a:pt x="0" y="116"/>
                  </a:lnTo>
                  <a:lnTo>
                    <a:pt x="3" y="126"/>
                  </a:lnTo>
                  <a:lnTo>
                    <a:pt x="6" y="137"/>
                  </a:lnTo>
                  <a:lnTo>
                    <a:pt x="8" y="148"/>
                  </a:lnTo>
                  <a:lnTo>
                    <a:pt x="14" y="156"/>
                  </a:lnTo>
                  <a:lnTo>
                    <a:pt x="19" y="164"/>
                  </a:lnTo>
                  <a:lnTo>
                    <a:pt x="24" y="172"/>
                  </a:lnTo>
                  <a:lnTo>
                    <a:pt x="33" y="180"/>
                  </a:lnTo>
                  <a:lnTo>
                    <a:pt x="41" y="188"/>
                  </a:lnTo>
                  <a:lnTo>
                    <a:pt x="49" y="193"/>
                  </a:lnTo>
                  <a:lnTo>
                    <a:pt x="57" y="199"/>
                  </a:lnTo>
                  <a:lnTo>
                    <a:pt x="67" y="204"/>
                  </a:lnTo>
                  <a:lnTo>
                    <a:pt x="78" y="207"/>
                  </a:lnTo>
                  <a:lnTo>
                    <a:pt x="89" y="210"/>
                  </a:lnTo>
                  <a:lnTo>
                    <a:pt x="100" y="212"/>
                  </a:lnTo>
                  <a:lnTo>
                    <a:pt x="111" y="212"/>
                  </a:lnTo>
                  <a:lnTo>
                    <a:pt x="121" y="212"/>
                  </a:lnTo>
                  <a:lnTo>
                    <a:pt x="132" y="210"/>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5" y="126"/>
                  </a:lnTo>
                  <a:lnTo>
                    <a:pt x="218" y="116"/>
                  </a:lnTo>
                  <a:lnTo>
                    <a:pt x="218" y="105"/>
                  </a:lnTo>
                  <a:lnTo>
                    <a:pt x="218" y="94"/>
                  </a:lnTo>
                  <a:lnTo>
                    <a:pt x="215" y="84"/>
                  </a:lnTo>
                  <a:lnTo>
                    <a:pt x="213" y="76"/>
                  </a:lnTo>
                  <a:lnTo>
                    <a:pt x="210" y="65"/>
                  </a:lnTo>
                  <a:lnTo>
                    <a:pt x="205" y="57"/>
                  </a:lnTo>
                  <a:lnTo>
                    <a:pt x="199" y="46"/>
                  </a:lnTo>
                  <a:lnTo>
                    <a:pt x="194" y="38"/>
                  </a:lnTo>
                  <a:lnTo>
                    <a:pt x="186" y="33"/>
                  </a:lnTo>
                  <a:lnTo>
                    <a:pt x="178" y="25"/>
                  </a:lnTo>
                  <a:lnTo>
                    <a:pt x="170" y="19"/>
                  </a:lnTo>
                  <a:lnTo>
                    <a:pt x="162" y="14"/>
                  </a:lnTo>
                  <a:lnTo>
                    <a:pt x="154" y="8"/>
                  </a:lnTo>
                  <a:lnTo>
                    <a:pt x="143" y="6"/>
                  </a:lnTo>
                  <a:lnTo>
                    <a:pt x="132" y="3"/>
                  </a:lnTo>
                  <a:lnTo>
                    <a:pt x="121" y="0"/>
                  </a:lnTo>
                  <a:lnTo>
                    <a:pt x="111"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71" name="Rectangle 3">
            <a:extLst>
              <a:ext uri="{FF2B5EF4-FFF2-40B4-BE49-F238E27FC236}">
                <a16:creationId xmlns:a16="http://schemas.microsoft.com/office/drawing/2014/main" id="{E54A3C0C-0F71-9345-9DF3-C62A1590C949}"/>
              </a:ext>
            </a:extLst>
          </p:cNvPr>
          <p:cNvSpPr>
            <a:spLocks noChangeArrowheads="1"/>
          </p:cNvSpPr>
          <p:nvPr/>
        </p:nvSpPr>
        <p:spPr bwMode="auto">
          <a:xfrm>
            <a:off x="1181100" y="3581400"/>
            <a:ext cx="6401562" cy="381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72" name="Rectangle 4">
            <a:extLst>
              <a:ext uri="{FF2B5EF4-FFF2-40B4-BE49-F238E27FC236}">
                <a16:creationId xmlns:a16="http://schemas.microsoft.com/office/drawing/2014/main" id="{75942C0D-9686-7045-8336-48F964013A0B}"/>
              </a:ext>
            </a:extLst>
          </p:cNvPr>
          <p:cNvSpPr>
            <a:spLocks noChangeArrowheads="1"/>
          </p:cNvSpPr>
          <p:nvPr/>
        </p:nvSpPr>
        <p:spPr bwMode="auto">
          <a:xfrm>
            <a:off x="1107928" y="4358794"/>
            <a:ext cx="11084071" cy="205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5000"/>
              </a:lnSpc>
              <a:spcBef>
                <a:spcPct val="20000"/>
              </a:spcBef>
              <a:buClr>
                <a:srgbClr val="000099"/>
              </a:buClr>
              <a:buSzPct val="100000"/>
              <a:buFont typeface="Wingdings" charset="2"/>
              <a:buChar char="§"/>
            </a:pPr>
            <a:r>
              <a:rPr lang="en-US" sz="2400" dirty="0">
                <a:latin typeface="+mn-lt"/>
              </a:rPr>
              <a:t>A advertises path </a:t>
            </a:r>
            <a:r>
              <a:rPr lang="en-US" sz="2400" i="1" dirty="0" err="1">
                <a:solidFill>
                  <a:srgbClr val="C00000"/>
                </a:solidFill>
                <a:latin typeface="+mn-lt"/>
              </a:rPr>
              <a:t>A,w</a:t>
            </a:r>
            <a:r>
              <a:rPr lang="en-US" sz="2400" dirty="0">
                <a:latin typeface="+mn-lt"/>
              </a:rPr>
              <a:t> to B and to C</a:t>
            </a:r>
          </a:p>
          <a:p>
            <a:pPr marL="342900" indent="-342900">
              <a:lnSpc>
                <a:spcPct val="85000"/>
              </a:lnSpc>
              <a:spcBef>
                <a:spcPct val="20000"/>
              </a:spcBef>
              <a:buClr>
                <a:srgbClr val="000099"/>
              </a:buClr>
              <a:buSzPct val="100000"/>
              <a:buFont typeface="Wingdings" charset="2"/>
              <a:buChar char="§"/>
            </a:pPr>
            <a:r>
              <a:rPr lang="en-US" sz="2400" dirty="0">
                <a:latin typeface="+mn-lt"/>
              </a:rPr>
              <a:t>B </a:t>
            </a:r>
            <a:r>
              <a:rPr lang="en-US" sz="2400" i="1" dirty="0">
                <a:solidFill>
                  <a:srgbClr val="0000A8"/>
                </a:solidFill>
                <a:latin typeface="+mn-lt"/>
              </a:rPr>
              <a:t>chooses not to advertise </a:t>
            </a:r>
            <a:r>
              <a:rPr lang="en-US" altLang="zh-CN" sz="2400" i="1" dirty="0" err="1">
                <a:solidFill>
                  <a:srgbClr val="C00000"/>
                </a:solidFill>
                <a:latin typeface="+mn-lt"/>
              </a:rPr>
              <a:t>B,A,w</a:t>
            </a:r>
            <a:r>
              <a:rPr lang="en-US" sz="2400" dirty="0">
                <a:latin typeface="+mn-lt"/>
              </a:rPr>
              <a:t> to C!  </a:t>
            </a:r>
          </a:p>
          <a:p>
            <a:pPr marL="800100" lvl="1" indent="-342900">
              <a:lnSpc>
                <a:spcPct val="85000"/>
              </a:lnSpc>
              <a:spcBef>
                <a:spcPct val="20000"/>
              </a:spcBef>
              <a:buClr>
                <a:srgbClr val="000099"/>
              </a:buClr>
              <a:buSzPct val="100000"/>
              <a:buFont typeface="Wingdings" charset="2"/>
              <a:buChar char="§"/>
            </a:pPr>
            <a:r>
              <a:rPr lang="en-US" sz="2400" dirty="0">
                <a:latin typeface="+mn-lt"/>
              </a:rPr>
              <a:t>B gets no </a:t>
            </a:r>
            <a:r>
              <a:rPr lang="en-US" sz="2400" dirty="0"/>
              <a:t>“</a:t>
            </a:r>
            <a:r>
              <a:rPr lang="en-US" altLang="ja-JP" sz="2400" dirty="0">
                <a:latin typeface="+mn-lt"/>
              </a:rPr>
              <a:t>revenue</a:t>
            </a:r>
            <a:r>
              <a:rPr lang="en-US" altLang="ja-JP" sz="2400" dirty="0"/>
              <a:t>”</a:t>
            </a:r>
            <a:r>
              <a:rPr lang="en-US" altLang="ja-JP" sz="2400" dirty="0">
                <a:latin typeface="+mn-lt"/>
              </a:rPr>
              <a:t> for routing </a:t>
            </a:r>
            <a:r>
              <a:rPr lang="en-US" altLang="ja-JP" sz="2400" i="1" dirty="0" err="1">
                <a:solidFill>
                  <a:srgbClr val="C00000"/>
                </a:solidFill>
                <a:latin typeface="+mn-lt"/>
              </a:rPr>
              <a:t>C,B,A,w</a:t>
            </a:r>
            <a:r>
              <a:rPr lang="en-US" altLang="ja-JP" sz="2400" dirty="0">
                <a:latin typeface="+mn-lt"/>
              </a:rPr>
              <a:t>, since none of  C, A, w are B</a:t>
            </a:r>
            <a:r>
              <a:rPr lang="en-US" altLang="ja-JP" sz="2400" dirty="0"/>
              <a:t>’</a:t>
            </a:r>
            <a:r>
              <a:rPr lang="en-US" altLang="ja-JP" sz="2400" dirty="0">
                <a:latin typeface="+mn-lt"/>
              </a:rPr>
              <a:t>s customers</a:t>
            </a:r>
          </a:p>
          <a:p>
            <a:pPr marL="800100" lvl="1" indent="-342900">
              <a:lnSpc>
                <a:spcPct val="85000"/>
              </a:lnSpc>
              <a:spcBef>
                <a:spcPct val="20000"/>
              </a:spcBef>
              <a:buClr>
                <a:srgbClr val="000099"/>
              </a:buClr>
              <a:buSzPct val="100000"/>
              <a:buFont typeface="Wingdings" charset="2"/>
              <a:buChar char="§"/>
            </a:pPr>
            <a:r>
              <a:rPr lang="en-US" altLang="ja-JP" sz="2400" dirty="0">
                <a:latin typeface="+mn-lt"/>
              </a:rPr>
              <a:t>C does </a:t>
            </a:r>
            <a:r>
              <a:rPr lang="en-US" altLang="ja-JP" sz="2400" i="1" dirty="0">
                <a:latin typeface="+mn-lt"/>
              </a:rPr>
              <a:t>not</a:t>
            </a:r>
            <a:r>
              <a:rPr lang="en-US" altLang="ja-JP" sz="2400" dirty="0">
                <a:latin typeface="+mn-lt"/>
              </a:rPr>
              <a:t> learn about </a:t>
            </a:r>
            <a:r>
              <a:rPr lang="en-US" altLang="ja-JP" sz="2400" i="1" dirty="0" err="1">
                <a:solidFill>
                  <a:srgbClr val="C00000"/>
                </a:solidFill>
              </a:rPr>
              <a:t>C,B,A,w</a:t>
            </a:r>
            <a:r>
              <a:rPr lang="en-US" altLang="ja-JP" sz="2400" dirty="0">
                <a:latin typeface="+mn-lt"/>
              </a:rPr>
              <a:t> path</a:t>
            </a:r>
          </a:p>
          <a:p>
            <a:pPr marL="342900" indent="-342900">
              <a:lnSpc>
                <a:spcPct val="85000"/>
              </a:lnSpc>
              <a:spcBef>
                <a:spcPct val="20000"/>
              </a:spcBef>
              <a:buClr>
                <a:srgbClr val="000099"/>
              </a:buClr>
              <a:buSzPct val="100000"/>
              <a:buFont typeface="Wingdings" charset="2"/>
              <a:buChar char="§"/>
            </a:pPr>
            <a:r>
              <a:rPr lang="en-US" sz="2400" dirty="0">
                <a:latin typeface="+mn-lt"/>
              </a:rPr>
              <a:t>C will route </a:t>
            </a:r>
            <a:r>
              <a:rPr lang="en-US" sz="2400" i="1" dirty="0" err="1">
                <a:solidFill>
                  <a:srgbClr val="C00000"/>
                </a:solidFill>
              </a:rPr>
              <a:t>C,A,w</a:t>
            </a:r>
            <a:r>
              <a:rPr lang="en-US" sz="2400" dirty="0">
                <a:latin typeface="+mn-lt"/>
              </a:rPr>
              <a:t> (not using B) to get to w</a:t>
            </a:r>
          </a:p>
        </p:txBody>
      </p:sp>
      <p:sp>
        <p:nvSpPr>
          <p:cNvPr id="273" name="TextBox 272">
            <a:extLst>
              <a:ext uri="{FF2B5EF4-FFF2-40B4-BE49-F238E27FC236}">
                <a16:creationId xmlns:a16="http://schemas.microsoft.com/office/drawing/2014/main" id="{33DA0E0B-DE29-3147-B564-0EB3AC2AD342}"/>
              </a:ext>
            </a:extLst>
          </p:cNvPr>
          <p:cNvSpPr txBox="1"/>
          <p:nvPr/>
        </p:nvSpPr>
        <p:spPr>
          <a:xfrm>
            <a:off x="655786" y="3397142"/>
            <a:ext cx="11073610" cy="892552"/>
          </a:xfrm>
          <a:prstGeom prst="rect">
            <a:avLst/>
          </a:prstGeom>
          <a:noFill/>
        </p:spPr>
        <p:txBody>
          <a:bodyPr wrap="square" rtlCol="0">
            <a:spAutoFit/>
          </a:bodyPr>
          <a:lstStyle/>
          <a:p>
            <a:r>
              <a:rPr lang="en-US" sz="2800"/>
              <a:t>ISP only wants to route traffic to/from its customer networks </a:t>
            </a:r>
            <a:r>
              <a:rPr lang="en-US" sz="2400"/>
              <a:t>(does not want to carry transit traffic between other ISPs – a typical “real world” policy)</a:t>
            </a:r>
          </a:p>
        </p:txBody>
      </p:sp>
      <p:cxnSp>
        <p:nvCxnSpPr>
          <p:cNvPr id="4" name="Straight Connector 3">
            <a:extLst>
              <a:ext uri="{FF2B5EF4-FFF2-40B4-BE49-F238E27FC236}">
                <a16:creationId xmlns:a16="http://schemas.microsoft.com/office/drawing/2014/main" id="{1D6AEABC-D528-EA42-9F12-618E7DACB610}"/>
              </a:ext>
            </a:extLst>
          </p:cNvPr>
          <p:cNvCxnSpPr/>
          <p:nvPr/>
        </p:nvCxnSpPr>
        <p:spPr>
          <a:xfrm flipH="1">
            <a:off x="2407023" y="2232212"/>
            <a:ext cx="61856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Freeform 14">
            <a:extLst>
              <a:ext uri="{FF2B5EF4-FFF2-40B4-BE49-F238E27FC236}">
                <a16:creationId xmlns:a16="http://schemas.microsoft.com/office/drawing/2014/main" id="{DFD5F628-1E9B-9047-B076-769DD7A8AB30}"/>
              </a:ext>
            </a:extLst>
          </p:cNvPr>
          <p:cNvSpPr>
            <a:spLocks/>
          </p:cNvSpPr>
          <p:nvPr/>
        </p:nvSpPr>
        <p:spPr bwMode="auto">
          <a:xfrm>
            <a:off x="2143756" y="2044157"/>
            <a:ext cx="346075" cy="341313"/>
          </a:xfrm>
          <a:custGeom>
            <a:avLst/>
            <a:gdLst>
              <a:gd name="T0" fmla="*/ 99 w 218"/>
              <a:gd name="T1" fmla="*/ 0 h 215"/>
              <a:gd name="T2" fmla="*/ 78 w 218"/>
              <a:gd name="T3" fmla="*/ 6 h 215"/>
              <a:gd name="T4" fmla="*/ 56 w 218"/>
              <a:gd name="T5" fmla="*/ 14 h 215"/>
              <a:gd name="T6" fmla="*/ 40 w 218"/>
              <a:gd name="T7" fmla="*/ 25 h 215"/>
              <a:gd name="T8" fmla="*/ 24 w 218"/>
              <a:gd name="T9" fmla="*/ 41 h 215"/>
              <a:gd name="T10" fmla="*/ 13 w 218"/>
              <a:gd name="T11" fmla="*/ 57 h 215"/>
              <a:gd name="T12" fmla="*/ 5 w 218"/>
              <a:gd name="T13" fmla="*/ 76 h 215"/>
              <a:gd name="T14" fmla="*/ 0 w 218"/>
              <a:gd name="T15" fmla="*/ 97 h 215"/>
              <a:gd name="T16" fmla="*/ 0 w 218"/>
              <a:gd name="T17" fmla="*/ 118 h 215"/>
              <a:gd name="T18" fmla="*/ 5 w 218"/>
              <a:gd name="T19" fmla="*/ 140 h 215"/>
              <a:gd name="T20" fmla="*/ 13 w 218"/>
              <a:gd name="T21" fmla="*/ 159 h 215"/>
              <a:gd name="T22" fmla="*/ 24 w 218"/>
              <a:gd name="T23" fmla="*/ 175 h 215"/>
              <a:gd name="T24" fmla="*/ 40 w 218"/>
              <a:gd name="T25" fmla="*/ 191 h 215"/>
              <a:gd name="T26" fmla="*/ 56 w 218"/>
              <a:gd name="T27" fmla="*/ 202 h 215"/>
              <a:gd name="T28" fmla="*/ 78 w 218"/>
              <a:gd name="T29" fmla="*/ 210 h 215"/>
              <a:gd name="T30" fmla="*/ 99 w 218"/>
              <a:gd name="T31" fmla="*/ 215 h 215"/>
              <a:gd name="T32" fmla="*/ 121 w 218"/>
              <a:gd name="T33" fmla="*/ 215 h 215"/>
              <a:gd name="T34" fmla="*/ 142 w 218"/>
              <a:gd name="T35" fmla="*/ 210 h 215"/>
              <a:gd name="T36" fmla="*/ 161 w 218"/>
              <a:gd name="T37" fmla="*/ 202 h 215"/>
              <a:gd name="T38" fmla="*/ 177 w 218"/>
              <a:gd name="T39" fmla="*/ 191 h 215"/>
              <a:gd name="T40" fmla="*/ 193 w 218"/>
              <a:gd name="T41" fmla="*/ 175 h 215"/>
              <a:gd name="T42" fmla="*/ 204 w 218"/>
              <a:gd name="T43" fmla="*/ 159 h 215"/>
              <a:gd name="T44" fmla="*/ 212 w 218"/>
              <a:gd name="T45" fmla="*/ 140 h 215"/>
              <a:gd name="T46" fmla="*/ 218 w 218"/>
              <a:gd name="T47" fmla="*/ 118 h 215"/>
              <a:gd name="T48" fmla="*/ 218 w 218"/>
              <a:gd name="T49" fmla="*/ 97 h 215"/>
              <a:gd name="T50" fmla="*/ 212 w 218"/>
              <a:gd name="T51" fmla="*/ 76 h 215"/>
              <a:gd name="T52" fmla="*/ 204 w 218"/>
              <a:gd name="T53" fmla="*/ 57 h 215"/>
              <a:gd name="T54" fmla="*/ 193 w 218"/>
              <a:gd name="T55" fmla="*/ 41 h 215"/>
              <a:gd name="T56" fmla="*/ 177 w 218"/>
              <a:gd name="T57" fmla="*/ 25 h 215"/>
              <a:gd name="T58" fmla="*/ 161 w 218"/>
              <a:gd name="T59" fmla="*/ 14 h 215"/>
              <a:gd name="T60" fmla="*/ 142 w 218"/>
              <a:gd name="T61" fmla="*/ 6 h 215"/>
              <a:gd name="T62" fmla="*/ 121 w 218"/>
              <a:gd name="T63" fmla="*/ 0 h 2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5"/>
              <a:gd name="T98" fmla="*/ 218 w 218"/>
              <a:gd name="T99" fmla="*/ 215 h 2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5">
                <a:moveTo>
                  <a:pt x="110" y="0"/>
                </a:moveTo>
                <a:lnTo>
                  <a:pt x="99" y="0"/>
                </a:lnTo>
                <a:lnTo>
                  <a:pt x="88" y="3"/>
                </a:lnTo>
                <a:lnTo>
                  <a:pt x="78" y="6"/>
                </a:lnTo>
                <a:lnTo>
                  <a:pt x="67" y="9"/>
                </a:lnTo>
                <a:lnTo>
                  <a:pt x="56" y="14"/>
                </a:lnTo>
                <a:lnTo>
                  <a:pt x="48" y="19"/>
                </a:lnTo>
                <a:lnTo>
                  <a:pt x="40" y="25"/>
                </a:lnTo>
                <a:lnTo>
                  <a:pt x="32" y="33"/>
                </a:lnTo>
                <a:lnTo>
                  <a:pt x="24" y="41"/>
                </a:lnTo>
                <a:lnTo>
                  <a:pt x="18" y="49"/>
                </a:lnTo>
                <a:lnTo>
                  <a:pt x="13" y="57"/>
                </a:lnTo>
                <a:lnTo>
                  <a:pt x="8" y="65"/>
                </a:lnTo>
                <a:lnTo>
                  <a:pt x="5" y="76"/>
                </a:lnTo>
                <a:lnTo>
                  <a:pt x="2" y="86"/>
                </a:lnTo>
                <a:lnTo>
                  <a:pt x="0" y="97"/>
                </a:lnTo>
                <a:lnTo>
                  <a:pt x="0" y="108"/>
                </a:lnTo>
                <a:lnTo>
                  <a:pt x="0" y="118"/>
                </a:lnTo>
                <a:lnTo>
                  <a:pt x="2" y="129"/>
                </a:lnTo>
                <a:lnTo>
                  <a:pt x="5" y="140"/>
                </a:lnTo>
                <a:lnTo>
                  <a:pt x="8" y="151"/>
                </a:lnTo>
                <a:lnTo>
                  <a:pt x="13" y="159"/>
                </a:lnTo>
                <a:lnTo>
                  <a:pt x="18" y="167"/>
                </a:lnTo>
                <a:lnTo>
                  <a:pt x="24" y="175"/>
                </a:lnTo>
                <a:lnTo>
                  <a:pt x="32" y="183"/>
                </a:lnTo>
                <a:lnTo>
                  <a:pt x="40" y="191"/>
                </a:lnTo>
                <a:lnTo>
                  <a:pt x="48" y="196"/>
                </a:lnTo>
                <a:lnTo>
                  <a:pt x="56" y="202"/>
                </a:lnTo>
                <a:lnTo>
                  <a:pt x="67" y="207"/>
                </a:lnTo>
                <a:lnTo>
                  <a:pt x="78" y="210"/>
                </a:lnTo>
                <a:lnTo>
                  <a:pt x="88" y="212"/>
                </a:lnTo>
                <a:lnTo>
                  <a:pt x="99" y="215"/>
                </a:lnTo>
                <a:lnTo>
                  <a:pt x="110" y="215"/>
                </a:lnTo>
                <a:lnTo>
                  <a:pt x="121" y="215"/>
                </a:lnTo>
                <a:lnTo>
                  <a:pt x="131" y="212"/>
                </a:lnTo>
                <a:lnTo>
                  <a:pt x="142" y="210"/>
                </a:lnTo>
                <a:lnTo>
                  <a:pt x="153" y="207"/>
                </a:lnTo>
                <a:lnTo>
                  <a:pt x="161" y="202"/>
                </a:lnTo>
                <a:lnTo>
                  <a:pt x="169" y="196"/>
                </a:lnTo>
                <a:lnTo>
                  <a:pt x="177" y="191"/>
                </a:lnTo>
                <a:lnTo>
                  <a:pt x="185" y="183"/>
                </a:lnTo>
                <a:lnTo>
                  <a:pt x="193" y="175"/>
                </a:lnTo>
                <a:lnTo>
                  <a:pt x="199" y="167"/>
                </a:lnTo>
                <a:lnTo>
                  <a:pt x="204" y="159"/>
                </a:lnTo>
                <a:lnTo>
                  <a:pt x="209" y="151"/>
                </a:lnTo>
                <a:lnTo>
                  <a:pt x="212" y="140"/>
                </a:lnTo>
                <a:lnTo>
                  <a:pt x="215" y="129"/>
                </a:lnTo>
                <a:lnTo>
                  <a:pt x="218" y="118"/>
                </a:lnTo>
                <a:lnTo>
                  <a:pt x="218" y="108"/>
                </a:lnTo>
                <a:lnTo>
                  <a:pt x="218" y="97"/>
                </a:lnTo>
                <a:lnTo>
                  <a:pt x="215" y="86"/>
                </a:lnTo>
                <a:lnTo>
                  <a:pt x="212" y="76"/>
                </a:lnTo>
                <a:lnTo>
                  <a:pt x="209" y="65"/>
                </a:lnTo>
                <a:lnTo>
                  <a:pt x="204" y="57"/>
                </a:lnTo>
                <a:lnTo>
                  <a:pt x="199" y="49"/>
                </a:lnTo>
                <a:lnTo>
                  <a:pt x="193" y="41"/>
                </a:lnTo>
                <a:lnTo>
                  <a:pt x="185" y="33"/>
                </a:lnTo>
                <a:lnTo>
                  <a:pt x="177" y="25"/>
                </a:lnTo>
                <a:lnTo>
                  <a:pt x="169" y="19"/>
                </a:lnTo>
                <a:lnTo>
                  <a:pt x="161" y="14"/>
                </a:lnTo>
                <a:lnTo>
                  <a:pt x="153" y="9"/>
                </a:lnTo>
                <a:lnTo>
                  <a:pt x="142" y="6"/>
                </a:lnTo>
                <a:lnTo>
                  <a:pt x="131" y="3"/>
                </a:lnTo>
                <a:lnTo>
                  <a:pt x="121" y="0"/>
                </a:lnTo>
                <a:lnTo>
                  <a:pt x="110"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4" name="Rectangle 15">
            <a:extLst>
              <a:ext uri="{FF2B5EF4-FFF2-40B4-BE49-F238E27FC236}">
                <a16:creationId xmlns:a16="http://schemas.microsoft.com/office/drawing/2014/main" id="{C1F5C79B-2FE7-554C-A52F-9036F9664224}"/>
              </a:ext>
            </a:extLst>
          </p:cNvPr>
          <p:cNvSpPr>
            <a:spLocks noChangeArrowheads="1"/>
          </p:cNvSpPr>
          <p:nvPr/>
        </p:nvSpPr>
        <p:spPr bwMode="auto">
          <a:xfrm>
            <a:off x="2196237" y="2009324"/>
            <a:ext cx="22923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w</a:t>
            </a:r>
            <a:endParaRPr lang="en-US" sz="2000" b="1">
              <a:solidFill>
                <a:schemeClr val="bg1"/>
              </a:solidFill>
            </a:endParaRPr>
          </a:p>
        </p:txBody>
      </p:sp>
      <p:sp>
        <p:nvSpPr>
          <p:cNvPr id="245" name="Rectangle 16">
            <a:extLst>
              <a:ext uri="{FF2B5EF4-FFF2-40B4-BE49-F238E27FC236}">
                <a16:creationId xmlns:a16="http://schemas.microsoft.com/office/drawing/2014/main" id="{99072FE5-38EC-F64C-B60E-F3D505CCE338}"/>
              </a:ext>
            </a:extLst>
          </p:cNvPr>
          <p:cNvSpPr>
            <a:spLocks noChangeArrowheads="1"/>
          </p:cNvSpPr>
          <p:nvPr/>
        </p:nvSpPr>
        <p:spPr bwMode="auto">
          <a:xfrm>
            <a:off x="2419981" y="2083844"/>
            <a:ext cx="49213" cy="212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400">
                <a:solidFill>
                  <a:srgbClr val="000000"/>
                </a:solidFill>
              </a:rPr>
              <a:t> </a:t>
            </a:r>
            <a:endParaRPr lang="en-US"/>
          </a:p>
        </p:txBody>
      </p:sp>
      <p:grpSp>
        <p:nvGrpSpPr>
          <p:cNvPr id="2" name="Group 1">
            <a:extLst>
              <a:ext uri="{FF2B5EF4-FFF2-40B4-BE49-F238E27FC236}">
                <a16:creationId xmlns:a16="http://schemas.microsoft.com/office/drawing/2014/main" id="{C44E66DA-DCC6-7F44-AC06-FAE5FC3E60BF}"/>
              </a:ext>
            </a:extLst>
          </p:cNvPr>
          <p:cNvGrpSpPr/>
          <p:nvPr/>
        </p:nvGrpSpPr>
        <p:grpSpPr>
          <a:xfrm>
            <a:off x="2950206" y="1990648"/>
            <a:ext cx="892175" cy="579438"/>
            <a:chOff x="2950206" y="1990648"/>
            <a:chExt cx="892175" cy="579438"/>
          </a:xfrm>
        </p:grpSpPr>
        <p:sp>
          <p:nvSpPr>
            <p:cNvPr id="237" name="Freeform 8">
              <a:extLst>
                <a:ext uri="{FF2B5EF4-FFF2-40B4-BE49-F238E27FC236}">
                  <a16:creationId xmlns:a16="http://schemas.microsoft.com/office/drawing/2014/main" id="{FDB92971-5732-AB45-AC0C-7FEBEABF41CF}"/>
                </a:ext>
              </a:extLst>
            </p:cNvPr>
            <p:cNvSpPr>
              <a:spLocks/>
            </p:cNvSpPr>
            <p:nvPr/>
          </p:nvSpPr>
          <p:spPr bwMode="auto">
            <a:xfrm>
              <a:off x="2950206" y="1990648"/>
              <a:ext cx="892175" cy="579438"/>
            </a:xfrm>
            <a:custGeom>
              <a:avLst/>
              <a:gdLst>
                <a:gd name="T0" fmla="*/ 148 w 562"/>
                <a:gd name="T1" fmla="*/ 5 h 365"/>
                <a:gd name="T2" fmla="*/ 121 w 562"/>
                <a:gd name="T3" fmla="*/ 11 h 365"/>
                <a:gd name="T4" fmla="*/ 94 w 562"/>
                <a:gd name="T5" fmla="*/ 21 h 365"/>
                <a:gd name="T6" fmla="*/ 70 w 562"/>
                <a:gd name="T7" fmla="*/ 37 h 365"/>
                <a:gd name="T8" fmla="*/ 46 w 562"/>
                <a:gd name="T9" fmla="*/ 62 h 365"/>
                <a:gd name="T10" fmla="*/ 24 w 562"/>
                <a:gd name="T11" fmla="*/ 91 h 365"/>
                <a:gd name="T12" fmla="*/ 8 w 562"/>
                <a:gd name="T13" fmla="*/ 121 h 365"/>
                <a:gd name="T14" fmla="*/ 3 w 562"/>
                <a:gd name="T15" fmla="*/ 137 h 365"/>
                <a:gd name="T16" fmla="*/ 0 w 562"/>
                <a:gd name="T17" fmla="*/ 150 h 365"/>
                <a:gd name="T18" fmla="*/ 0 w 562"/>
                <a:gd name="T19" fmla="*/ 166 h 365"/>
                <a:gd name="T20" fmla="*/ 3 w 562"/>
                <a:gd name="T21" fmla="*/ 182 h 365"/>
                <a:gd name="T22" fmla="*/ 19 w 562"/>
                <a:gd name="T23" fmla="*/ 212 h 365"/>
                <a:gd name="T24" fmla="*/ 38 w 562"/>
                <a:gd name="T25" fmla="*/ 244 h 365"/>
                <a:gd name="T26" fmla="*/ 59 w 562"/>
                <a:gd name="T27" fmla="*/ 271 h 365"/>
                <a:gd name="T28" fmla="*/ 81 w 562"/>
                <a:gd name="T29" fmla="*/ 295 h 365"/>
                <a:gd name="T30" fmla="*/ 105 w 562"/>
                <a:gd name="T31" fmla="*/ 319 h 365"/>
                <a:gd name="T32" fmla="*/ 119 w 562"/>
                <a:gd name="T33" fmla="*/ 327 h 365"/>
                <a:gd name="T34" fmla="*/ 137 w 562"/>
                <a:gd name="T35" fmla="*/ 335 h 365"/>
                <a:gd name="T36" fmla="*/ 156 w 562"/>
                <a:gd name="T37" fmla="*/ 343 h 365"/>
                <a:gd name="T38" fmla="*/ 183 w 562"/>
                <a:gd name="T39" fmla="*/ 349 h 365"/>
                <a:gd name="T40" fmla="*/ 199 w 562"/>
                <a:gd name="T41" fmla="*/ 351 h 365"/>
                <a:gd name="T42" fmla="*/ 240 w 562"/>
                <a:gd name="T43" fmla="*/ 357 h 365"/>
                <a:gd name="T44" fmla="*/ 285 w 562"/>
                <a:gd name="T45" fmla="*/ 359 h 365"/>
                <a:gd name="T46" fmla="*/ 334 w 562"/>
                <a:gd name="T47" fmla="*/ 362 h 365"/>
                <a:gd name="T48" fmla="*/ 385 w 562"/>
                <a:gd name="T49" fmla="*/ 365 h 365"/>
                <a:gd name="T50" fmla="*/ 433 w 562"/>
                <a:gd name="T51" fmla="*/ 362 h 365"/>
                <a:gd name="T52" fmla="*/ 476 w 562"/>
                <a:gd name="T53" fmla="*/ 354 h 365"/>
                <a:gd name="T54" fmla="*/ 503 w 562"/>
                <a:gd name="T55" fmla="*/ 346 h 365"/>
                <a:gd name="T56" fmla="*/ 519 w 562"/>
                <a:gd name="T57" fmla="*/ 338 h 365"/>
                <a:gd name="T58" fmla="*/ 530 w 562"/>
                <a:gd name="T59" fmla="*/ 327 h 365"/>
                <a:gd name="T60" fmla="*/ 544 w 562"/>
                <a:gd name="T61" fmla="*/ 308 h 365"/>
                <a:gd name="T62" fmla="*/ 554 w 562"/>
                <a:gd name="T63" fmla="*/ 276 h 365"/>
                <a:gd name="T64" fmla="*/ 560 w 562"/>
                <a:gd name="T65" fmla="*/ 239 h 365"/>
                <a:gd name="T66" fmla="*/ 562 w 562"/>
                <a:gd name="T67" fmla="*/ 196 h 365"/>
                <a:gd name="T68" fmla="*/ 560 w 562"/>
                <a:gd name="T69" fmla="*/ 155 h 365"/>
                <a:gd name="T70" fmla="*/ 557 w 562"/>
                <a:gd name="T71" fmla="*/ 115 h 365"/>
                <a:gd name="T72" fmla="*/ 552 w 562"/>
                <a:gd name="T73" fmla="*/ 80 h 365"/>
                <a:gd name="T74" fmla="*/ 549 w 562"/>
                <a:gd name="T75" fmla="*/ 62 h 365"/>
                <a:gd name="T76" fmla="*/ 546 w 562"/>
                <a:gd name="T77" fmla="*/ 48 h 365"/>
                <a:gd name="T78" fmla="*/ 541 w 562"/>
                <a:gd name="T79" fmla="*/ 32 h 365"/>
                <a:gd name="T80" fmla="*/ 533 w 562"/>
                <a:gd name="T81" fmla="*/ 24 h 365"/>
                <a:gd name="T82" fmla="*/ 525 w 562"/>
                <a:gd name="T83" fmla="*/ 19 h 365"/>
                <a:gd name="T84" fmla="*/ 509 w 562"/>
                <a:gd name="T85" fmla="*/ 16 h 365"/>
                <a:gd name="T86" fmla="*/ 482 w 562"/>
                <a:gd name="T87" fmla="*/ 16 h 365"/>
                <a:gd name="T88" fmla="*/ 458 w 562"/>
                <a:gd name="T89" fmla="*/ 16 h 365"/>
                <a:gd name="T90" fmla="*/ 431 w 562"/>
                <a:gd name="T91" fmla="*/ 13 h 365"/>
                <a:gd name="T92" fmla="*/ 388 w 562"/>
                <a:gd name="T93" fmla="*/ 13 h 365"/>
                <a:gd name="T94" fmla="*/ 342 w 562"/>
                <a:gd name="T95" fmla="*/ 16 h 365"/>
                <a:gd name="T96" fmla="*/ 301 w 562"/>
                <a:gd name="T97" fmla="*/ 16 h 365"/>
                <a:gd name="T98" fmla="*/ 264 w 562"/>
                <a:gd name="T99" fmla="*/ 13 h 365"/>
                <a:gd name="T100" fmla="*/ 229 w 562"/>
                <a:gd name="T101" fmla="*/ 5 h 365"/>
                <a:gd name="T102" fmla="*/ 199 w 562"/>
                <a:gd name="T103" fmla="*/ 0 h 365"/>
                <a:gd name="T104" fmla="*/ 183 w 562"/>
                <a:gd name="T105" fmla="*/ 0 h 36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2"/>
                <a:gd name="T160" fmla="*/ 0 h 365"/>
                <a:gd name="T161" fmla="*/ 562 w 562"/>
                <a:gd name="T162" fmla="*/ 365 h 36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2" h="365">
                  <a:moveTo>
                    <a:pt x="178" y="0"/>
                  </a:moveTo>
                  <a:lnTo>
                    <a:pt x="148" y="5"/>
                  </a:lnTo>
                  <a:lnTo>
                    <a:pt x="135" y="8"/>
                  </a:lnTo>
                  <a:lnTo>
                    <a:pt x="121" y="11"/>
                  </a:lnTo>
                  <a:lnTo>
                    <a:pt x="108" y="16"/>
                  </a:lnTo>
                  <a:lnTo>
                    <a:pt x="94" y="21"/>
                  </a:lnTo>
                  <a:lnTo>
                    <a:pt x="81" y="29"/>
                  </a:lnTo>
                  <a:lnTo>
                    <a:pt x="70" y="37"/>
                  </a:lnTo>
                  <a:lnTo>
                    <a:pt x="59" y="48"/>
                  </a:lnTo>
                  <a:lnTo>
                    <a:pt x="46" y="62"/>
                  </a:lnTo>
                  <a:lnTo>
                    <a:pt x="35" y="75"/>
                  </a:lnTo>
                  <a:lnTo>
                    <a:pt x="24" y="91"/>
                  </a:lnTo>
                  <a:lnTo>
                    <a:pt x="16" y="104"/>
                  </a:lnTo>
                  <a:lnTo>
                    <a:pt x="8" y="121"/>
                  </a:lnTo>
                  <a:lnTo>
                    <a:pt x="6" y="129"/>
                  </a:lnTo>
                  <a:lnTo>
                    <a:pt x="3" y="137"/>
                  </a:lnTo>
                  <a:lnTo>
                    <a:pt x="0" y="142"/>
                  </a:lnTo>
                  <a:lnTo>
                    <a:pt x="0" y="150"/>
                  </a:lnTo>
                  <a:lnTo>
                    <a:pt x="0" y="158"/>
                  </a:lnTo>
                  <a:lnTo>
                    <a:pt x="0" y="166"/>
                  </a:lnTo>
                  <a:lnTo>
                    <a:pt x="3" y="174"/>
                  </a:lnTo>
                  <a:lnTo>
                    <a:pt x="3" y="182"/>
                  </a:lnTo>
                  <a:lnTo>
                    <a:pt x="11" y="196"/>
                  </a:lnTo>
                  <a:lnTo>
                    <a:pt x="19" y="212"/>
                  </a:lnTo>
                  <a:lnTo>
                    <a:pt x="27" y="228"/>
                  </a:lnTo>
                  <a:lnTo>
                    <a:pt x="38" y="244"/>
                  </a:lnTo>
                  <a:lnTo>
                    <a:pt x="49" y="257"/>
                  </a:lnTo>
                  <a:lnTo>
                    <a:pt x="59" y="271"/>
                  </a:lnTo>
                  <a:lnTo>
                    <a:pt x="70" y="284"/>
                  </a:lnTo>
                  <a:lnTo>
                    <a:pt x="81" y="295"/>
                  </a:lnTo>
                  <a:lnTo>
                    <a:pt x="92" y="306"/>
                  </a:lnTo>
                  <a:lnTo>
                    <a:pt x="105" y="319"/>
                  </a:lnTo>
                  <a:lnTo>
                    <a:pt x="110" y="322"/>
                  </a:lnTo>
                  <a:lnTo>
                    <a:pt x="119" y="327"/>
                  </a:lnTo>
                  <a:lnTo>
                    <a:pt x="127" y="332"/>
                  </a:lnTo>
                  <a:lnTo>
                    <a:pt x="137" y="335"/>
                  </a:lnTo>
                  <a:lnTo>
                    <a:pt x="145" y="340"/>
                  </a:lnTo>
                  <a:lnTo>
                    <a:pt x="156" y="343"/>
                  </a:lnTo>
                  <a:lnTo>
                    <a:pt x="170" y="346"/>
                  </a:lnTo>
                  <a:lnTo>
                    <a:pt x="183" y="349"/>
                  </a:lnTo>
                  <a:lnTo>
                    <a:pt x="191" y="349"/>
                  </a:lnTo>
                  <a:lnTo>
                    <a:pt x="199" y="351"/>
                  </a:lnTo>
                  <a:lnTo>
                    <a:pt x="218" y="354"/>
                  </a:lnTo>
                  <a:lnTo>
                    <a:pt x="240" y="357"/>
                  </a:lnTo>
                  <a:lnTo>
                    <a:pt x="261" y="357"/>
                  </a:lnTo>
                  <a:lnTo>
                    <a:pt x="285" y="359"/>
                  </a:lnTo>
                  <a:lnTo>
                    <a:pt x="310" y="362"/>
                  </a:lnTo>
                  <a:lnTo>
                    <a:pt x="334" y="362"/>
                  </a:lnTo>
                  <a:lnTo>
                    <a:pt x="361" y="365"/>
                  </a:lnTo>
                  <a:lnTo>
                    <a:pt x="385" y="365"/>
                  </a:lnTo>
                  <a:lnTo>
                    <a:pt x="409" y="362"/>
                  </a:lnTo>
                  <a:lnTo>
                    <a:pt x="433" y="362"/>
                  </a:lnTo>
                  <a:lnTo>
                    <a:pt x="458" y="359"/>
                  </a:lnTo>
                  <a:lnTo>
                    <a:pt x="476" y="354"/>
                  </a:lnTo>
                  <a:lnTo>
                    <a:pt x="495" y="349"/>
                  </a:lnTo>
                  <a:lnTo>
                    <a:pt x="503" y="346"/>
                  </a:lnTo>
                  <a:lnTo>
                    <a:pt x="511" y="340"/>
                  </a:lnTo>
                  <a:lnTo>
                    <a:pt x="519" y="338"/>
                  </a:lnTo>
                  <a:lnTo>
                    <a:pt x="525" y="332"/>
                  </a:lnTo>
                  <a:lnTo>
                    <a:pt x="530" y="327"/>
                  </a:lnTo>
                  <a:lnTo>
                    <a:pt x="536" y="322"/>
                  </a:lnTo>
                  <a:lnTo>
                    <a:pt x="544" y="308"/>
                  </a:lnTo>
                  <a:lnTo>
                    <a:pt x="549" y="295"/>
                  </a:lnTo>
                  <a:lnTo>
                    <a:pt x="554" y="276"/>
                  </a:lnTo>
                  <a:lnTo>
                    <a:pt x="557" y="257"/>
                  </a:lnTo>
                  <a:lnTo>
                    <a:pt x="560" y="239"/>
                  </a:lnTo>
                  <a:lnTo>
                    <a:pt x="562" y="217"/>
                  </a:lnTo>
                  <a:lnTo>
                    <a:pt x="562" y="196"/>
                  </a:lnTo>
                  <a:lnTo>
                    <a:pt x="562" y="174"/>
                  </a:lnTo>
                  <a:lnTo>
                    <a:pt x="560" y="155"/>
                  </a:lnTo>
                  <a:lnTo>
                    <a:pt x="560" y="134"/>
                  </a:lnTo>
                  <a:lnTo>
                    <a:pt x="557" y="115"/>
                  </a:lnTo>
                  <a:lnTo>
                    <a:pt x="554" y="96"/>
                  </a:lnTo>
                  <a:lnTo>
                    <a:pt x="552" y="80"/>
                  </a:lnTo>
                  <a:lnTo>
                    <a:pt x="552" y="67"/>
                  </a:lnTo>
                  <a:lnTo>
                    <a:pt x="549" y="62"/>
                  </a:lnTo>
                  <a:lnTo>
                    <a:pt x="549" y="56"/>
                  </a:lnTo>
                  <a:lnTo>
                    <a:pt x="546" y="48"/>
                  </a:lnTo>
                  <a:lnTo>
                    <a:pt x="544" y="40"/>
                  </a:lnTo>
                  <a:lnTo>
                    <a:pt x="541" y="32"/>
                  </a:lnTo>
                  <a:lnTo>
                    <a:pt x="538" y="29"/>
                  </a:lnTo>
                  <a:lnTo>
                    <a:pt x="533" y="24"/>
                  </a:lnTo>
                  <a:lnTo>
                    <a:pt x="530" y="21"/>
                  </a:lnTo>
                  <a:lnTo>
                    <a:pt x="525" y="19"/>
                  </a:lnTo>
                  <a:lnTo>
                    <a:pt x="519" y="19"/>
                  </a:lnTo>
                  <a:lnTo>
                    <a:pt x="509" y="16"/>
                  </a:lnTo>
                  <a:lnTo>
                    <a:pt x="495" y="16"/>
                  </a:lnTo>
                  <a:lnTo>
                    <a:pt x="482" y="16"/>
                  </a:lnTo>
                  <a:lnTo>
                    <a:pt x="466" y="16"/>
                  </a:lnTo>
                  <a:lnTo>
                    <a:pt x="458" y="16"/>
                  </a:lnTo>
                  <a:lnTo>
                    <a:pt x="449" y="13"/>
                  </a:lnTo>
                  <a:lnTo>
                    <a:pt x="431" y="13"/>
                  </a:lnTo>
                  <a:lnTo>
                    <a:pt x="409" y="13"/>
                  </a:lnTo>
                  <a:lnTo>
                    <a:pt x="388" y="13"/>
                  </a:lnTo>
                  <a:lnTo>
                    <a:pt x="363" y="16"/>
                  </a:lnTo>
                  <a:lnTo>
                    <a:pt x="342" y="16"/>
                  </a:lnTo>
                  <a:lnTo>
                    <a:pt x="320" y="16"/>
                  </a:lnTo>
                  <a:lnTo>
                    <a:pt x="301" y="16"/>
                  </a:lnTo>
                  <a:lnTo>
                    <a:pt x="283" y="13"/>
                  </a:lnTo>
                  <a:lnTo>
                    <a:pt x="264" y="13"/>
                  </a:lnTo>
                  <a:lnTo>
                    <a:pt x="248" y="8"/>
                  </a:lnTo>
                  <a:lnTo>
                    <a:pt x="229" y="5"/>
                  </a:lnTo>
                  <a:lnTo>
                    <a:pt x="213" y="3"/>
                  </a:lnTo>
                  <a:lnTo>
                    <a:pt x="199" y="0"/>
                  </a:lnTo>
                  <a:lnTo>
                    <a:pt x="188" y="0"/>
                  </a:lnTo>
                  <a:lnTo>
                    <a:pt x="183" y="0"/>
                  </a:lnTo>
                  <a:lnTo>
                    <a:pt x="17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8" name="Rectangle 9">
              <a:extLst>
                <a:ext uri="{FF2B5EF4-FFF2-40B4-BE49-F238E27FC236}">
                  <a16:creationId xmlns:a16="http://schemas.microsoft.com/office/drawing/2014/main" id="{1EB1CCD9-1976-AB44-A2DC-E6F2E6A85DB9}"/>
                </a:ext>
              </a:extLst>
            </p:cNvPr>
            <p:cNvSpPr>
              <a:spLocks noChangeArrowheads="1"/>
            </p:cNvSpPr>
            <p:nvPr/>
          </p:nvSpPr>
          <p:spPr bwMode="auto">
            <a:xfrm flipH="1">
              <a:off x="3314700" y="2056297"/>
              <a:ext cx="333025"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sz="2800" b="1">
                  <a:solidFill>
                    <a:schemeClr val="bg1"/>
                  </a:solidFill>
                </a:rPr>
                <a:t>A</a:t>
              </a:r>
            </a:p>
          </p:txBody>
        </p:sp>
      </p:grpSp>
      <p:cxnSp>
        <p:nvCxnSpPr>
          <p:cNvPr id="278" name="Straight Connector 277">
            <a:extLst>
              <a:ext uri="{FF2B5EF4-FFF2-40B4-BE49-F238E27FC236}">
                <a16:creationId xmlns:a16="http://schemas.microsoft.com/office/drawing/2014/main" id="{E2BBCBDF-DF9E-124A-9B86-A7AD76416AA3}"/>
              </a:ext>
            </a:extLst>
          </p:cNvPr>
          <p:cNvCxnSpPr/>
          <p:nvPr/>
        </p:nvCxnSpPr>
        <p:spPr>
          <a:xfrm flipH="1">
            <a:off x="4921623" y="2841812"/>
            <a:ext cx="61856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Freeform 19">
            <a:extLst>
              <a:ext uri="{FF2B5EF4-FFF2-40B4-BE49-F238E27FC236}">
                <a16:creationId xmlns:a16="http://schemas.microsoft.com/office/drawing/2014/main" id="{723A073B-FC90-9C4B-AFAC-D8CF166CBB28}"/>
              </a:ext>
            </a:extLst>
          </p:cNvPr>
          <p:cNvSpPr>
            <a:spLocks/>
          </p:cNvSpPr>
          <p:nvPr/>
        </p:nvSpPr>
        <p:spPr bwMode="auto">
          <a:xfrm>
            <a:off x="5503279" y="2665056"/>
            <a:ext cx="346075" cy="336550"/>
          </a:xfrm>
          <a:custGeom>
            <a:avLst/>
            <a:gdLst>
              <a:gd name="T0" fmla="*/ 97 w 218"/>
              <a:gd name="T1" fmla="*/ 0 h 212"/>
              <a:gd name="T2" fmla="*/ 75 w 218"/>
              <a:gd name="T3" fmla="*/ 6 h 212"/>
              <a:gd name="T4" fmla="*/ 56 w 218"/>
              <a:gd name="T5" fmla="*/ 14 h 212"/>
              <a:gd name="T6" fmla="*/ 40 w 218"/>
              <a:gd name="T7" fmla="*/ 24 h 212"/>
              <a:gd name="T8" fmla="*/ 24 w 218"/>
              <a:gd name="T9" fmla="*/ 38 h 212"/>
              <a:gd name="T10" fmla="*/ 13 w 218"/>
              <a:gd name="T11" fmla="*/ 54 h 212"/>
              <a:gd name="T12" fmla="*/ 5 w 218"/>
              <a:gd name="T13" fmla="*/ 73 h 212"/>
              <a:gd name="T14" fmla="*/ 0 w 218"/>
              <a:gd name="T15" fmla="*/ 94 h 212"/>
              <a:gd name="T16" fmla="*/ 0 w 218"/>
              <a:gd name="T17" fmla="*/ 116 h 212"/>
              <a:gd name="T18" fmla="*/ 5 w 218"/>
              <a:gd name="T19" fmla="*/ 137 h 212"/>
              <a:gd name="T20" fmla="*/ 13 w 218"/>
              <a:gd name="T21" fmla="*/ 156 h 212"/>
              <a:gd name="T22" fmla="*/ 24 w 218"/>
              <a:gd name="T23" fmla="*/ 172 h 212"/>
              <a:gd name="T24" fmla="*/ 40 w 218"/>
              <a:gd name="T25" fmla="*/ 188 h 212"/>
              <a:gd name="T26" fmla="*/ 56 w 218"/>
              <a:gd name="T27" fmla="*/ 199 h 212"/>
              <a:gd name="T28" fmla="*/ 75 w 218"/>
              <a:gd name="T29" fmla="*/ 207 h 212"/>
              <a:gd name="T30" fmla="*/ 97 w 218"/>
              <a:gd name="T31" fmla="*/ 212 h 212"/>
              <a:gd name="T32" fmla="*/ 118 w 218"/>
              <a:gd name="T33" fmla="*/ 212 h 212"/>
              <a:gd name="T34" fmla="*/ 140 w 218"/>
              <a:gd name="T35" fmla="*/ 207 h 212"/>
              <a:gd name="T36" fmla="*/ 161 w 218"/>
              <a:gd name="T37" fmla="*/ 199 h 212"/>
              <a:gd name="T38" fmla="*/ 178 w 218"/>
              <a:gd name="T39" fmla="*/ 188 h 212"/>
              <a:gd name="T40" fmla="*/ 194 w 218"/>
              <a:gd name="T41" fmla="*/ 172 h 212"/>
              <a:gd name="T42" fmla="*/ 204 w 218"/>
              <a:gd name="T43" fmla="*/ 156 h 212"/>
              <a:gd name="T44" fmla="*/ 213 w 218"/>
              <a:gd name="T45" fmla="*/ 137 h 212"/>
              <a:gd name="T46" fmla="*/ 218 w 218"/>
              <a:gd name="T47" fmla="*/ 116 h 212"/>
              <a:gd name="T48" fmla="*/ 218 w 218"/>
              <a:gd name="T49" fmla="*/ 94 h 212"/>
              <a:gd name="T50" fmla="*/ 213 w 218"/>
              <a:gd name="T51" fmla="*/ 73 h 212"/>
              <a:gd name="T52" fmla="*/ 204 w 218"/>
              <a:gd name="T53" fmla="*/ 54 h 212"/>
              <a:gd name="T54" fmla="*/ 194 w 218"/>
              <a:gd name="T55" fmla="*/ 38 h 212"/>
              <a:gd name="T56" fmla="*/ 178 w 218"/>
              <a:gd name="T57" fmla="*/ 24 h 212"/>
              <a:gd name="T58" fmla="*/ 161 w 218"/>
              <a:gd name="T59" fmla="*/ 14 h 212"/>
              <a:gd name="T60" fmla="*/ 140 w 218"/>
              <a:gd name="T61" fmla="*/ 6 h 212"/>
              <a:gd name="T62" fmla="*/ 118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08" y="0"/>
                </a:moveTo>
                <a:lnTo>
                  <a:pt x="97" y="0"/>
                </a:lnTo>
                <a:lnTo>
                  <a:pt x="86" y="3"/>
                </a:lnTo>
                <a:lnTo>
                  <a:pt x="75" y="6"/>
                </a:lnTo>
                <a:lnTo>
                  <a:pt x="65" y="8"/>
                </a:lnTo>
                <a:lnTo>
                  <a:pt x="56" y="14"/>
                </a:lnTo>
                <a:lnTo>
                  <a:pt x="48" y="19"/>
                </a:lnTo>
                <a:lnTo>
                  <a:pt x="40" y="24"/>
                </a:lnTo>
                <a:lnTo>
                  <a:pt x="32" y="30"/>
                </a:lnTo>
                <a:lnTo>
                  <a:pt x="24" y="38"/>
                </a:lnTo>
                <a:lnTo>
                  <a:pt x="19" y="46"/>
                </a:lnTo>
                <a:lnTo>
                  <a:pt x="13" y="54"/>
                </a:lnTo>
                <a:lnTo>
                  <a:pt x="8" y="65"/>
                </a:lnTo>
                <a:lnTo>
                  <a:pt x="5" y="73"/>
                </a:lnTo>
                <a:lnTo>
                  <a:pt x="3" y="83"/>
                </a:lnTo>
                <a:lnTo>
                  <a:pt x="0" y="94"/>
                </a:lnTo>
                <a:lnTo>
                  <a:pt x="0" y="105"/>
                </a:lnTo>
                <a:lnTo>
                  <a:pt x="0" y="116"/>
                </a:lnTo>
                <a:lnTo>
                  <a:pt x="3" y="126"/>
                </a:lnTo>
                <a:lnTo>
                  <a:pt x="5" y="137"/>
                </a:lnTo>
                <a:lnTo>
                  <a:pt x="8" y="148"/>
                </a:lnTo>
                <a:lnTo>
                  <a:pt x="13" y="156"/>
                </a:lnTo>
                <a:lnTo>
                  <a:pt x="19" y="164"/>
                </a:lnTo>
                <a:lnTo>
                  <a:pt x="24" y="172"/>
                </a:lnTo>
                <a:lnTo>
                  <a:pt x="32" y="180"/>
                </a:lnTo>
                <a:lnTo>
                  <a:pt x="40" y="188"/>
                </a:lnTo>
                <a:lnTo>
                  <a:pt x="48" y="193"/>
                </a:lnTo>
                <a:lnTo>
                  <a:pt x="56" y="199"/>
                </a:lnTo>
                <a:lnTo>
                  <a:pt x="65" y="204"/>
                </a:lnTo>
                <a:lnTo>
                  <a:pt x="75" y="207"/>
                </a:lnTo>
                <a:lnTo>
                  <a:pt x="86" y="209"/>
                </a:lnTo>
                <a:lnTo>
                  <a:pt x="97" y="212"/>
                </a:lnTo>
                <a:lnTo>
                  <a:pt x="108" y="212"/>
                </a:lnTo>
                <a:lnTo>
                  <a:pt x="118" y="212"/>
                </a:lnTo>
                <a:lnTo>
                  <a:pt x="129" y="209"/>
                </a:lnTo>
                <a:lnTo>
                  <a:pt x="140" y="207"/>
                </a:lnTo>
                <a:lnTo>
                  <a:pt x="151" y="204"/>
                </a:lnTo>
                <a:lnTo>
                  <a:pt x="161" y="199"/>
                </a:lnTo>
                <a:lnTo>
                  <a:pt x="169" y="193"/>
                </a:lnTo>
                <a:lnTo>
                  <a:pt x="178" y="188"/>
                </a:lnTo>
                <a:lnTo>
                  <a:pt x="186" y="180"/>
                </a:lnTo>
                <a:lnTo>
                  <a:pt x="194" y="172"/>
                </a:lnTo>
                <a:lnTo>
                  <a:pt x="199" y="164"/>
                </a:lnTo>
                <a:lnTo>
                  <a:pt x="204" y="156"/>
                </a:lnTo>
                <a:lnTo>
                  <a:pt x="210" y="148"/>
                </a:lnTo>
                <a:lnTo>
                  <a:pt x="213" y="137"/>
                </a:lnTo>
                <a:lnTo>
                  <a:pt x="215" y="126"/>
                </a:lnTo>
                <a:lnTo>
                  <a:pt x="218" y="116"/>
                </a:lnTo>
                <a:lnTo>
                  <a:pt x="218" y="105"/>
                </a:lnTo>
                <a:lnTo>
                  <a:pt x="218" y="94"/>
                </a:lnTo>
                <a:lnTo>
                  <a:pt x="215" y="83"/>
                </a:lnTo>
                <a:lnTo>
                  <a:pt x="213" y="73"/>
                </a:lnTo>
                <a:lnTo>
                  <a:pt x="210" y="65"/>
                </a:lnTo>
                <a:lnTo>
                  <a:pt x="204" y="54"/>
                </a:lnTo>
                <a:lnTo>
                  <a:pt x="199" y="46"/>
                </a:lnTo>
                <a:lnTo>
                  <a:pt x="194" y="38"/>
                </a:lnTo>
                <a:lnTo>
                  <a:pt x="186" y="30"/>
                </a:lnTo>
                <a:lnTo>
                  <a:pt x="178" y="24"/>
                </a:lnTo>
                <a:lnTo>
                  <a:pt x="169" y="19"/>
                </a:lnTo>
                <a:lnTo>
                  <a:pt x="161" y="14"/>
                </a:lnTo>
                <a:lnTo>
                  <a:pt x="151" y="8"/>
                </a:lnTo>
                <a:lnTo>
                  <a:pt x="140" y="6"/>
                </a:lnTo>
                <a:lnTo>
                  <a:pt x="129" y="3"/>
                </a:lnTo>
                <a:lnTo>
                  <a:pt x="118" y="0"/>
                </a:lnTo>
                <a:lnTo>
                  <a:pt x="10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9" name="Rectangle 20">
            <a:extLst>
              <a:ext uri="{FF2B5EF4-FFF2-40B4-BE49-F238E27FC236}">
                <a16:creationId xmlns:a16="http://schemas.microsoft.com/office/drawing/2014/main" id="{76D8181D-6A90-A54A-9EA1-BABDC131D3BD}"/>
              </a:ext>
            </a:extLst>
          </p:cNvPr>
          <p:cNvSpPr>
            <a:spLocks noChangeArrowheads="1"/>
          </p:cNvSpPr>
          <p:nvPr/>
        </p:nvSpPr>
        <p:spPr bwMode="auto">
          <a:xfrm>
            <a:off x="5611789" y="2615657"/>
            <a:ext cx="14587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y</a:t>
            </a:r>
            <a:endParaRPr lang="en-US" sz="1600" b="1">
              <a:solidFill>
                <a:schemeClr val="bg1"/>
              </a:solidFill>
            </a:endParaRPr>
          </a:p>
        </p:txBody>
      </p:sp>
      <p:grpSp>
        <p:nvGrpSpPr>
          <p:cNvPr id="8" name="Group 7">
            <a:extLst>
              <a:ext uri="{FF2B5EF4-FFF2-40B4-BE49-F238E27FC236}">
                <a16:creationId xmlns:a16="http://schemas.microsoft.com/office/drawing/2014/main" id="{63B1E474-6B53-FB4E-8205-93DBD968BAEF}"/>
              </a:ext>
            </a:extLst>
          </p:cNvPr>
          <p:cNvGrpSpPr/>
          <p:nvPr/>
        </p:nvGrpSpPr>
        <p:grpSpPr>
          <a:xfrm>
            <a:off x="4043993" y="2436269"/>
            <a:ext cx="896938" cy="574675"/>
            <a:chOff x="4043993" y="2436269"/>
            <a:chExt cx="896938" cy="574675"/>
          </a:xfrm>
        </p:grpSpPr>
        <p:sp>
          <p:nvSpPr>
            <p:cNvPr id="240" name="Freeform 11">
              <a:extLst>
                <a:ext uri="{FF2B5EF4-FFF2-40B4-BE49-F238E27FC236}">
                  <a16:creationId xmlns:a16="http://schemas.microsoft.com/office/drawing/2014/main" id="{934069AD-3D2B-E54C-A5BD-47479567818B}"/>
                </a:ext>
              </a:extLst>
            </p:cNvPr>
            <p:cNvSpPr>
              <a:spLocks/>
            </p:cNvSpPr>
            <p:nvPr/>
          </p:nvSpPr>
          <p:spPr bwMode="auto">
            <a:xfrm>
              <a:off x="4043993" y="2436269"/>
              <a:ext cx="896938" cy="574675"/>
            </a:xfrm>
            <a:custGeom>
              <a:avLst/>
              <a:gdLst>
                <a:gd name="T0" fmla="*/ 164 w 565"/>
                <a:gd name="T1" fmla="*/ 0 h 362"/>
                <a:gd name="T2" fmla="*/ 134 w 565"/>
                <a:gd name="T3" fmla="*/ 6 h 362"/>
                <a:gd name="T4" fmla="*/ 108 w 565"/>
                <a:gd name="T5" fmla="*/ 14 h 362"/>
                <a:gd name="T6" fmla="*/ 83 w 565"/>
                <a:gd name="T7" fmla="*/ 30 h 362"/>
                <a:gd name="T8" fmla="*/ 62 w 565"/>
                <a:gd name="T9" fmla="*/ 48 h 362"/>
                <a:gd name="T10" fmla="*/ 38 w 565"/>
                <a:gd name="T11" fmla="*/ 73 h 362"/>
                <a:gd name="T12" fmla="*/ 16 w 565"/>
                <a:gd name="T13" fmla="*/ 105 h 362"/>
                <a:gd name="T14" fmla="*/ 5 w 565"/>
                <a:gd name="T15" fmla="*/ 126 h 362"/>
                <a:gd name="T16" fmla="*/ 0 w 565"/>
                <a:gd name="T17" fmla="*/ 142 h 362"/>
                <a:gd name="T18" fmla="*/ 0 w 565"/>
                <a:gd name="T19" fmla="*/ 158 h 362"/>
                <a:gd name="T20" fmla="*/ 5 w 565"/>
                <a:gd name="T21" fmla="*/ 180 h 362"/>
                <a:gd name="T22" fmla="*/ 19 w 565"/>
                <a:gd name="T23" fmla="*/ 212 h 362"/>
                <a:gd name="T24" fmla="*/ 38 w 565"/>
                <a:gd name="T25" fmla="*/ 242 h 362"/>
                <a:gd name="T26" fmla="*/ 59 w 565"/>
                <a:gd name="T27" fmla="*/ 268 h 362"/>
                <a:gd name="T28" fmla="*/ 81 w 565"/>
                <a:gd name="T29" fmla="*/ 295 h 362"/>
                <a:gd name="T30" fmla="*/ 105 w 565"/>
                <a:gd name="T31" fmla="*/ 317 h 362"/>
                <a:gd name="T32" fmla="*/ 121 w 565"/>
                <a:gd name="T33" fmla="*/ 327 h 362"/>
                <a:gd name="T34" fmla="*/ 137 w 565"/>
                <a:gd name="T35" fmla="*/ 335 h 362"/>
                <a:gd name="T36" fmla="*/ 159 w 565"/>
                <a:gd name="T37" fmla="*/ 343 h 362"/>
                <a:gd name="T38" fmla="*/ 186 w 565"/>
                <a:gd name="T39" fmla="*/ 349 h 362"/>
                <a:gd name="T40" fmla="*/ 202 w 565"/>
                <a:gd name="T41" fmla="*/ 351 h 362"/>
                <a:gd name="T42" fmla="*/ 239 w 565"/>
                <a:gd name="T43" fmla="*/ 354 h 362"/>
                <a:gd name="T44" fmla="*/ 285 w 565"/>
                <a:gd name="T45" fmla="*/ 360 h 362"/>
                <a:gd name="T46" fmla="*/ 334 w 565"/>
                <a:gd name="T47" fmla="*/ 362 h 362"/>
                <a:gd name="T48" fmla="*/ 385 w 565"/>
                <a:gd name="T49" fmla="*/ 362 h 362"/>
                <a:gd name="T50" fmla="*/ 433 w 565"/>
                <a:gd name="T51" fmla="*/ 360 h 362"/>
                <a:gd name="T52" fmla="*/ 476 w 565"/>
                <a:gd name="T53" fmla="*/ 354 h 362"/>
                <a:gd name="T54" fmla="*/ 503 w 565"/>
                <a:gd name="T55" fmla="*/ 343 h 362"/>
                <a:gd name="T56" fmla="*/ 519 w 565"/>
                <a:gd name="T57" fmla="*/ 338 h 362"/>
                <a:gd name="T58" fmla="*/ 530 w 565"/>
                <a:gd name="T59" fmla="*/ 327 h 362"/>
                <a:gd name="T60" fmla="*/ 543 w 565"/>
                <a:gd name="T61" fmla="*/ 309 h 362"/>
                <a:gd name="T62" fmla="*/ 557 w 565"/>
                <a:gd name="T63" fmla="*/ 276 h 362"/>
                <a:gd name="T64" fmla="*/ 562 w 565"/>
                <a:gd name="T65" fmla="*/ 236 h 362"/>
                <a:gd name="T66" fmla="*/ 565 w 565"/>
                <a:gd name="T67" fmla="*/ 196 h 362"/>
                <a:gd name="T68" fmla="*/ 562 w 565"/>
                <a:gd name="T69" fmla="*/ 153 h 362"/>
                <a:gd name="T70" fmla="*/ 560 w 565"/>
                <a:gd name="T71" fmla="*/ 113 h 362"/>
                <a:gd name="T72" fmla="*/ 554 w 565"/>
                <a:gd name="T73" fmla="*/ 78 h 362"/>
                <a:gd name="T74" fmla="*/ 549 w 565"/>
                <a:gd name="T75" fmla="*/ 59 h 362"/>
                <a:gd name="T76" fmla="*/ 546 w 565"/>
                <a:gd name="T77" fmla="*/ 46 h 362"/>
                <a:gd name="T78" fmla="*/ 541 w 565"/>
                <a:gd name="T79" fmla="*/ 32 h 362"/>
                <a:gd name="T80" fmla="*/ 533 w 565"/>
                <a:gd name="T81" fmla="*/ 24 h 362"/>
                <a:gd name="T82" fmla="*/ 525 w 565"/>
                <a:gd name="T83" fmla="*/ 19 h 362"/>
                <a:gd name="T84" fmla="*/ 508 w 565"/>
                <a:gd name="T85" fmla="*/ 16 h 362"/>
                <a:gd name="T86" fmla="*/ 482 w 565"/>
                <a:gd name="T87" fmla="*/ 16 h 362"/>
                <a:gd name="T88" fmla="*/ 460 w 565"/>
                <a:gd name="T89" fmla="*/ 14 h 362"/>
                <a:gd name="T90" fmla="*/ 430 w 565"/>
                <a:gd name="T91" fmla="*/ 11 h 362"/>
                <a:gd name="T92" fmla="*/ 387 w 565"/>
                <a:gd name="T93" fmla="*/ 14 h 362"/>
                <a:gd name="T94" fmla="*/ 342 w 565"/>
                <a:gd name="T95" fmla="*/ 14 h 362"/>
                <a:gd name="T96" fmla="*/ 301 w 565"/>
                <a:gd name="T97" fmla="*/ 14 h 362"/>
                <a:gd name="T98" fmla="*/ 264 w 565"/>
                <a:gd name="T99" fmla="*/ 11 h 362"/>
                <a:gd name="T100" fmla="*/ 229 w 565"/>
                <a:gd name="T101" fmla="*/ 3 h 362"/>
                <a:gd name="T102" fmla="*/ 199 w 565"/>
                <a:gd name="T103" fmla="*/ 0 h 362"/>
                <a:gd name="T104" fmla="*/ 183 w 565"/>
                <a:gd name="T105" fmla="*/ 0 h 36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5"/>
                <a:gd name="T160" fmla="*/ 0 h 362"/>
                <a:gd name="T161" fmla="*/ 565 w 565"/>
                <a:gd name="T162" fmla="*/ 362 h 36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5" h="362">
                  <a:moveTo>
                    <a:pt x="178" y="0"/>
                  </a:moveTo>
                  <a:lnTo>
                    <a:pt x="164" y="0"/>
                  </a:lnTo>
                  <a:lnTo>
                    <a:pt x="148" y="3"/>
                  </a:lnTo>
                  <a:lnTo>
                    <a:pt x="134" y="6"/>
                  </a:lnTo>
                  <a:lnTo>
                    <a:pt x="121" y="11"/>
                  </a:lnTo>
                  <a:lnTo>
                    <a:pt x="108" y="14"/>
                  </a:lnTo>
                  <a:lnTo>
                    <a:pt x="94" y="22"/>
                  </a:lnTo>
                  <a:lnTo>
                    <a:pt x="83" y="30"/>
                  </a:lnTo>
                  <a:lnTo>
                    <a:pt x="73" y="38"/>
                  </a:lnTo>
                  <a:lnTo>
                    <a:pt x="62" y="48"/>
                  </a:lnTo>
                  <a:lnTo>
                    <a:pt x="48" y="59"/>
                  </a:lnTo>
                  <a:lnTo>
                    <a:pt x="38" y="73"/>
                  </a:lnTo>
                  <a:lnTo>
                    <a:pt x="27" y="89"/>
                  </a:lnTo>
                  <a:lnTo>
                    <a:pt x="16" y="105"/>
                  </a:lnTo>
                  <a:lnTo>
                    <a:pt x="8" y="118"/>
                  </a:lnTo>
                  <a:lnTo>
                    <a:pt x="5" y="126"/>
                  </a:lnTo>
                  <a:lnTo>
                    <a:pt x="3" y="134"/>
                  </a:lnTo>
                  <a:lnTo>
                    <a:pt x="0" y="142"/>
                  </a:lnTo>
                  <a:lnTo>
                    <a:pt x="0" y="150"/>
                  </a:lnTo>
                  <a:lnTo>
                    <a:pt x="0" y="158"/>
                  </a:lnTo>
                  <a:lnTo>
                    <a:pt x="3" y="164"/>
                  </a:lnTo>
                  <a:lnTo>
                    <a:pt x="5" y="180"/>
                  </a:lnTo>
                  <a:lnTo>
                    <a:pt x="11" y="196"/>
                  </a:lnTo>
                  <a:lnTo>
                    <a:pt x="19" y="212"/>
                  </a:lnTo>
                  <a:lnTo>
                    <a:pt x="27" y="228"/>
                  </a:lnTo>
                  <a:lnTo>
                    <a:pt x="38" y="242"/>
                  </a:lnTo>
                  <a:lnTo>
                    <a:pt x="48" y="255"/>
                  </a:lnTo>
                  <a:lnTo>
                    <a:pt x="59" y="268"/>
                  </a:lnTo>
                  <a:lnTo>
                    <a:pt x="70" y="282"/>
                  </a:lnTo>
                  <a:lnTo>
                    <a:pt x="81" y="295"/>
                  </a:lnTo>
                  <a:lnTo>
                    <a:pt x="94" y="306"/>
                  </a:lnTo>
                  <a:lnTo>
                    <a:pt x="105" y="317"/>
                  </a:lnTo>
                  <a:lnTo>
                    <a:pt x="113" y="322"/>
                  </a:lnTo>
                  <a:lnTo>
                    <a:pt x="121" y="327"/>
                  </a:lnTo>
                  <a:lnTo>
                    <a:pt x="129" y="333"/>
                  </a:lnTo>
                  <a:lnTo>
                    <a:pt x="137" y="335"/>
                  </a:lnTo>
                  <a:lnTo>
                    <a:pt x="148" y="341"/>
                  </a:lnTo>
                  <a:lnTo>
                    <a:pt x="159" y="343"/>
                  </a:lnTo>
                  <a:lnTo>
                    <a:pt x="172" y="346"/>
                  </a:lnTo>
                  <a:lnTo>
                    <a:pt x="186" y="349"/>
                  </a:lnTo>
                  <a:lnTo>
                    <a:pt x="194" y="349"/>
                  </a:lnTo>
                  <a:lnTo>
                    <a:pt x="202" y="351"/>
                  </a:lnTo>
                  <a:lnTo>
                    <a:pt x="221" y="354"/>
                  </a:lnTo>
                  <a:lnTo>
                    <a:pt x="239" y="354"/>
                  </a:lnTo>
                  <a:lnTo>
                    <a:pt x="261" y="357"/>
                  </a:lnTo>
                  <a:lnTo>
                    <a:pt x="285" y="360"/>
                  </a:lnTo>
                  <a:lnTo>
                    <a:pt x="309" y="362"/>
                  </a:lnTo>
                  <a:lnTo>
                    <a:pt x="334" y="362"/>
                  </a:lnTo>
                  <a:lnTo>
                    <a:pt x="360" y="362"/>
                  </a:lnTo>
                  <a:lnTo>
                    <a:pt x="385" y="362"/>
                  </a:lnTo>
                  <a:lnTo>
                    <a:pt x="409" y="362"/>
                  </a:lnTo>
                  <a:lnTo>
                    <a:pt x="433" y="360"/>
                  </a:lnTo>
                  <a:lnTo>
                    <a:pt x="457" y="357"/>
                  </a:lnTo>
                  <a:lnTo>
                    <a:pt x="476" y="354"/>
                  </a:lnTo>
                  <a:lnTo>
                    <a:pt x="495" y="349"/>
                  </a:lnTo>
                  <a:lnTo>
                    <a:pt x="503" y="343"/>
                  </a:lnTo>
                  <a:lnTo>
                    <a:pt x="511" y="341"/>
                  </a:lnTo>
                  <a:lnTo>
                    <a:pt x="519" y="338"/>
                  </a:lnTo>
                  <a:lnTo>
                    <a:pt x="525" y="333"/>
                  </a:lnTo>
                  <a:lnTo>
                    <a:pt x="530" y="327"/>
                  </a:lnTo>
                  <a:lnTo>
                    <a:pt x="535" y="322"/>
                  </a:lnTo>
                  <a:lnTo>
                    <a:pt x="543" y="309"/>
                  </a:lnTo>
                  <a:lnTo>
                    <a:pt x="552" y="292"/>
                  </a:lnTo>
                  <a:lnTo>
                    <a:pt x="557" y="276"/>
                  </a:lnTo>
                  <a:lnTo>
                    <a:pt x="560" y="258"/>
                  </a:lnTo>
                  <a:lnTo>
                    <a:pt x="562" y="236"/>
                  </a:lnTo>
                  <a:lnTo>
                    <a:pt x="565" y="217"/>
                  </a:lnTo>
                  <a:lnTo>
                    <a:pt x="565" y="196"/>
                  </a:lnTo>
                  <a:lnTo>
                    <a:pt x="562" y="174"/>
                  </a:lnTo>
                  <a:lnTo>
                    <a:pt x="562" y="153"/>
                  </a:lnTo>
                  <a:lnTo>
                    <a:pt x="560" y="132"/>
                  </a:lnTo>
                  <a:lnTo>
                    <a:pt x="560" y="113"/>
                  </a:lnTo>
                  <a:lnTo>
                    <a:pt x="557" y="97"/>
                  </a:lnTo>
                  <a:lnTo>
                    <a:pt x="554" y="78"/>
                  </a:lnTo>
                  <a:lnTo>
                    <a:pt x="552" y="65"/>
                  </a:lnTo>
                  <a:lnTo>
                    <a:pt x="549" y="59"/>
                  </a:lnTo>
                  <a:lnTo>
                    <a:pt x="549" y="54"/>
                  </a:lnTo>
                  <a:lnTo>
                    <a:pt x="546" y="46"/>
                  </a:lnTo>
                  <a:lnTo>
                    <a:pt x="543" y="38"/>
                  </a:lnTo>
                  <a:lnTo>
                    <a:pt x="541" y="32"/>
                  </a:lnTo>
                  <a:lnTo>
                    <a:pt x="538" y="27"/>
                  </a:lnTo>
                  <a:lnTo>
                    <a:pt x="533" y="24"/>
                  </a:lnTo>
                  <a:lnTo>
                    <a:pt x="530" y="22"/>
                  </a:lnTo>
                  <a:lnTo>
                    <a:pt x="525" y="19"/>
                  </a:lnTo>
                  <a:lnTo>
                    <a:pt x="519" y="19"/>
                  </a:lnTo>
                  <a:lnTo>
                    <a:pt x="508" y="16"/>
                  </a:lnTo>
                  <a:lnTo>
                    <a:pt x="495" y="16"/>
                  </a:lnTo>
                  <a:lnTo>
                    <a:pt x="482" y="16"/>
                  </a:lnTo>
                  <a:lnTo>
                    <a:pt x="468" y="14"/>
                  </a:lnTo>
                  <a:lnTo>
                    <a:pt x="460" y="14"/>
                  </a:lnTo>
                  <a:lnTo>
                    <a:pt x="452" y="11"/>
                  </a:lnTo>
                  <a:lnTo>
                    <a:pt x="430" y="11"/>
                  </a:lnTo>
                  <a:lnTo>
                    <a:pt x="409" y="11"/>
                  </a:lnTo>
                  <a:lnTo>
                    <a:pt x="387" y="14"/>
                  </a:lnTo>
                  <a:lnTo>
                    <a:pt x="363" y="14"/>
                  </a:lnTo>
                  <a:lnTo>
                    <a:pt x="342" y="14"/>
                  </a:lnTo>
                  <a:lnTo>
                    <a:pt x="320" y="14"/>
                  </a:lnTo>
                  <a:lnTo>
                    <a:pt x="301" y="14"/>
                  </a:lnTo>
                  <a:lnTo>
                    <a:pt x="282" y="11"/>
                  </a:lnTo>
                  <a:lnTo>
                    <a:pt x="264" y="11"/>
                  </a:lnTo>
                  <a:lnTo>
                    <a:pt x="247" y="6"/>
                  </a:lnTo>
                  <a:lnTo>
                    <a:pt x="229" y="3"/>
                  </a:lnTo>
                  <a:lnTo>
                    <a:pt x="213" y="0"/>
                  </a:lnTo>
                  <a:lnTo>
                    <a:pt x="199" y="0"/>
                  </a:lnTo>
                  <a:lnTo>
                    <a:pt x="188" y="0"/>
                  </a:lnTo>
                  <a:lnTo>
                    <a:pt x="183" y="0"/>
                  </a:lnTo>
                  <a:lnTo>
                    <a:pt x="17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1" name="Rectangle 12">
              <a:extLst>
                <a:ext uri="{FF2B5EF4-FFF2-40B4-BE49-F238E27FC236}">
                  <a16:creationId xmlns:a16="http://schemas.microsoft.com/office/drawing/2014/main" id="{C95AD2B6-A8EC-DE44-9080-AD67A5E9F6C9}"/>
                </a:ext>
              </a:extLst>
            </p:cNvPr>
            <p:cNvSpPr>
              <a:spLocks noChangeArrowheads="1"/>
            </p:cNvSpPr>
            <p:nvPr/>
          </p:nvSpPr>
          <p:spPr bwMode="auto">
            <a:xfrm>
              <a:off x="4378675" y="2470168"/>
              <a:ext cx="21800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3200" b="1">
                  <a:solidFill>
                    <a:schemeClr val="bg1"/>
                  </a:solidFill>
                </a:rPr>
                <a:t>C</a:t>
              </a:r>
            </a:p>
          </p:txBody>
        </p:sp>
        <p:sp>
          <p:nvSpPr>
            <p:cNvPr id="242" name="Rectangle 13">
              <a:extLst>
                <a:ext uri="{FF2B5EF4-FFF2-40B4-BE49-F238E27FC236}">
                  <a16:creationId xmlns:a16="http://schemas.microsoft.com/office/drawing/2014/main" id="{E74E4801-5361-A743-B4AA-A6DC9A86347F}"/>
                </a:ext>
              </a:extLst>
            </p:cNvPr>
            <p:cNvSpPr>
              <a:spLocks noChangeArrowheads="1"/>
            </p:cNvSpPr>
            <p:nvPr/>
          </p:nvSpPr>
          <p:spPr bwMode="auto">
            <a:xfrm>
              <a:off x="4556756" y="2555332"/>
              <a:ext cx="49213" cy="212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400">
                  <a:solidFill>
                    <a:srgbClr val="000000"/>
                  </a:solidFill>
                </a:rPr>
                <a:t> </a:t>
              </a:r>
              <a:endParaRPr lang="en-US"/>
            </a:p>
          </p:txBody>
        </p:sp>
      </p:grpSp>
      <p:grpSp>
        <p:nvGrpSpPr>
          <p:cNvPr id="9" name="Group 8">
            <a:extLst>
              <a:ext uri="{FF2B5EF4-FFF2-40B4-BE49-F238E27FC236}">
                <a16:creationId xmlns:a16="http://schemas.microsoft.com/office/drawing/2014/main" id="{A0D9C2A9-04D8-5B42-BF0D-4E2BEAC548E0}"/>
              </a:ext>
            </a:extLst>
          </p:cNvPr>
          <p:cNvGrpSpPr/>
          <p:nvPr/>
        </p:nvGrpSpPr>
        <p:grpSpPr>
          <a:xfrm>
            <a:off x="5542593" y="1820692"/>
            <a:ext cx="346075" cy="377452"/>
            <a:chOff x="5542593" y="1820692"/>
            <a:chExt cx="346075" cy="377452"/>
          </a:xfrm>
        </p:grpSpPr>
        <p:sp>
          <p:nvSpPr>
            <p:cNvPr id="246" name="Freeform 17">
              <a:extLst>
                <a:ext uri="{FF2B5EF4-FFF2-40B4-BE49-F238E27FC236}">
                  <a16:creationId xmlns:a16="http://schemas.microsoft.com/office/drawing/2014/main" id="{F77A9DB2-59D7-BF47-8CF0-DA02378885DE}"/>
                </a:ext>
              </a:extLst>
            </p:cNvPr>
            <p:cNvSpPr>
              <a:spLocks/>
            </p:cNvSpPr>
            <p:nvPr/>
          </p:nvSpPr>
          <p:spPr bwMode="auto">
            <a:xfrm>
              <a:off x="5542593" y="1861594"/>
              <a:ext cx="346075" cy="336550"/>
            </a:xfrm>
            <a:custGeom>
              <a:avLst/>
              <a:gdLst>
                <a:gd name="T0" fmla="*/ 100 w 218"/>
                <a:gd name="T1" fmla="*/ 0 h 212"/>
                <a:gd name="T2" fmla="*/ 78 w 218"/>
                <a:gd name="T3" fmla="*/ 6 h 212"/>
                <a:gd name="T4" fmla="*/ 57 w 218"/>
                <a:gd name="T5" fmla="*/ 14 h 212"/>
                <a:gd name="T6" fmla="*/ 41 w 218"/>
                <a:gd name="T7" fmla="*/ 24 h 212"/>
                <a:gd name="T8" fmla="*/ 25 w 218"/>
                <a:gd name="T9" fmla="*/ 38 h 212"/>
                <a:gd name="T10" fmla="*/ 14 w 218"/>
                <a:gd name="T11" fmla="*/ 54 h 212"/>
                <a:gd name="T12" fmla="*/ 6 w 218"/>
                <a:gd name="T13" fmla="*/ 73 h 212"/>
                <a:gd name="T14" fmla="*/ 0 w 218"/>
                <a:gd name="T15" fmla="*/ 94 h 212"/>
                <a:gd name="T16" fmla="*/ 0 w 218"/>
                <a:gd name="T17" fmla="*/ 115 h 212"/>
                <a:gd name="T18" fmla="*/ 6 w 218"/>
                <a:gd name="T19" fmla="*/ 137 h 212"/>
                <a:gd name="T20" fmla="*/ 14 w 218"/>
                <a:gd name="T21" fmla="*/ 156 h 212"/>
                <a:gd name="T22" fmla="*/ 25 w 218"/>
                <a:gd name="T23" fmla="*/ 172 h 212"/>
                <a:gd name="T24" fmla="*/ 41 w 218"/>
                <a:gd name="T25" fmla="*/ 188 h 212"/>
                <a:gd name="T26" fmla="*/ 57 w 218"/>
                <a:gd name="T27" fmla="*/ 199 h 212"/>
                <a:gd name="T28" fmla="*/ 78 w 218"/>
                <a:gd name="T29" fmla="*/ 207 h 212"/>
                <a:gd name="T30" fmla="*/ 100 w 218"/>
                <a:gd name="T31" fmla="*/ 212 h 212"/>
                <a:gd name="T32" fmla="*/ 121 w 218"/>
                <a:gd name="T33" fmla="*/ 212 h 212"/>
                <a:gd name="T34" fmla="*/ 143 w 218"/>
                <a:gd name="T35" fmla="*/ 207 h 212"/>
                <a:gd name="T36" fmla="*/ 162 w 218"/>
                <a:gd name="T37" fmla="*/ 199 h 212"/>
                <a:gd name="T38" fmla="*/ 178 w 218"/>
                <a:gd name="T39" fmla="*/ 188 h 212"/>
                <a:gd name="T40" fmla="*/ 194 w 218"/>
                <a:gd name="T41" fmla="*/ 172 h 212"/>
                <a:gd name="T42" fmla="*/ 205 w 218"/>
                <a:gd name="T43" fmla="*/ 156 h 212"/>
                <a:gd name="T44" fmla="*/ 213 w 218"/>
                <a:gd name="T45" fmla="*/ 137 h 212"/>
                <a:gd name="T46" fmla="*/ 218 w 218"/>
                <a:gd name="T47" fmla="*/ 115 h 212"/>
                <a:gd name="T48" fmla="*/ 218 w 218"/>
                <a:gd name="T49" fmla="*/ 94 h 212"/>
                <a:gd name="T50" fmla="*/ 213 w 218"/>
                <a:gd name="T51" fmla="*/ 73 h 212"/>
                <a:gd name="T52" fmla="*/ 205 w 218"/>
                <a:gd name="T53" fmla="*/ 54 h 212"/>
                <a:gd name="T54" fmla="*/ 194 w 218"/>
                <a:gd name="T55" fmla="*/ 38 h 212"/>
                <a:gd name="T56" fmla="*/ 178 w 218"/>
                <a:gd name="T57" fmla="*/ 24 h 212"/>
                <a:gd name="T58" fmla="*/ 162 w 218"/>
                <a:gd name="T59" fmla="*/ 14 h 212"/>
                <a:gd name="T60" fmla="*/ 143 w 218"/>
                <a:gd name="T61" fmla="*/ 6 h 212"/>
                <a:gd name="T62" fmla="*/ 121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11" y="0"/>
                  </a:moveTo>
                  <a:lnTo>
                    <a:pt x="100" y="0"/>
                  </a:lnTo>
                  <a:lnTo>
                    <a:pt x="89" y="3"/>
                  </a:lnTo>
                  <a:lnTo>
                    <a:pt x="78" y="6"/>
                  </a:lnTo>
                  <a:lnTo>
                    <a:pt x="68" y="8"/>
                  </a:lnTo>
                  <a:lnTo>
                    <a:pt x="57" y="14"/>
                  </a:lnTo>
                  <a:lnTo>
                    <a:pt x="49" y="19"/>
                  </a:lnTo>
                  <a:lnTo>
                    <a:pt x="41" y="24"/>
                  </a:lnTo>
                  <a:lnTo>
                    <a:pt x="33" y="30"/>
                  </a:lnTo>
                  <a:lnTo>
                    <a:pt x="25" y="38"/>
                  </a:lnTo>
                  <a:lnTo>
                    <a:pt x="19" y="46"/>
                  </a:lnTo>
                  <a:lnTo>
                    <a:pt x="14" y="54"/>
                  </a:lnTo>
                  <a:lnTo>
                    <a:pt x="8" y="65"/>
                  </a:lnTo>
                  <a:lnTo>
                    <a:pt x="6" y="73"/>
                  </a:lnTo>
                  <a:lnTo>
                    <a:pt x="3" y="83"/>
                  </a:lnTo>
                  <a:lnTo>
                    <a:pt x="0" y="94"/>
                  </a:lnTo>
                  <a:lnTo>
                    <a:pt x="0" y="105"/>
                  </a:lnTo>
                  <a:lnTo>
                    <a:pt x="0" y="115"/>
                  </a:lnTo>
                  <a:lnTo>
                    <a:pt x="3" y="126"/>
                  </a:lnTo>
                  <a:lnTo>
                    <a:pt x="6" y="137"/>
                  </a:lnTo>
                  <a:lnTo>
                    <a:pt x="8" y="148"/>
                  </a:lnTo>
                  <a:lnTo>
                    <a:pt x="14" y="156"/>
                  </a:lnTo>
                  <a:lnTo>
                    <a:pt x="19" y="164"/>
                  </a:lnTo>
                  <a:lnTo>
                    <a:pt x="25" y="172"/>
                  </a:lnTo>
                  <a:lnTo>
                    <a:pt x="33" y="180"/>
                  </a:lnTo>
                  <a:lnTo>
                    <a:pt x="41" y="188"/>
                  </a:lnTo>
                  <a:lnTo>
                    <a:pt x="49" y="193"/>
                  </a:lnTo>
                  <a:lnTo>
                    <a:pt x="57" y="199"/>
                  </a:lnTo>
                  <a:lnTo>
                    <a:pt x="68" y="204"/>
                  </a:lnTo>
                  <a:lnTo>
                    <a:pt x="78" y="207"/>
                  </a:lnTo>
                  <a:lnTo>
                    <a:pt x="89" y="209"/>
                  </a:lnTo>
                  <a:lnTo>
                    <a:pt x="100" y="212"/>
                  </a:lnTo>
                  <a:lnTo>
                    <a:pt x="111" y="212"/>
                  </a:lnTo>
                  <a:lnTo>
                    <a:pt x="121" y="212"/>
                  </a:lnTo>
                  <a:lnTo>
                    <a:pt x="132" y="209"/>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6" y="126"/>
                  </a:lnTo>
                  <a:lnTo>
                    <a:pt x="218" y="115"/>
                  </a:lnTo>
                  <a:lnTo>
                    <a:pt x="218" y="105"/>
                  </a:lnTo>
                  <a:lnTo>
                    <a:pt x="218" y="94"/>
                  </a:lnTo>
                  <a:lnTo>
                    <a:pt x="216" y="83"/>
                  </a:lnTo>
                  <a:lnTo>
                    <a:pt x="213" y="73"/>
                  </a:lnTo>
                  <a:lnTo>
                    <a:pt x="210" y="65"/>
                  </a:lnTo>
                  <a:lnTo>
                    <a:pt x="205" y="54"/>
                  </a:lnTo>
                  <a:lnTo>
                    <a:pt x="199" y="46"/>
                  </a:lnTo>
                  <a:lnTo>
                    <a:pt x="194" y="38"/>
                  </a:lnTo>
                  <a:lnTo>
                    <a:pt x="186" y="30"/>
                  </a:lnTo>
                  <a:lnTo>
                    <a:pt x="178" y="24"/>
                  </a:lnTo>
                  <a:lnTo>
                    <a:pt x="170" y="19"/>
                  </a:lnTo>
                  <a:lnTo>
                    <a:pt x="162" y="14"/>
                  </a:lnTo>
                  <a:lnTo>
                    <a:pt x="154" y="8"/>
                  </a:lnTo>
                  <a:lnTo>
                    <a:pt x="143" y="6"/>
                  </a:lnTo>
                  <a:lnTo>
                    <a:pt x="132" y="3"/>
                  </a:lnTo>
                  <a:lnTo>
                    <a:pt x="121" y="0"/>
                  </a:lnTo>
                  <a:lnTo>
                    <a:pt x="111"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7" name="Rectangle 18">
              <a:extLst>
                <a:ext uri="{FF2B5EF4-FFF2-40B4-BE49-F238E27FC236}">
                  <a16:creationId xmlns:a16="http://schemas.microsoft.com/office/drawing/2014/main" id="{C0D8E696-5894-1844-B896-16B7719D5581}"/>
                </a:ext>
              </a:extLst>
            </p:cNvPr>
            <p:cNvSpPr>
              <a:spLocks noChangeArrowheads="1"/>
            </p:cNvSpPr>
            <p:nvPr/>
          </p:nvSpPr>
          <p:spPr bwMode="auto">
            <a:xfrm>
              <a:off x="5651010" y="1820692"/>
              <a:ext cx="1410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x</a:t>
              </a:r>
            </a:p>
          </p:txBody>
        </p:sp>
      </p:grpSp>
      <p:grpSp>
        <p:nvGrpSpPr>
          <p:cNvPr id="48" name="Group 47">
            <a:extLst>
              <a:ext uri="{FF2B5EF4-FFF2-40B4-BE49-F238E27FC236}">
                <a16:creationId xmlns:a16="http://schemas.microsoft.com/office/drawing/2014/main" id="{A3F2E592-AAA1-3D4E-A539-CB1A0F406202}"/>
              </a:ext>
            </a:extLst>
          </p:cNvPr>
          <p:cNvGrpSpPr/>
          <p:nvPr/>
        </p:nvGrpSpPr>
        <p:grpSpPr>
          <a:xfrm>
            <a:off x="3351904" y="2629487"/>
            <a:ext cx="728450" cy="371714"/>
            <a:chOff x="2552896" y="2786969"/>
            <a:chExt cx="728450" cy="371714"/>
          </a:xfrm>
        </p:grpSpPr>
        <p:sp>
          <p:nvSpPr>
            <p:cNvPr id="49" name="Text Box 119">
              <a:extLst>
                <a:ext uri="{FF2B5EF4-FFF2-40B4-BE49-F238E27FC236}">
                  <a16:creationId xmlns:a16="http://schemas.microsoft.com/office/drawing/2014/main" id="{C82C0787-856A-B84B-B8B6-A460D5776BC5}"/>
                </a:ext>
              </a:extLst>
            </p:cNvPr>
            <p:cNvSpPr txBox="1">
              <a:spLocks noChangeArrowheads="1"/>
            </p:cNvSpPr>
            <p:nvPr/>
          </p:nvSpPr>
          <p:spPr bwMode="auto">
            <a:xfrm>
              <a:off x="2552896" y="2883223"/>
              <a:ext cx="484428" cy="275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A,w</a:t>
              </a:r>
            </a:p>
          </p:txBody>
        </p:sp>
        <p:sp>
          <p:nvSpPr>
            <p:cNvPr id="50" name="AutoShape 118">
              <a:extLst>
                <a:ext uri="{FF2B5EF4-FFF2-40B4-BE49-F238E27FC236}">
                  <a16:creationId xmlns:a16="http://schemas.microsoft.com/office/drawing/2014/main" id="{1A6D5E81-7156-8F47-90B1-AA8AF3AB9D29}"/>
                </a:ext>
              </a:extLst>
            </p:cNvPr>
            <p:cNvSpPr>
              <a:spLocks noChangeArrowheads="1"/>
            </p:cNvSpPr>
            <p:nvPr/>
          </p:nvSpPr>
          <p:spPr bwMode="auto">
            <a:xfrm rot="12975073">
              <a:off x="2824952" y="2786969"/>
              <a:ext cx="456394" cy="197302"/>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51" name="Group 50">
            <a:extLst>
              <a:ext uri="{FF2B5EF4-FFF2-40B4-BE49-F238E27FC236}">
                <a16:creationId xmlns:a16="http://schemas.microsoft.com/office/drawing/2014/main" id="{29652162-A172-3649-8DB4-8DA85121DCAA}"/>
              </a:ext>
            </a:extLst>
          </p:cNvPr>
          <p:cNvGrpSpPr/>
          <p:nvPr/>
        </p:nvGrpSpPr>
        <p:grpSpPr>
          <a:xfrm>
            <a:off x="3297703" y="1596452"/>
            <a:ext cx="728451" cy="307647"/>
            <a:chOff x="2656196" y="2871746"/>
            <a:chExt cx="728451" cy="307647"/>
          </a:xfrm>
        </p:grpSpPr>
        <p:sp>
          <p:nvSpPr>
            <p:cNvPr id="52" name="Text Box 119">
              <a:extLst>
                <a:ext uri="{FF2B5EF4-FFF2-40B4-BE49-F238E27FC236}">
                  <a16:creationId xmlns:a16="http://schemas.microsoft.com/office/drawing/2014/main" id="{89256336-C46E-C74E-9A9E-D03E391016D9}"/>
                </a:ext>
              </a:extLst>
            </p:cNvPr>
            <p:cNvSpPr txBox="1">
              <a:spLocks noChangeArrowheads="1"/>
            </p:cNvSpPr>
            <p:nvPr/>
          </p:nvSpPr>
          <p:spPr bwMode="auto">
            <a:xfrm>
              <a:off x="2656196" y="2871746"/>
              <a:ext cx="484428" cy="275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A,w</a:t>
              </a:r>
            </a:p>
          </p:txBody>
        </p:sp>
        <p:sp>
          <p:nvSpPr>
            <p:cNvPr id="53" name="AutoShape 118">
              <a:extLst>
                <a:ext uri="{FF2B5EF4-FFF2-40B4-BE49-F238E27FC236}">
                  <a16:creationId xmlns:a16="http://schemas.microsoft.com/office/drawing/2014/main" id="{961133FF-3FC6-7949-9446-6069270CB565}"/>
                </a:ext>
              </a:extLst>
            </p:cNvPr>
            <p:cNvSpPr>
              <a:spLocks noChangeArrowheads="1"/>
            </p:cNvSpPr>
            <p:nvPr/>
          </p:nvSpPr>
          <p:spPr bwMode="auto">
            <a:xfrm rot="8256763">
              <a:off x="2928253" y="2982091"/>
              <a:ext cx="456394" cy="197302"/>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171967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animEffect transition="in" filter="dissolve">
                                      <p:cBhvr>
                                        <p:cTn id="7" dur="500"/>
                                        <p:tgtEl>
                                          <p:spTgt spid="27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1000"/>
                                        <p:tgtEl>
                                          <p:spTgt spid="48"/>
                                        </p:tgtEl>
                                      </p:cBhvr>
                                    </p:animEffect>
                                  </p:childTnLst>
                                </p:cTn>
                              </p:par>
                              <p:par>
                                <p:cTn id="12" presetID="22" presetClass="entr" presetSubtype="8" fill="hold"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wipe(left)">
                                      <p:cBhvr>
                                        <p:cTn id="14" dur="10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72">
                                            <p:txEl>
                                              <p:pRg st="1" end="1"/>
                                            </p:txEl>
                                          </p:spTgt>
                                        </p:tgtEl>
                                        <p:attrNameLst>
                                          <p:attrName>style.visibility</p:attrName>
                                        </p:attrNameLst>
                                      </p:cBhvr>
                                      <p:to>
                                        <p:strVal val="visible"/>
                                      </p:to>
                                    </p:set>
                                    <p:animEffect transition="in" filter="dissolve">
                                      <p:cBhvr>
                                        <p:cTn id="19" dur="500"/>
                                        <p:tgtEl>
                                          <p:spTgt spid="272">
                                            <p:txEl>
                                              <p:pRg st="1" end="1"/>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272">
                                            <p:txEl>
                                              <p:pRg st="2" end="2"/>
                                            </p:txEl>
                                          </p:spTgt>
                                        </p:tgtEl>
                                        <p:attrNameLst>
                                          <p:attrName>style.visibility</p:attrName>
                                        </p:attrNameLst>
                                      </p:cBhvr>
                                      <p:to>
                                        <p:strVal val="visible"/>
                                      </p:to>
                                    </p:set>
                                    <p:animEffect transition="in" filter="dissolve">
                                      <p:cBhvr>
                                        <p:cTn id="22" dur="500"/>
                                        <p:tgtEl>
                                          <p:spTgt spid="272">
                                            <p:txEl>
                                              <p:pRg st="2" end="2"/>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272">
                                            <p:txEl>
                                              <p:pRg st="3" end="3"/>
                                            </p:txEl>
                                          </p:spTgt>
                                        </p:tgtEl>
                                        <p:attrNameLst>
                                          <p:attrName>style.visibility</p:attrName>
                                        </p:attrNameLst>
                                      </p:cBhvr>
                                      <p:to>
                                        <p:strVal val="visible"/>
                                      </p:to>
                                    </p:set>
                                    <p:animEffect transition="in" filter="dissolve">
                                      <p:cBhvr>
                                        <p:cTn id="25" dur="500"/>
                                        <p:tgtEl>
                                          <p:spTgt spid="27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72">
                                            <p:txEl>
                                              <p:pRg st="4" end="4"/>
                                            </p:txEl>
                                          </p:spTgt>
                                        </p:tgtEl>
                                        <p:attrNameLst>
                                          <p:attrName>style.visibility</p:attrName>
                                        </p:attrNameLst>
                                      </p:cBhvr>
                                      <p:to>
                                        <p:strVal val="visible"/>
                                      </p:to>
                                    </p:set>
                                    <p:animEffect transition="in" filter="dissolve">
                                      <p:cBhvr>
                                        <p:cTn id="30" dur="500"/>
                                        <p:tgtEl>
                                          <p:spTgt spid="2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1249416" cy="894622"/>
          </a:xfrm>
        </p:spPr>
        <p:txBody>
          <a:bodyPr>
            <a:normAutofit/>
          </a:bodyPr>
          <a:lstStyle/>
          <a:p>
            <a:r>
              <a:rPr lang="en-US"/>
              <a:t>BGP: achieving policy via advertisements </a:t>
            </a:r>
            <a:r>
              <a:rPr lang="en-US" sz="4000"/>
              <a:t>(more)</a:t>
            </a:r>
            <a:endParaRPr lang="en-US"/>
          </a:p>
        </p:txBody>
      </p:sp>
      <p:sp>
        <p:nvSpPr>
          <p:cNvPr id="235" name="AutoShape 6">
            <a:extLst>
              <a:ext uri="{FF2B5EF4-FFF2-40B4-BE49-F238E27FC236}">
                <a16:creationId xmlns:a16="http://schemas.microsoft.com/office/drawing/2014/main" id="{A6E685A0-E830-5248-8CAD-7A0887943BA1}"/>
              </a:ext>
            </a:extLst>
          </p:cNvPr>
          <p:cNvSpPr>
            <a:spLocks noChangeAspect="1" noChangeArrowheads="1" noTextEdit="1"/>
          </p:cNvSpPr>
          <p:nvPr/>
        </p:nvSpPr>
        <p:spPr bwMode="auto">
          <a:xfrm>
            <a:off x="1916743" y="1048794"/>
            <a:ext cx="7539038" cy="304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nvGrpSpPr>
          <p:cNvPr id="7" name="Group 6">
            <a:extLst>
              <a:ext uri="{FF2B5EF4-FFF2-40B4-BE49-F238E27FC236}">
                <a16:creationId xmlns:a16="http://schemas.microsoft.com/office/drawing/2014/main" id="{75446BEA-A2E3-EC46-9788-E956885E072B}"/>
              </a:ext>
            </a:extLst>
          </p:cNvPr>
          <p:cNvGrpSpPr/>
          <p:nvPr/>
        </p:nvGrpSpPr>
        <p:grpSpPr>
          <a:xfrm>
            <a:off x="3983668" y="1440907"/>
            <a:ext cx="893763" cy="577850"/>
            <a:chOff x="3983668" y="1440907"/>
            <a:chExt cx="893763" cy="577850"/>
          </a:xfrm>
        </p:grpSpPr>
        <p:sp>
          <p:nvSpPr>
            <p:cNvPr id="236" name="Freeform 7">
              <a:extLst>
                <a:ext uri="{FF2B5EF4-FFF2-40B4-BE49-F238E27FC236}">
                  <a16:creationId xmlns:a16="http://schemas.microsoft.com/office/drawing/2014/main" id="{1EE69C16-4ABC-414D-8A5B-6DABA7A843DE}"/>
                </a:ext>
              </a:extLst>
            </p:cNvPr>
            <p:cNvSpPr>
              <a:spLocks/>
            </p:cNvSpPr>
            <p:nvPr/>
          </p:nvSpPr>
          <p:spPr bwMode="auto">
            <a:xfrm>
              <a:off x="3983668" y="1440907"/>
              <a:ext cx="893763" cy="577850"/>
            </a:xfrm>
            <a:custGeom>
              <a:avLst/>
              <a:gdLst>
                <a:gd name="T0" fmla="*/ 148 w 563"/>
                <a:gd name="T1" fmla="*/ 5 h 364"/>
                <a:gd name="T2" fmla="*/ 119 w 563"/>
                <a:gd name="T3" fmla="*/ 10 h 364"/>
                <a:gd name="T4" fmla="*/ 94 w 563"/>
                <a:gd name="T5" fmla="*/ 21 h 364"/>
                <a:gd name="T6" fmla="*/ 70 w 563"/>
                <a:gd name="T7" fmla="*/ 37 h 364"/>
                <a:gd name="T8" fmla="*/ 46 w 563"/>
                <a:gd name="T9" fmla="*/ 61 h 364"/>
                <a:gd name="T10" fmla="*/ 24 w 563"/>
                <a:gd name="T11" fmla="*/ 91 h 364"/>
                <a:gd name="T12" fmla="*/ 8 w 563"/>
                <a:gd name="T13" fmla="*/ 120 h 364"/>
                <a:gd name="T14" fmla="*/ 3 w 563"/>
                <a:gd name="T15" fmla="*/ 136 h 364"/>
                <a:gd name="T16" fmla="*/ 0 w 563"/>
                <a:gd name="T17" fmla="*/ 150 h 364"/>
                <a:gd name="T18" fmla="*/ 0 w 563"/>
                <a:gd name="T19" fmla="*/ 166 h 364"/>
                <a:gd name="T20" fmla="*/ 8 w 563"/>
                <a:gd name="T21" fmla="*/ 195 h 364"/>
                <a:gd name="T22" fmla="*/ 27 w 563"/>
                <a:gd name="T23" fmla="*/ 228 h 364"/>
                <a:gd name="T24" fmla="*/ 49 w 563"/>
                <a:gd name="T25" fmla="*/ 257 h 364"/>
                <a:gd name="T26" fmla="*/ 70 w 563"/>
                <a:gd name="T27" fmla="*/ 284 h 364"/>
                <a:gd name="T28" fmla="*/ 92 w 563"/>
                <a:gd name="T29" fmla="*/ 305 h 364"/>
                <a:gd name="T30" fmla="*/ 111 w 563"/>
                <a:gd name="T31" fmla="*/ 321 h 364"/>
                <a:gd name="T32" fmla="*/ 127 w 563"/>
                <a:gd name="T33" fmla="*/ 332 h 364"/>
                <a:gd name="T34" fmla="*/ 146 w 563"/>
                <a:gd name="T35" fmla="*/ 340 h 364"/>
                <a:gd name="T36" fmla="*/ 170 w 563"/>
                <a:gd name="T37" fmla="*/ 346 h 364"/>
                <a:gd name="T38" fmla="*/ 191 w 563"/>
                <a:gd name="T39" fmla="*/ 348 h 364"/>
                <a:gd name="T40" fmla="*/ 218 w 563"/>
                <a:gd name="T41" fmla="*/ 354 h 364"/>
                <a:gd name="T42" fmla="*/ 261 w 563"/>
                <a:gd name="T43" fmla="*/ 356 h 364"/>
                <a:gd name="T44" fmla="*/ 310 w 563"/>
                <a:gd name="T45" fmla="*/ 362 h 364"/>
                <a:gd name="T46" fmla="*/ 361 w 563"/>
                <a:gd name="T47" fmla="*/ 364 h 364"/>
                <a:gd name="T48" fmla="*/ 409 w 563"/>
                <a:gd name="T49" fmla="*/ 362 h 364"/>
                <a:gd name="T50" fmla="*/ 458 w 563"/>
                <a:gd name="T51" fmla="*/ 359 h 364"/>
                <a:gd name="T52" fmla="*/ 495 w 563"/>
                <a:gd name="T53" fmla="*/ 348 h 364"/>
                <a:gd name="T54" fmla="*/ 511 w 563"/>
                <a:gd name="T55" fmla="*/ 340 h 364"/>
                <a:gd name="T56" fmla="*/ 525 w 563"/>
                <a:gd name="T57" fmla="*/ 332 h 364"/>
                <a:gd name="T58" fmla="*/ 536 w 563"/>
                <a:gd name="T59" fmla="*/ 321 h 364"/>
                <a:gd name="T60" fmla="*/ 549 w 563"/>
                <a:gd name="T61" fmla="*/ 295 h 364"/>
                <a:gd name="T62" fmla="*/ 557 w 563"/>
                <a:gd name="T63" fmla="*/ 257 h 364"/>
                <a:gd name="T64" fmla="*/ 563 w 563"/>
                <a:gd name="T65" fmla="*/ 217 h 364"/>
                <a:gd name="T66" fmla="*/ 563 w 563"/>
                <a:gd name="T67" fmla="*/ 174 h 364"/>
                <a:gd name="T68" fmla="*/ 557 w 563"/>
                <a:gd name="T69" fmla="*/ 134 h 364"/>
                <a:gd name="T70" fmla="*/ 555 w 563"/>
                <a:gd name="T71" fmla="*/ 96 h 364"/>
                <a:gd name="T72" fmla="*/ 549 w 563"/>
                <a:gd name="T73" fmla="*/ 67 h 364"/>
                <a:gd name="T74" fmla="*/ 546 w 563"/>
                <a:gd name="T75" fmla="*/ 56 h 364"/>
                <a:gd name="T76" fmla="*/ 541 w 563"/>
                <a:gd name="T77" fmla="*/ 40 h 364"/>
                <a:gd name="T78" fmla="*/ 536 w 563"/>
                <a:gd name="T79" fmla="*/ 29 h 364"/>
                <a:gd name="T80" fmla="*/ 528 w 563"/>
                <a:gd name="T81" fmla="*/ 21 h 364"/>
                <a:gd name="T82" fmla="*/ 520 w 563"/>
                <a:gd name="T83" fmla="*/ 18 h 364"/>
                <a:gd name="T84" fmla="*/ 495 w 563"/>
                <a:gd name="T85" fmla="*/ 16 h 364"/>
                <a:gd name="T86" fmla="*/ 466 w 563"/>
                <a:gd name="T87" fmla="*/ 16 h 364"/>
                <a:gd name="T88" fmla="*/ 450 w 563"/>
                <a:gd name="T89" fmla="*/ 13 h 364"/>
                <a:gd name="T90" fmla="*/ 409 w 563"/>
                <a:gd name="T91" fmla="*/ 13 h 364"/>
                <a:gd name="T92" fmla="*/ 364 w 563"/>
                <a:gd name="T93" fmla="*/ 16 h 364"/>
                <a:gd name="T94" fmla="*/ 320 w 563"/>
                <a:gd name="T95" fmla="*/ 16 h 364"/>
                <a:gd name="T96" fmla="*/ 283 w 563"/>
                <a:gd name="T97" fmla="*/ 13 h 364"/>
                <a:gd name="T98" fmla="*/ 248 w 563"/>
                <a:gd name="T99" fmla="*/ 8 h 364"/>
                <a:gd name="T100" fmla="*/ 213 w 563"/>
                <a:gd name="T101" fmla="*/ 2 h 364"/>
                <a:gd name="T102" fmla="*/ 186 w 563"/>
                <a:gd name="T103" fmla="*/ 0 h 364"/>
                <a:gd name="T104" fmla="*/ 175 w 563"/>
                <a:gd name="T105" fmla="*/ 0 h 3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3"/>
                <a:gd name="T160" fmla="*/ 0 h 364"/>
                <a:gd name="T161" fmla="*/ 563 w 563"/>
                <a:gd name="T162" fmla="*/ 364 h 3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3" h="364">
                  <a:moveTo>
                    <a:pt x="175" y="0"/>
                  </a:moveTo>
                  <a:lnTo>
                    <a:pt x="148" y="5"/>
                  </a:lnTo>
                  <a:lnTo>
                    <a:pt x="132" y="8"/>
                  </a:lnTo>
                  <a:lnTo>
                    <a:pt x="119" y="10"/>
                  </a:lnTo>
                  <a:lnTo>
                    <a:pt x="108" y="16"/>
                  </a:lnTo>
                  <a:lnTo>
                    <a:pt x="94" y="21"/>
                  </a:lnTo>
                  <a:lnTo>
                    <a:pt x="81" y="29"/>
                  </a:lnTo>
                  <a:lnTo>
                    <a:pt x="70" y="37"/>
                  </a:lnTo>
                  <a:lnTo>
                    <a:pt x="59" y="48"/>
                  </a:lnTo>
                  <a:lnTo>
                    <a:pt x="46" y="61"/>
                  </a:lnTo>
                  <a:lnTo>
                    <a:pt x="35" y="75"/>
                  </a:lnTo>
                  <a:lnTo>
                    <a:pt x="24" y="91"/>
                  </a:lnTo>
                  <a:lnTo>
                    <a:pt x="14" y="104"/>
                  </a:lnTo>
                  <a:lnTo>
                    <a:pt x="8" y="120"/>
                  </a:lnTo>
                  <a:lnTo>
                    <a:pt x="3" y="128"/>
                  </a:lnTo>
                  <a:lnTo>
                    <a:pt x="3" y="136"/>
                  </a:lnTo>
                  <a:lnTo>
                    <a:pt x="0" y="142"/>
                  </a:lnTo>
                  <a:lnTo>
                    <a:pt x="0" y="150"/>
                  </a:lnTo>
                  <a:lnTo>
                    <a:pt x="0" y="158"/>
                  </a:lnTo>
                  <a:lnTo>
                    <a:pt x="0" y="166"/>
                  </a:lnTo>
                  <a:lnTo>
                    <a:pt x="3" y="182"/>
                  </a:lnTo>
                  <a:lnTo>
                    <a:pt x="8" y="195"/>
                  </a:lnTo>
                  <a:lnTo>
                    <a:pt x="16" y="212"/>
                  </a:lnTo>
                  <a:lnTo>
                    <a:pt x="27" y="228"/>
                  </a:lnTo>
                  <a:lnTo>
                    <a:pt x="35" y="244"/>
                  </a:lnTo>
                  <a:lnTo>
                    <a:pt x="49" y="257"/>
                  </a:lnTo>
                  <a:lnTo>
                    <a:pt x="59" y="271"/>
                  </a:lnTo>
                  <a:lnTo>
                    <a:pt x="70" y="284"/>
                  </a:lnTo>
                  <a:lnTo>
                    <a:pt x="81" y="295"/>
                  </a:lnTo>
                  <a:lnTo>
                    <a:pt x="92" y="305"/>
                  </a:lnTo>
                  <a:lnTo>
                    <a:pt x="103" y="319"/>
                  </a:lnTo>
                  <a:lnTo>
                    <a:pt x="111" y="321"/>
                  </a:lnTo>
                  <a:lnTo>
                    <a:pt x="119" y="327"/>
                  </a:lnTo>
                  <a:lnTo>
                    <a:pt x="127" y="332"/>
                  </a:lnTo>
                  <a:lnTo>
                    <a:pt x="135" y="335"/>
                  </a:lnTo>
                  <a:lnTo>
                    <a:pt x="146" y="340"/>
                  </a:lnTo>
                  <a:lnTo>
                    <a:pt x="156" y="343"/>
                  </a:lnTo>
                  <a:lnTo>
                    <a:pt x="170" y="346"/>
                  </a:lnTo>
                  <a:lnTo>
                    <a:pt x="183" y="348"/>
                  </a:lnTo>
                  <a:lnTo>
                    <a:pt x="191" y="348"/>
                  </a:lnTo>
                  <a:lnTo>
                    <a:pt x="199" y="351"/>
                  </a:lnTo>
                  <a:lnTo>
                    <a:pt x="218" y="354"/>
                  </a:lnTo>
                  <a:lnTo>
                    <a:pt x="240" y="356"/>
                  </a:lnTo>
                  <a:lnTo>
                    <a:pt x="261" y="356"/>
                  </a:lnTo>
                  <a:lnTo>
                    <a:pt x="285" y="359"/>
                  </a:lnTo>
                  <a:lnTo>
                    <a:pt x="310" y="362"/>
                  </a:lnTo>
                  <a:lnTo>
                    <a:pt x="334" y="362"/>
                  </a:lnTo>
                  <a:lnTo>
                    <a:pt x="361" y="364"/>
                  </a:lnTo>
                  <a:lnTo>
                    <a:pt x="385" y="364"/>
                  </a:lnTo>
                  <a:lnTo>
                    <a:pt x="409" y="362"/>
                  </a:lnTo>
                  <a:lnTo>
                    <a:pt x="433" y="362"/>
                  </a:lnTo>
                  <a:lnTo>
                    <a:pt x="458" y="359"/>
                  </a:lnTo>
                  <a:lnTo>
                    <a:pt x="477" y="354"/>
                  </a:lnTo>
                  <a:lnTo>
                    <a:pt x="495" y="348"/>
                  </a:lnTo>
                  <a:lnTo>
                    <a:pt x="503" y="346"/>
                  </a:lnTo>
                  <a:lnTo>
                    <a:pt x="511" y="340"/>
                  </a:lnTo>
                  <a:lnTo>
                    <a:pt x="520" y="338"/>
                  </a:lnTo>
                  <a:lnTo>
                    <a:pt x="525" y="332"/>
                  </a:lnTo>
                  <a:lnTo>
                    <a:pt x="530" y="327"/>
                  </a:lnTo>
                  <a:lnTo>
                    <a:pt x="536" y="321"/>
                  </a:lnTo>
                  <a:lnTo>
                    <a:pt x="544" y="308"/>
                  </a:lnTo>
                  <a:lnTo>
                    <a:pt x="549" y="295"/>
                  </a:lnTo>
                  <a:lnTo>
                    <a:pt x="555" y="276"/>
                  </a:lnTo>
                  <a:lnTo>
                    <a:pt x="557" y="257"/>
                  </a:lnTo>
                  <a:lnTo>
                    <a:pt x="560" y="238"/>
                  </a:lnTo>
                  <a:lnTo>
                    <a:pt x="563" y="217"/>
                  </a:lnTo>
                  <a:lnTo>
                    <a:pt x="563" y="195"/>
                  </a:lnTo>
                  <a:lnTo>
                    <a:pt x="563" y="174"/>
                  </a:lnTo>
                  <a:lnTo>
                    <a:pt x="560" y="155"/>
                  </a:lnTo>
                  <a:lnTo>
                    <a:pt x="557" y="134"/>
                  </a:lnTo>
                  <a:lnTo>
                    <a:pt x="557" y="115"/>
                  </a:lnTo>
                  <a:lnTo>
                    <a:pt x="555" y="96"/>
                  </a:lnTo>
                  <a:lnTo>
                    <a:pt x="552" y="80"/>
                  </a:lnTo>
                  <a:lnTo>
                    <a:pt x="549" y="67"/>
                  </a:lnTo>
                  <a:lnTo>
                    <a:pt x="546" y="61"/>
                  </a:lnTo>
                  <a:lnTo>
                    <a:pt x="546" y="56"/>
                  </a:lnTo>
                  <a:lnTo>
                    <a:pt x="544" y="48"/>
                  </a:lnTo>
                  <a:lnTo>
                    <a:pt x="541" y="40"/>
                  </a:lnTo>
                  <a:lnTo>
                    <a:pt x="538" y="32"/>
                  </a:lnTo>
                  <a:lnTo>
                    <a:pt x="536" y="29"/>
                  </a:lnTo>
                  <a:lnTo>
                    <a:pt x="533" y="24"/>
                  </a:lnTo>
                  <a:lnTo>
                    <a:pt x="528" y="21"/>
                  </a:lnTo>
                  <a:lnTo>
                    <a:pt x="522" y="18"/>
                  </a:lnTo>
                  <a:lnTo>
                    <a:pt x="520" y="18"/>
                  </a:lnTo>
                  <a:lnTo>
                    <a:pt x="506" y="16"/>
                  </a:lnTo>
                  <a:lnTo>
                    <a:pt x="495" y="16"/>
                  </a:lnTo>
                  <a:lnTo>
                    <a:pt x="479" y="16"/>
                  </a:lnTo>
                  <a:lnTo>
                    <a:pt x="466" y="16"/>
                  </a:lnTo>
                  <a:lnTo>
                    <a:pt x="458" y="16"/>
                  </a:lnTo>
                  <a:lnTo>
                    <a:pt x="450" y="13"/>
                  </a:lnTo>
                  <a:lnTo>
                    <a:pt x="431" y="13"/>
                  </a:lnTo>
                  <a:lnTo>
                    <a:pt x="409" y="13"/>
                  </a:lnTo>
                  <a:lnTo>
                    <a:pt x="388" y="13"/>
                  </a:lnTo>
                  <a:lnTo>
                    <a:pt x="364" y="16"/>
                  </a:lnTo>
                  <a:lnTo>
                    <a:pt x="342" y="16"/>
                  </a:lnTo>
                  <a:lnTo>
                    <a:pt x="320" y="16"/>
                  </a:lnTo>
                  <a:lnTo>
                    <a:pt x="302" y="16"/>
                  </a:lnTo>
                  <a:lnTo>
                    <a:pt x="283" y="13"/>
                  </a:lnTo>
                  <a:lnTo>
                    <a:pt x="264" y="13"/>
                  </a:lnTo>
                  <a:lnTo>
                    <a:pt x="248" y="8"/>
                  </a:lnTo>
                  <a:lnTo>
                    <a:pt x="229" y="5"/>
                  </a:lnTo>
                  <a:lnTo>
                    <a:pt x="213" y="2"/>
                  </a:lnTo>
                  <a:lnTo>
                    <a:pt x="199" y="0"/>
                  </a:lnTo>
                  <a:lnTo>
                    <a:pt x="186" y="0"/>
                  </a:lnTo>
                  <a:lnTo>
                    <a:pt x="181" y="0"/>
                  </a:lnTo>
                  <a:lnTo>
                    <a:pt x="175"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9" name="Rectangle 10">
              <a:extLst>
                <a:ext uri="{FF2B5EF4-FFF2-40B4-BE49-F238E27FC236}">
                  <a16:creationId xmlns:a16="http://schemas.microsoft.com/office/drawing/2014/main" id="{12E42E00-0E52-4F48-9E47-69FF57625A6A}"/>
                </a:ext>
              </a:extLst>
            </p:cNvPr>
            <p:cNvSpPr>
              <a:spLocks noChangeArrowheads="1"/>
            </p:cNvSpPr>
            <p:nvPr/>
          </p:nvSpPr>
          <p:spPr bwMode="auto">
            <a:xfrm>
              <a:off x="4346086" y="1490773"/>
              <a:ext cx="22281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3200">
                  <a:solidFill>
                    <a:schemeClr val="bg1"/>
                  </a:solidFill>
                </a:rPr>
                <a:t>B</a:t>
              </a:r>
            </a:p>
          </p:txBody>
        </p:sp>
      </p:grpSp>
      <p:sp>
        <p:nvSpPr>
          <p:cNvPr id="251" name="Line 22">
            <a:extLst>
              <a:ext uri="{FF2B5EF4-FFF2-40B4-BE49-F238E27FC236}">
                <a16:creationId xmlns:a16="http://schemas.microsoft.com/office/drawing/2014/main" id="{AA591A70-D865-DF48-A927-67C81D690159}"/>
              </a:ext>
            </a:extLst>
          </p:cNvPr>
          <p:cNvSpPr>
            <a:spLocks noChangeShapeType="1"/>
          </p:cNvSpPr>
          <p:nvPr/>
        </p:nvSpPr>
        <p:spPr bwMode="auto">
          <a:xfrm>
            <a:off x="4877431" y="1734594"/>
            <a:ext cx="665163" cy="276225"/>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 name="Line 23">
            <a:extLst>
              <a:ext uri="{FF2B5EF4-FFF2-40B4-BE49-F238E27FC236}">
                <a16:creationId xmlns:a16="http://schemas.microsoft.com/office/drawing/2014/main" id="{F6A31CA1-6D75-4F45-8F9E-E7EE6105F53C}"/>
              </a:ext>
            </a:extLst>
          </p:cNvPr>
          <p:cNvSpPr>
            <a:spLocks noChangeShapeType="1"/>
          </p:cNvSpPr>
          <p:nvPr/>
        </p:nvSpPr>
        <p:spPr bwMode="auto">
          <a:xfrm flipV="1">
            <a:off x="4920293" y="2117182"/>
            <a:ext cx="669925" cy="56673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4" name="Line 25">
            <a:extLst>
              <a:ext uri="{FF2B5EF4-FFF2-40B4-BE49-F238E27FC236}">
                <a16:creationId xmlns:a16="http://schemas.microsoft.com/office/drawing/2014/main" id="{804A668C-99C3-C34B-A510-DEAA2A583752}"/>
              </a:ext>
            </a:extLst>
          </p:cNvPr>
          <p:cNvSpPr>
            <a:spLocks noChangeShapeType="1"/>
          </p:cNvSpPr>
          <p:nvPr/>
        </p:nvSpPr>
        <p:spPr bwMode="auto">
          <a:xfrm flipV="1">
            <a:off x="3791581" y="1874294"/>
            <a:ext cx="290513" cy="234950"/>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 name="Line 26">
            <a:extLst>
              <a:ext uri="{FF2B5EF4-FFF2-40B4-BE49-F238E27FC236}">
                <a16:creationId xmlns:a16="http://schemas.microsoft.com/office/drawing/2014/main" id="{E1D1A110-7690-7041-9B8F-73E3BA5CD6B6}"/>
              </a:ext>
            </a:extLst>
          </p:cNvPr>
          <p:cNvSpPr>
            <a:spLocks noChangeShapeType="1"/>
          </p:cNvSpPr>
          <p:nvPr/>
        </p:nvSpPr>
        <p:spPr bwMode="auto">
          <a:xfrm flipH="1" flipV="1">
            <a:off x="4664705" y="2002882"/>
            <a:ext cx="1423" cy="538612"/>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 name="Line 27">
            <a:extLst>
              <a:ext uri="{FF2B5EF4-FFF2-40B4-BE49-F238E27FC236}">
                <a16:creationId xmlns:a16="http://schemas.microsoft.com/office/drawing/2014/main" id="{A9456C19-2E00-BC4E-AEB5-F981440BD8C4}"/>
              </a:ext>
            </a:extLst>
          </p:cNvPr>
          <p:cNvSpPr>
            <a:spLocks noChangeShapeType="1"/>
          </p:cNvSpPr>
          <p:nvPr/>
        </p:nvSpPr>
        <p:spPr bwMode="auto">
          <a:xfrm>
            <a:off x="3816981" y="2428332"/>
            <a:ext cx="265113" cy="165100"/>
          </a:xfrm>
          <a:prstGeom prst="line">
            <a:avLst/>
          </a:prstGeom>
          <a:noFill/>
          <a:ln w="555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 name="Rectangle 3">
            <a:extLst>
              <a:ext uri="{FF2B5EF4-FFF2-40B4-BE49-F238E27FC236}">
                <a16:creationId xmlns:a16="http://schemas.microsoft.com/office/drawing/2014/main" id="{E54A3C0C-0F71-9345-9DF3-C62A1590C949}"/>
              </a:ext>
            </a:extLst>
          </p:cNvPr>
          <p:cNvSpPr>
            <a:spLocks noChangeArrowheads="1"/>
          </p:cNvSpPr>
          <p:nvPr/>
        </p:nvSpPr>
        <p:spPr bwMode="auto">
          <a:xfrm>
            <a:off x="1181100" y="3581400"/>
            <a:ext cx="6401562" cy="381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73" name="TextBox 272">
            <a:extLst>
              <a:ext uri="{FF2B5EF4-FFF2-40B4-BE49-F238E27FC236}">
                <a16:creationId xmlns:a16="http://schemas.microsoft.com/office/drawing/2014/main" id="{33DA0E0B-DE29-3147-B564-0EB3AC2AD342}"/>
              </a:ext>
            </a:extLst>
          </p:cNvPr>
          <p:cNvSpPr txBox="1"/>
          <p:nvPr/>
        </p:nvSpPr>
        <p:spPr>
          <a:xfrm>
            <a:off x="655786" y="3397142"/>
            <a:ext cx="11073610" cy="892552"/>
          </a:xfrm>
          <a:prstGeom prst="rect">
            <a:avLst/>
          </a:prstGeom>
          <a:noFill/>
        </p:spPr>
        <p:txBody>
          <a:bodyPr wrap="square" rtlCol="0">
            <a:spAutoFit/>
          </a:bodyPr>
          <a:lstStyle/>
          <a:p>
            <a:r>
              <a:rPr lang="en-US" sz="2800"/>
              <a:t>Network only wants to route traffic to/from its customers </a:t>
            </a:r>
            <a:r>
              <a:rPr lang="en-US" sz="2400"/>
              <a:t>(does not want to carry transit traffic between other ISPs – a typical “real world” policy)</a:t>
            </a:r>
          </a:p>
        </p:txBody>
      </p:sp>
      <p:cxnSp>
        <p:nvCxnSpPr>
          <p:cNvPr id="4" name="Straight Connector 3">
            <a:extLst>
              <a:ext uri="{FF2B5EF4-FFF2-40B4-BE49-F238E27FC236}">
                <a16:creationId xmlns:a16="http://schemas.microsoft.com/office/drawing/2014/main" id="{1D6AEABC-D528-EA42-9F12-618E7DACB610}"/>
              </a:ext>
            </a:extLst>
          </p:cNvPr>
          <p:cNvCxnSpPr/>
          <p:nvPr/>
        </p:nvCxnSpPr>
        <p:spPr>
          <a:xfrm flipH="1">
            <a:off x="2407023" y="2232212"/>
            <a:ext cx="61856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Freeform 14">
            <a:extLst>
              <a:ext uri="{FF2B5EF4-FFF2-40B4-BE49-F238E27FC236}">
                <a16:creationId xmlns:a16="http://schemas.microsoft.com/office/drawing/2014/main" id="{DFD5F628-1E9B-9047-B076-769DD7A8AB30}"/>
              </a:ext>
            </a:extLst>
          </p:cNvPr>
          <p:cNvSpPr>
            <a:spLocks/>
          </p:cNvSpPr>
          <p:nvPr/>
        </p:nvSpPr>
        <p:spPr bwMode="auto">
          <a:xfrm>
            <a:off x="2143756" y="2044157"/>
            <a:ext cx="346075" cy="341313"/>
          </a:xfrm>
          <a:custGeom>
            <a:avLst/>
            <a:gdLst>
              <a:gd name="T0" fmla="*/ 99 w 218"/>
              <a:gd name="T1" fmla="*/ 0 h 215"/>
              <a:gd name="T2" fmla="*/ 78 w 218"/>
              <a:gd name="T3" fmla="*/ 6 h 215"/>
              <a:gd name="T4" fmla="*/ 56 w 218"/>
              <a:gd name="T5" fmla="*/ 14 h 215"/>
              <a:gd name="T6" fmla="*/ 40 w 218"/>
              <a:gd name="T7" fmla="*/ 25 h 215"/>
              <a:gd name="T8" fmla="*/ 24 w 218"/>
              <a:gd name="T9" fmla="*/ 41 h 215"/>
              <a:gd name="T10" fmla="*/ 13 w 218"/>
              <a:gd name="T11" fmla="*/ 57 h 215"/>
              <a:gd name="T12" fmla="*/ 5 w 218"/>
              <a:gd name="T13" fmla="*/ 76 h 215"/>
              <a:gd name="T14" fmla="*/ 0 w 218"/>
              <a:gd name="T15" fmla="*/ 97 h 215"/>
              <a:gd name="T16" fmla="*/ 0 w 218"/>
              <a:gd name="T17" fmla="*/ 118 h 215"/>
              <a:gd name="T18" fmla="*/ 5 w 218"/>
              <a:gd name="T19" fmla="*/ 140 h 215"/>
              <a:gd name="T20" fmla="*/ 13 w 218"/>
              <a:gd name="T21" fmla="*/ 159 h 215"/>
              <a:gd name="T22" fmla="*/ 24 w 218"/>
              <a:gd name="T23" fmla="*/ 175 h 215"/>
              <a:gd name="T24" fmla="*/ 40 w 218"/>
              <a:gd name="T25" fmla="*/ 191 h 215"/>
              <a:gd name="T26" fmla="*/ 56 w 218"/>
              <a:gd name="T27" fmla="*/ 202 h 215"/>
              <a:gd name="T28" fmla="*/ 78 w 218"/>
              <a:gd name="T29" fmla="*/ 210 h 215"/>
              <a:gd name="T30" fmla="*/ 99 w 218"/>
              <a:gd name="T31" fmla="*/ 215 h 215"/>
              <a:gd name="T32" fmla="*/ 121 w 218"/>
              <a:gd name="T33" fmla="*/ 215 h 215"/>
              <a:gd name="T34" fmla="*/ 142 w 218"/>
              <a:gd name="T35" fmla="*/ 210 h 215"/>
              <a:gd name="T36" fmla="*/ 161 w 218"/>
              <a:gd name="T37" fmla="*/ 202 h 215"/>
              <a:gd name="T38" fmla="*/ 177 w 218"/>
              <a:gd name="T39" fmla="*/ 191 h 215"/>
              <a:gd name="T40" fmla="*/ 193 w 218"/>
              <a:gd name="T41" fmla="*/ 175 h 215"/>
              <a:gd name="T42" fmla="*/ 204 w 218"/>
              <a:gd name="T43" fmla="*/ 159 h 215"/>
              <a:gd name="T44" fmla="*/ 212 w 218"/>
              <a:gd name="T45" fmla="*/ 140 h 215"/>
              <a:gd name="T46" fmla="*/ 218 w 218"/>
              <a:gd name="T47" fmla="*/ 118 h 215"/>
              <a:gd name="T48" fmla="*/ 218 w 218"/>
              <a:gd name="T49" fmla="*/ 97 h 215"/>
              <a:gd name="T50" fmla="*/ 212 w 218"/>
              <a:gd name="T51" fmla="*/ 76 h 215"/>
              <a:gd name="T52" fmla="*/ 204 w 218"/>
              <a:gd name="T53" fmla="*/ 57 h 215"/>
              <a:gd name="T54" fmla="*/ 193 w 218"/>
              <a:gd name="T55" fmla="*/ 41 h 215"/>
              <a:gd name="T56" fmla="*/ 177 w 218"/>
              <a:gd name="T57" fmla="*/ 25 h 215"/>
              <a:gd name="T58" fmla="*/ 161 w 218"/>
              <a:gd name="T59" fmla="*/ 14 h 215"/>
              <a:gd name="T60" fmla="*/ 142 w 218"/>
              <a:gd name="T61" fmla="*/ 6 h 215"/>
              <a:gd name="T62" fmla="*/ 121 w 218"/>
              <a:gd name="T63" fmla="*/ 0 h 2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5"/>
              <a:gd name="T98" fmla="*/ 218 w 218"/>
              <a:gd name="T99" fmla="*/ 215 h 2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5">
                <a:moveTo>
                  <a:pt x="110" y="0"/>
                </a:moveTo>
                <a:lnTo>
                  <a:pt x="99" y="0"/>
                </a:lnTo>
                <a:lnTo>
                  <a:pt x="88" y="3"/>
                </a:lnTo>
                <a:lnTo>
                  <a:pt x="78" y="6"/>
                </a:lnTo>
                <a:lnTo>
                  <a:pt x="67" y="9"/>
                </a:lnTo>
                <a:lnTo>
                  <a:pt x="56" y="14"/>
                </a:lnTo>
                <a:lnTo>
                  <a:pt x="48" y="19"/>
                </a:lnTo>
                <a:lnTo>
                  <a:pt x="40" y="25"/>
                </a:lnTo>
                <a:lnTo>
                  <a:pt x="32" y="33"/>
                </a:lnTo>
                <a:lnTo>
                  <a:pt x="24" y="41"/>
                </a:lnTo>
                <a:lnTo>
                  <a:pt x="18" y="49"/>
                </a:lnTo>
                <a:lnTo>
                  <a:pt x="13" y="57"/>
                </a:lnTo>
                <a:lnTo>
                  <a:pt x="8" y="65"/>
                </a:lnTo>
                <a:lnTo>
                  <a:pt x="5" y="76"/>
                </a:lnTo>
                <a:lnTo>
                  <a:pt x="2" y="86"/>
                </a:lnTo>
                <a:lnTo>
                  <a:pt x="0" y="97"/>
                </a:lnTo>
                <a:lnTo>
                  <a:pt x="0" y="108"/>
                </a:lnTo>
                <a:lnTo>
                  <a:pt x="0" y="118"/>
                </a:lnTo>
                <a:lnTo>
                  <a:pt x="2" y="129"/>
                </a:lnTo>
                <a:lnTo>
                  <a:pt x="5" y="140"/>
                </a:lnTo>
                <a:lnTo>
                  <a:pt x="8" y="151"/>
                </a:lnTo>
                <a:lnTo>
                  <a:pt x="13" y="159"/>
                </a:lnTo>
                <a:lnTo>
                  <a:pt x="18" y="167"/>
                </a:lnTo>
                <a:lnTo>
                  <a:pt x="24" y="175"/>
                </a:lnTo>
                <a:lnTo>
                  <a:pt x="32" y="183"/>
                </a:lnTo>
                <a:lnTo>
                  <a:pt x="40" y="191"/>
                </a:lnTo>
                <a:lnTo>
                  <a:pt x="48" y="196"/>
                </a:lnTo>
                <a:lnTo>
                  <a:pt x="56" y="202"/>
                </a:lnTo>
                <a:lnTo>
                  <a:pt x="67" y="207"/>
                </a:lnTo>
                <a:lnTo>
                  <a:pt x="78" y="210"/>
                </a:lnTo>
                <a:lnTo>
                  <a:pt x="88" y="212"/>
                </a:lnTo>
                <a:lnTo>
                  <a:pt x="99" y="215"/>
                </a:lnTo>
                <a:lnTo>
                  <a:pt x="110" y="215"/>
                </a:lnTo>
                <a:lnTo>
                  <a:pt x="121" y="215"/>
                </a:lnTo>
                <a:lnTo>
                  <a:pt x="131" y="212"/>
                </a:lnTo>
                <a:lnTo>
                  <a:pt x="142" y="210"/>
                </a:lnTo>
                <a:lnTo>
                  <a:pt x="153" y="207"/>
                </a:lnTo>
                <a:lnTo>
                  <a:pt x="161" y="202"/>
                </a:lnTo>
                <a:lnTo>
                  <a:pt x="169" y="196"/>
                </a:lnTo>
                <a:lnTo>
                  <a:pt x="177" y="191"/>
                </a:lnTo>
                <a:lnTo>
                  <a:pt x="185" y="183"/>
                </a:lnTo>
                <a:lnTo>
                  <a:pt x="193" y="175"/>
                </a:lnTo>
                <a:lnTo>
                  <a:pt x="199" y="167"/>
                </a:lnTo>
                <a:lnTo>
                  <a:pt x="204" y="159"/>
                </a:lnTo>
                <a:lnTo>
                  <a:pt x="209" y="151"/>
                </a:lnTo>
                <a:lnTo>
                  <a:pt x="212" y="140"/>
                </a:lnTo>
                <a:lnTo>
                  <a:pt x="215" y="129"/>
                </a:lnTo>
                <a:lnTo>
                  <a:pt x="218" y="118"/>
                </a:lnTo>
                <a:lnTo>
                  <a:pt x="218" y="108"/>
                </a:lnTo>
                <a:lnTo>
                  <a:pt x="218" y="97"/>
                </a:lnTo>
                <a:lnTo>
                  <a:pt x="215" y="86"/>
                </a:lnTo>
                <a:lnTo>
                  <a:pt x="212" y="76"/>
                </a:lnTo>
                <a:lnTo>
                  <a:pt x="209" y="65"/>
                </a:lnTo>
                <a:lnTo>
                  <a:pt x="204" y="57"/>
                </a:lnTo>
                <a:lnTo>
                  <a:pt x="199" y="49"/>
                </a:lnTo>
                <a:lnTo>
                  <a:pt x="193" y="41"/>
                </a:lnTo>
                <a:lnTo>
                  <a:pt x="185" y="33"/>
                </a:lnTo>
                <a:lnTo>
                  <a:pt x="177" y="25"/>
                </a:lnTo>
                <a:lnTo>
                  <a:pt x="169" y="19"/>
                </a:lnTo>
                <a:lnTo>
                  <a:pt x="161" y="14"/>
                </a:lnTo>
                <a:lnTo>
                  <a:pt x="153" y="9"/>
                </a:lnTo>
                <a:lnTo>
                  <a:pt x="142" y="6"/>
                </a:lnTo>
                <a:lnTo>
                  <a:pt x="131" y="3"/>
                </a:lnTo>
                <a:lnTo>
                  <a:pt x="121" y="0"/>
                </a:lnTo>
                <a:lnTo>
                  <a:pt x="110"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4" name="Rectangle 15">
            <a:extLst>
              <a:ext uri="{FF2B5EF4-FFF2-40B4-BE49-F238E27FC236}">
                <a16:creationId xmlns:a16="http://schemas.microsoft.com/office/drawing/2014/main" id="{C1F5C79B-2FE7-554C-A52F-9036F9664224}"/>
              </a:ext>
            </a:extLst>
          </p:cNvPr>
          <p:cNvSpPr>
            <a:spLocks noChangeArrowheads="1"/>
          </p:cNvSpPr>
          <p:nvPr/>
        </p:nvSpPr>
        <p:spPr bwMode="auto">
          <a:xfrm>
            <a:off x="2196237" y="2009324"/>
            <a:ext cx="22923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w</a:t>
            </a:r>
            <a:endParaRPr lang="en-US" sz="2000" b="1">
              <a:solidFill>
                <a:schemeClr val="bg1"/>
              </a:solidFill>
            </a:endParaRPr>
          </a:p>
        </p:txBody>
      </p:sp>
      <p:sp>
        <p:nvSpPr>
          <p:cNvPr id="245" name="Rectangle 16">
            <a:extLst>
              <a:ext uri="{FF2B5EF4-FFF2-40B4-BE49-F238E27FC236}">
                <a16:creationId xmlns:a16="http://schemas.microsoft.com/office/drawing/2014/main" id="{99072FE5-38EC-F64C-B60E-F3D505CCE338}"/>
              </a:ext>
            </a:extLst>
          </p:cNvPr>
          <p:cNvSpPr>
            <a:spLocks noChangeArrowheads="1"/>
          </p:cNvSpPr>
          <p:nvPr/>
        </p:nvSpPr>
        <p:spPr bwMode="auto">
          <a:xfrm>
            <a:off x="2419981" y="2083844"/>
            <a:ext cx="49213" cy="212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400">
                <a:solidFill>
                  <a:srgbClr val="000000"/>
                </a:solidFill>
              </a:rPr>
              <a:t> </a:t>
            </a:r>
            <a:endParaRPr lang="en-US"/>
          </a:p>
        </p:txBody>
      </p:sp>
      <p:grpSp>
        <p:nvGrpSpPr>
          <p:cNvPr id="2" name="Group 1">
            <a:extLst>
              <a:ext uri="{FF2B5EF4-FFF2-40B4-BE49-F238E27FC236}">
                <a16:creationId xmlns:a16="http://schemas.microsoft.com/office/drawing/2014/main" id="{C44E66DA-DCC6-7F44-AC06-FAE5FC3E60BF}"/>
              </a:ext>
            </a:extLst>
          </p:cNvPr>
          <p:cNvGrpSpPr/>
          <p:nvPr/>
        </p:nvGrpSpPr>
        <p:grpSpPr>
          <a:xfrm>
            <a:off x="2950206" y="1990648"/>
            <a:ext cx="892175" cy="579438"/>
            <a:chOff x="2950206" y="1990648"/>
            <a:chExt cx="892175" cy="579438"/>
          </a:xfrm>
        </p:grpSpPr>
        <p:sp>
          <p:nvSpPr>
            <p:cNvPr id="237" name="Freeform 8">
              <a:extLst>
                <a:ext uri="{FF2B5EF4-FFF2-40B4-BE49-F238E27FC236}">
                  <a16:creationId xmlns:a16="http://schemas.microsoft.com/office/drawing/2014/main" id="{FDB92971-5732-AB45-AC0C-7FEBEABF41CF}"/>
                </a:ext>
              </a:extLst>
            </p:cNvPr>
            <p:cNvSpPr>
              <a:spLocks/>
            </p:cNvSpPr>
            <p:nvPr/>
          </p:nvSpPr>
          <p:spPr bwMode="auto">
            <a:xfrm>
              <a:off x="2950206" y="1990648"/>
              <a:ext cx="892175" cy="579438"/>
            </a:xfrm>
            <a:custGeom>
              <a:avLst/>
              <a:gdLst>
                <a:gd name="T0" fmla="*/ 148 w 562"/>
                <a:gd name="T1" fmla="*/ 5 h 365"/>
                <a:gd name="T2" fmla="*/ 121 w 562"/>
                <a:gd name="T3" fmla="*/ 11 h 365"/>
                <a:gd name="T4" fmla="*/ 94 w 562"/>
                <a:gd name="T5" fmla="*/ 21 h 365"/>
                <a:gd name="T6" fmla="*/ 70 w 562"/>
                <a:gd name="T7" fmla="*/ 37 h 365"/>
                <a:gd name="T8" fmla="*/ 46 w 562"/>
                <a:gd name="T9" fmla="*/ 62 h 365"/>
                <a:gd name="T10" fmla="*/ 24 w 562"/>
                <a:gd name="T11" fmla="*/ 91 h 365"/>
                <a:gd name="T12" fmla="*/ 8 w 562"/>
                <a:gd name="T13" fmla="*/ 121 h 365"/>
                <a:gd name="T14" fmla="*/ 3 w 562"/>
                <a:gd name="T15" fmla="*/ 137 h 365"/>
                <a:gd name="T16" fmla="*/ 0 w 562"/>
                <a:gd name="T17" fmla="*/ 150 h 365"/>
                <a:gd name="T18" fmla="*/ 0 w 562"/>
                <a:gd name="T19" fmla="*/ 166 h 365"/>
                <a:gd name="T20" fmla="*/ 3 w 562"/>
                <a:gd name="T21" fmla="*/ 182 h 365"/>
                <a:gd name="T22" fmla="*/ 19 w 562"/>
                <a:gd name="T23" fmla="*/ 212 h 365"/>
                <a:gd name="T24" fmla="*/ 38 w 562"/>
                <a:gd name="T25" fmla="*/ 244 h 365"/>
                <a:gd name="T26" fmla="*/ 59 w 562"/>
                <a:gd name="T27" fmla="*/ 271 h 365"/>
                <a:gd name="T28" fmla="*/ 81 w 562"/>
                <a:gd name="T29" fmla="*/ 295 h 365"/>
                <a:gd name="T30" fmla="*/ 105 w 562"/>
                <a:gd name="T31" fmla="*/ 319 h 365"/>
                <a:gd name="T32" fmla="*/ 119 w 562"/>
                <a:gd name="T33" fmla="*/ 327 h 365"/>
                <a:gd name="T34" fmla="*/ 137 w 562"/>
                <a:gd name="T35" fmla="*/ 335 h 365"/>
                <a:gd name="T36" fmla="*/ 156 w 562"/>
                <a:gd name="T37" fmla="*/ 343 h 365"/>
                <a:gd name="T38" fmla="*/ 183 w 562"/>
                <a:gd name="T39" fmla="*/ 349 h 365"/>
                <a:gd name="T40" fmla="*/ 199 w 562"/>
                <a:gd name="T41" fmla="*/ 351 h 365"/>
                <a:gd name="T42" fmla="*/ 240 w 562"/>
                <a:gd name="T43" fmla="*/ 357 h 365"/>
                <a:gd name="T44" fmla="*/ 285 w 562"/>
                <a:gd name="T45" fmla="*/ 359 h 365"/>
                <a:gd name="T46" fmla="*/ 334 w 562"/>
                <a:gd name="T47" fmla="*/ 362 h 365"/>
                <a:gd name="T48" fmla="*/ 385 w 562"/>
                <a:gd name="T49" fmla="*/ 365 h 365"/>
                <a:gd name="T50" fmla="*/ 433 w 562"/>
                <a:gd name="T51" fmla="*/ 362 h 365"/>
                <a:gd name="T52" fmla="*/ 476 w 562"/>
                <a:gd name="T53" fmla="*/ 354 h 365"/>
                <a:gd name="T54" fmla="*/ 503 w 562"/>
                <a:gd name="T55" fmla="*/ 346 h 365"/>
                <a:gd name="T56" fmla="*/ 519 w 562"/>
                <a:gd name="T57" fmla="*/ 338 h 365"/>
                <a:gd name="T58" fmla="*/ 530 w 562"/>
                <a:gd name="T59" fmla="*/ 327 h 365"/>
                <a:gd name="T60" fmla="*/ 544 w 562"/>
                <a:gd name="T61" fmla="*/ 308 h 365"/>
                <a:gd name="T62" fmla="*/ 554 w 562"/>
                <a:gd name="T63" fmla="*/ 276 h 365"/>
                <a:gd name="T64" fmla="*/ 560 w 562"/>
                <a:gd name="T65" fmla="*/ 239 h 365"/>
                <a:gd name="T66" fmla="*/ 562 w 562"/>
                <a:gd name="T67" fmla="*/ 196 h 365"/>
                <a:gd name="T68" fmla="*/ 560 w 562"/>
                <a:gd name="T69" fmla="*/ 155 h 365"/>
                <a:gd name="T70" fmla="*/ 557 w 562"/>
                <a:gd name="T71" fmla="*/ 115 h 365"/>
                <a:gd name="T72" fmla="*/ 552 w 562"/>
                <a:gd name="T73" fmla="*/ 80 h 365"/>
                <a:gd name="T74" fmla="*/ 549 w 562"/>
                <a:gd name="T75" fmla="*/ 62 h 365"/>
                <a:gd name="T76" fmla="*/ 546 w 562"/>
                <a:gd name="T77" fmla="*/ 48 h 365"/>
                <a:gd name="T78" fmla="*/ 541 w 562"/>
                <a:gd name="T79" fmla="*/ 32 h 365"/>
                <a:gd name="T80" fmla="*/ 533 w 562"/>
                <a:gd name="T81" fmla="*/ 24 h 365"/>
                <a:gd name="T82" fmla="*/ 525 w 562"/>
                <a:gd name="T83" fmla="*/ 19 h 365"/>
                <a:gd name="T84" fmla="*/ 509 w 562"/>
                <a:gd name="T85" fmla="*/ 16 h 365"/>
                <a:gd name="T86" fmla="*/ 482 w 562"/>
                <a:gd name="T87" fmla="*/ 16 h 365"/>
                <a:gd name="T88" fmla="*/ 458 w 562"/>
                <a:gd name="T89" fmla="*/ 16 h 365"/>
                <a:gd name="T90" fmla="*/ 431 w 562"/>
                <a:gd name="T91" fmla="*/ 13 h 365"/>
                <a:gd name="T92" fmla="*/ 388 w 562"/>
                <a:gd name="T93" fmla="*/ 13 h 365"/>
                <a:gd name="T94" fmla="*/ 342 w 562"/>
                <a:gd name="T95" fmla="*/ 16 h 365"/>
                <a:gd name="T96" fmla="*/ 301 w 562"/>
                <a:gd name="T97" fmla="*/ 16 h 365"/>
                <a:gd name="T98" fmla="*/ 264 w 562"/>
                <a:gd name="T99" fmla="*/ 13 h 365"/>
                <a:gd name="T100" fmla="*/ 229 w 562"/>
                <a:gd name="T101" fmla="*/ 5 h 365"/>
                <a:gd name="T102" fmla="*/ 199 w 562"/>
                <a:gd name="T103" fmla="*/ 0 h 365"/>
                <a:gd name="T104" fmla="*/ 183 w 562"/>
                <a:gd name="T105" fmla="*/ 0 h 36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2"/>
                <a:gd name="T160" fmla="*/ 0 h 365"/>
                <a:gd name="T161" fmla="*/ 562 w 562"/>
                <a:gd name="T162" fmla="*/ 365 h 36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2" h="365">
                  <a:moveTo>
                    <a:pt x="178" y="0"/>
                  </a:moveTo>
                  <a:lnTo>
                    <a:pt x="148" y="5"/>
                  </a:lnTo>
                  <a:lnTo>
                    <a:pt x="135" y="8"/>
                  </a:lnTo>
                  <a:lnTo>
                    <a:pt x="121" y="11"/>
                  </a:lnTo>
                  <a:lnTo>
                    <a:pt x="108" y="16"/>
                  </a:lnTo>
                  <a:lnTo>
                    <a:pt x="94" y="21"/>
                  </a:lnTo>
                  <a:lnTo>
                    <a:pt x="81" y="29"/>
                  </a:lnTo>
                  <a:lnTo>
                    <a:pt x="70" y="37"/>
                  </a:lnTo>
                  <a:lnTo>
                    <a:pt x="59" y="48"/>
                  </a:lnTo>
                  <a:lnTo>
                    <a:pt x="46" y="62"/>
                  </a:lnTo>
                  <a:lnTo>
                    <a:pt x="35" y="75"/>
                  </a:lnTo>
                  <a:lnTo>
                    <a:pt x="24" y="91"/>
                  </a:lnTo>
                  <a:lnTo>
                    <a:pt x="16" y="104"/>
                  </a:lnTo>
                  <a:lnTo>
                    <a:pt x="8" y="121"/>
                  </a:lnTo>
                  <a:lnTo>
                    <a:pt x="6" y="129"/>
                  </a:lnTo>
                  <a:lnTo>
                    <a:pt x="3" y="137"/>
                  </a:lnTo>
                  <a:lnTo>
                    <a:pt x="0" y="142"/>
                  </a:lnTo>
                  <a:lnTo>
                    <a:pt x="0" y="150"/>
                  </a:lnTo>
                  <a:lnTo>
                    <a:pt x="0" y="158"/>
                  </a:lnTo>
                  <a:lnTo>
                    <a:pt x="0" y="166"/>
                  </a:lnTo>
                  <a:lnTo>
                    <a:pt x="3" y="174"/>
                  </a:lnTo>
                  <a:lnTo>
                    <a:pt x="3" y="182"/>
                  </a:lnTo>
                  <a:lnTo>
                    <a:pt x="11" y="196"/>
                  </a:lnTo>
                  <a:lnTo>
                    <a:pt x="19" y="212"/>
                  </a:lnTo>
                  <a:lnTo>
                    <a:pt x="27" y="228"/>
                  </a:lnTo>
                  <a:lnTo>
                    <a:pt x="38" y="244"/>
                  </a:lnTo>
                  <a:lnTo>
                    <a:pt x="49" y="257"/>
                  </a:lnTo>
                  <a:lnTo>
                    <a:pt x="59" y="271"/>
                  </a:lnTo>
                  <a:lnTo>
                    <a:pt x="70" y="284"/>
                  </a:lnTo>
                  <a:lnTo>
                    <a:pt x="81" y="295"/>
                  </a:lnTo>
                  <a:lnTo>
                    <a:pt x="92" y="306"/>
                  </a:lnTo>
                  <a:lnTo>
                    <a:pt x="105" y="319"/>
                  </a:lnTo>
                  <a:lnTo>
                    <a:pt x="110" y="322"/>
                  </a:lnTo>
                  <a:lnTo>
                    <a:pt x="119" y="327"/>
                  </a:lnTo>
                  <a:lnTo>
                    <a:pt x="127" y="332"/>
                  </a:lnTo>
                  <a:lnTo>
                    <a:pt x="137" y="335"/>
                  </a:lnTo>
                  <a:lnTo>
                    <a:pt x="145" y="340"/>
                  </a:lnTo>
                  <a:lnTo>
                    <a:pt x="156" y="343"/>
                  </a:lnTo>
                  <a:lnTo>
                    <a:pt x="170" y="346"/>
                  </a:lnTo>
                  <a:lnTo>
                    <a:pt x="183" y="349"/>
                  </a:lnTo>
                  <a:lnTo>
                    <a:pt x="191" y="349"/>
                  </a:lnTo>
                  <a:lnTo>
                    <a:pt x="199" y="351"/>
                  </a:lnTo>
                  <a:lnTo>
                    <a:pt x="218" y="354"/>
                  </a:lnTo>
                  <a:lnTo>
                    <a:pt x="240" y="357"/>
                  </a:lnTo>
                  <a:lnTo>
                    <a:pt x="261" y="357"/>
                  </a:lnTo>
                  <a:lnTo>
                    <a:pt x="285" y="359"/>
                  </a:lnTo>
                  <a:lnTo>
                    <a:pt x="310" y="362"/>
                  </a:lnTo>
                  <a:lnTo>
                    <a:pt x="334" y="362"/>
                  </a:lnTo>
                  <a:lnTo>
                    <a:pt x="361" y="365"/>
                  </a:lnTo>
                  <a:lnTo>
                    <a:pt x="385" y="365"/>
                  </a:lnTo>
                  <a:lnTo>
                    <a:pt x="409" y="362"/>
                  </a:lnTo>
                  <a:lnTo>
                    <a:pt x="433" y="362"/>
                  </a:lnTo>
                  <a:lnTo>
                    <a:pt x="458" y="359"/>
                  </a:lnTo>
                  <a:lnTo>
                    <a:pt x="476" y="354"/>
                  </a:lnTo>
                  <a:lnTo>
                    <a:pt x="495" y="349"/>
                  </a:lnTo>
                  <a:lnTo>
                    <a:pt x="503" y="346"/>
                  </a:lnTo>
                  <a:lnTo>
                    <a:pt x="511" y="340"/>
                  </a:lnTo>
                  <a:lnTo>
                    <a:pt x="519" y="338"/>
                  </a:lnTo>
                  <a:lnTo>
                    <a:pt x="525" y="332"/>
                  </a:lnTo>
                  <a:lnTo>
                    <a:pt x="530" y="327"/>
                  </a:lnTo>
                  <a:lnTo>
                    <a:pt x="536" y="322"/>
                  </a:lnTo>
                  <a:lnTo>
                    <a:pt x="544" y="308"/>
                  </a:lnTo>
                  <a:lnTo>
                    <a:pt x="549" y="295"/>
                  </a:lnTo>
                  <a:lnTo>
                    <a:pt x="554" y="276"/>
                  </a:lnTo>
                  <a:lnTo>
                    <a:pt x="557" y="257"/>
                  </a:lnTo>
                  <a:lnTo>
                    <a:pt x="560" y="239"/>
                  </a:lnTo>
                  <a:lnTo>
                    <a:pt x="562" y="217"/>
                  </a:lnTo>
                  <a:lnTo>
                    <a:pt x="562" y="196"/>
                  </a:lnTo>
                  <a:lnTo>
                    <a:pt x="562" y="174"/>
                  </a:lnTo>
                  <a:lnTo>
                    <a:pt x="560" y="155"/>
                  </a:lnTo>
                  <a:lnTo>
                    <a:pt x="560" y="134"/>
                  </a:lnTo>
                  <a:lnTo>
                    <a:pt x="557" y="115"/>
                  </a:lnTo>
                  <a:lnTo>
                    <a:pt x="554" y="96"/>
                  </a:lnTo>
                  <a:lnTo>
                    <a:pt x="552" y="80"/>
                  </a:lnTo>
                  <a:lnTo>
                    <a:pt x="552" y="67"/>
                  </a:lnTo>
                  <a:lnTo>
                    <a:pt x="549" y="62"/>
                  </a:lnTo>
                  <a:lnTo>
                    <a:pt x="549" y="56"/>
                  </a:lnTo>
                  <a:lnTo>
                    <a:pt x="546" y="48"/>
                  </a:lnTo>
                  <a:lnTo>
                    <a:pt x="544" y="40"/>
                  </a:lnTo>
                  <a:lnTo>
                    <a:pt x="541" y="32"/>
                  </a:lnTo>
                  <a:lnTo>
                    <a:pt x="538" y="29"/>
                  </a:lnTo>
                  <a:lnTo>
                    <a:pt x="533" y="24"/>
                  </a:lnTo>
                  <a:lnTo>
                    <a:pt x="530" y="21"/>
                  </a:lnTo>
                  <a:lnTo>
                    <a:pt x="525" y="19"/>
                  </a:lnTo>
                  <a:lnTo>
                    <a:pt x="519" y="19"/>
                  </a:lnTo>
                  <a:lnTo>
                    <a:pt x="509" y="16"/>
                  </a:lnTo>
                  <a:lnTo>
                    <a:pt x="495" y="16"/>
                  </a:lnTo>
                  <a:lnTo>
                    <a:pt x="482" y="16"/>
                  </a:lnTo>
                  <a:lnTo>
                    <a:pt x="466" y="16"/>
                  </a:lnTo>
                  <a:lnTo>
                    <a:pt x="458" y="16"/>
                  </a:lnTo>
                  <a:lnTo>
                    <a:pt x="449" y="13"/>
                  </a:lnTo>
                  <a:lnTo>
                    <a:pt x="431" y="13"/>
                  </a:lnTo>
                  <a:lnTo>
                    <a:pt x="409" y="13"/>
                  </a:lnTo>
                  <a:lnTo>
                    <a:pt x="388" y="13"/>
                  </a:lnTo>
                  <a:lnTo>
                    <a:pt x="363" y="16"/>
                  </a:lnTo>
                  <a:lnTo>
                    <a:pt x="342" y="16"/>
                  </a:lnTo>
                  <a:lnTo>
                    <a:pt x="320" y="16"/>
                  </a:lnTo>
                  <a:lnTo>
                    <a:pt x="301" y="16"/>
                  </a:lnTo>
                  <a:lnTo>
                    <a:pt x="283" y="13"/>
                  </a:lnTo>
                  <a:lnTo>
                    <a:pt x="264" y="13"/>
                  </a:lnTo>
                  <a:lnTo>
                    <a:pt x="248" y="8"/>
                  </a:lnTo>
                  <a:lnTo>
                    <a:pt x="229" y="5"/>
                  </a:lnTo>
                  <a:lnTo>
                    <a:pt x="213" y="3"/>
                  </a:lnTo>
                  <a:lnTo>
                    <a:pt x="199" y="0"/>
                  </a:lnTo>
                  <a:lnTo>
                    <a:pt x="188" y="0"/>
                  </a:lnTo>
                  <a:lnTo>
                    <a:pt x="183" y="0"/>
                  </a:lnTo>
                  <a:lnTo>
                    <a:pt x="17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8" name="Rectangle 9">
              <a:extLst>
                <a:ext uri="{FF2B5EF4-FFF2-40B4-BE49-F238E27FC236}">
                  <a16:creationId xmlns:a16="http://schemas.microsoft.com/office/drawing/2014/main" id="{1EB1CCD9-1976-AB44-A2DC-E6F2E6A85DB9}"/>
                </a:ext>
              </a:extLst>
            </p:cNvPr>
            <p:cNvSpPr>
              <a:spLocks noChangeArrowheads="1"/>
            </p:cNvSpPr>
            <p:nvPr/>
          </p:nvSpPr>
          <p:spPr bwMode="auto">
            <a:xfrm flipH="1">
              <a:off x="3314700" y="2056297"/>
              <a:ext cx="333025"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sz="2800" b="1">
                  <a:solidFill>
                    <a:schemeClr val="bg1"/>
                  </a:solidFill>
                </a:rPr>
                <a:t>A</a:t>
              </a:r>
            </a:p>
          </p:txBody>
        </p:sp>
      </p:grpSp>
      <p:cxnSp>
        <p:nvCxnSpPr>
          <p:cNvPr id="278" name="Straight Connector 277">
            <a:extLst>
              <a:ext uri="{FF2B5EF4-FFF2-40B4-BE49-F238E27FC236}">
                <a16:creationId xmlns:a16="http://schemas.microsoft.com/office/drawing/2014/main" id="{E2BBCBDF-DF9E-124A-9B86-A7AD76416AA3}"/>
              </a:ext>
            </a:extLst>
          </p:cNvPr>
          <p:cNvCxnSpPr/>
          <p:nvPr/>
        </p:nvCxnSpPr>
        <p:spPr>
          <a:xfrm flipH="1">
            <a:off x="4921623" y="2841812"/>
            <a:ext cx="61856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Freeform 19">
            <a:extLst>
              <a:ext uri="{FF2B5EF4-FFF2-40B4-BE49-F238E27FC236}">
                <a16:creationId xmlns:a16="http://schemas.microsoft.com/office/drawing/2014/main" id="{723A073B-FC90-9C4B-AFAC-D8CF166CBB28}"/>
              </a:ext>
            </a:extLst>
          </p:cNvPr>
          <p:cNvSpPr>
            <a:spLocks/>
          </p:cNvSpPr>
          <p:nvPr/>
        </p:nvSpPr>
        <p:spPr bwMode="auto">
          <a:xfrm>
            <a:off x="5503279" y="2665056"/>
            <a:ext cx="346075" cy="336550"/>
          </a:xfrm>
          <a:custGeom>
            <a:avLst/>
            <a:gdLst>
              <a:gd name="T0" fmla="*/ 97 w 218"/>
              <a:gd name="T1" fmla="*/ 0 h 212"/>
              <a:gd name="T2" fmla="*/ 75 w 218"/>
              <a:gd name="T3" fmla="*/ 6 h 212"/>
              <a:gd name="T4" fmla="*/ 56 w 218"/>
              <a:gd name="T5" fmla="*/ 14 h 212"/>
              <a:gd name="T6" fmla="*/ 40 w 218"/>
              <a:gd name="T7" fmla="*/ 24 h 212"/>
              <a:gd name="T8" fmla="*/ 24 w 218"/>
              <a:gd name="T9" fmla="*/ 38 h 212"/>
              <a:gd name="T10" fmla="*/ 13 w 218"/>
              <a:gd name="T11" fmla="*/ 54 h 212"/>
              <a:gd name="T12" fmla="*/ 5 w 218"/>
              <a:gd name="T13" fmla="*/ 73 h 212"/>
              <a:gd name="T14" fmla="*/ 0 w 218"/>
              <a:gd name="T15" fmla="*/ 94 h 212"/>
              <a:gd name="T16" fmla="*/ 0 w 218"/>
              <a:gd name="T17" fmla="*/ 116 h 212"/>
              <a:gd name="T18" fmla="*/ 5 w 218"/>
              <a:gd name="T19" fmla="*/ 137 h 212"/>
              <a:gd name="T20" fmla="*/ 13 w 218"/>
              <a:gd name="T21" fmla="*/ 156 h 212"/>
              <a:gd name="T22" fmla="*/ 24 w 218"/>
              <a:gd name="T23" fmla="*/ 172 h 212"/>
              <a:gd name="T24" fmla="*/ 40 w 218"/>
              <a:gd name="T25" fmla="*/ 188 h 212"/>
              <a:gd name="T26" fmla="*/ 56 w 218"/>
              <a:gd name="T27" fmla="*/ 199 h 212"/>
              <a:gd name="T28" fmla="*/ 75 w 218"/>
              <a:gd name="T29" fmla="*/ 207 h 212"/>
              <a:gd name="T30" fmla="*/ 97 w 218"/>
              <a:gd name="T31" fmla="*/ 212 h 212"/>
              <a:gd name="T32" fmla="*/ 118 w 218"/>
              <a:gd name="T33" fmla="*/ 212 h 212"/>
              <a:gd name="T34" fmla="*/ 140 w 218"/>
              <a:gd name="T35" fmla="*/ 207 h 212"/>
              <a:gd name="T36" fmla="*/ 161 w 218"/>
              <a:gd name="T37" fmla="*/ 199 h 212"/>
              <a:gd name="T38" fmla="*/ 178 w 218"/>
              <a:gd name="T39" fmla="*/ 188 h 212"/>
              <a:gd name="T40" fmla="*/ 194 w 218"/>
              <a:gd name="T41" fmla="*/ 172 h 212"/>
              <a:gd name="T42" fmla="*/ 204 w 218"/>
              <a:gd name="T43" fmla="*/ 156 h 212"/>
              <a:gd name="T44" fmla="*/ 213 w 218"/>
              <a:gd name="T45" fmla="*/ 137 h 212"/>
              <a:gd name="T46" fmla="*/ 218 w 218"/>
              <a:gd name="T47" fmla="*/ 116 h 212"/>
              <a:gd name="T48" fmla="*/ 218 w 218"/>
              <a:gd name="T49" fmla="*/ 94 h 212"/>
              <a:gd name="T50" fmla="*/ 213 w 218"/>
              <a:gd name="T51" fmla="*/ 73 h 212"/>
              <a:gd name="T52" fmla="*/ 204 w 218"/>
              <a:gd name="T53" fmla="*/ 54 h 212"/>
              <a:gd name="T54" fmla="*/ 194 w 218"/>
              <a:gd name="T55" fmla="*/ 38 h 212"/>
              <a:gd name="T56" fmla="*/ 178 w 218"/>
              <a:gd name="T57" fmla="*/ 24 h 212"/>
              <a:gd name="T58" fmla="*/ 161 w 218"/>
              <a:gd name="T59" fmla="*/ 14 h 212"/>
              <a:gd name="T60" fmla="*/ 140 w 218"/>
              <a:gd name="T61" fmla="*/ 6 h 212"/>
              <a:gd name="T62" fmla="*/ 118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08" y="0"/>
                </a:moveTo>
                <a:lnTo>
                  <a:pt x="97" y="0"/>
                </a:lnTo>
                <a:lnTo>
                  <a:pt x="86" y="3"/>
                </a:lnTo>
                <a:lnTo>
                  <a:pt x="75" y="6"/>
                </a:lnTo>
                <a:lnTo>
                  <a:pt x="65" y="8"/>
                </a:lnTo>
                <a:lnTo>
                  <a:pt x="56" y="14"/>
                </a:lnTo>
                <a:lnTo>
                  <a:pt x="48" y="19"/>
                </a:lnTo>
                <a:lnTo>
                  <a:pt x="40" y="24"/>
                </a:lnTo>
                <a:lnTo>
                  <a:pt x="32" y="30"/>
                </a:lnTo>
                <a:lnTo>
                  <a:pt x="24" y="38"/>
                </a:lnTo>
                <a:lnTo>
                  <a:pt x="19" y="46"/>
                </a:lnTo>
                <a:lnTo>
                  <a:pt x="13" y="54"/>
                </a:lnTo>
                <a:lnTo>
                  <a:pt x="8" y="65"/>
                </a:lnTo>
                <a:lnTo>
                  <a:pt x="5" y="73"/>
                </a:lnTo>
                <a:lnTo>
                  <a:pt x="3" y="83"/>
                </a:lnTo>
                <a:lnTo>
                  <a:pt x="0" y="94"/>
                </a:lnTo>
                <a:lnTo>
                  <a:pt x="0" y="105"/>
                </a:lnTo>
                <a:lnTo>
                  <a:pt x="0" y="116"/>
                </a:lnTo>
                <a:lnTo>
                  <a:pt x="3" y="126"/>
                </a:lnTo>
                <a:lnTo>
                  <a:pt x="5" y="137"/>
                </a:lnTo>
                <a:lnTo>
                  <a:pt x="8" y="148"/>
                </a:lnTo>
                <a:lnTo>
                  <a:pt x="13" y="156"/>
                </a:lnTo>
                <a:lnTo>
                  <a:pt x="19" y="164"/>
                </a:lnTo>
                <a:lnTo>
                  <a:pt x="24" y="172"/>
                </a:lnTo>
                <a:lnTo>
                  <a:pt x="32" y="180"/>
                </a:lnTo>
                <a:lnTo>
                  <a:pt x="40" y="188"/>
                </a:lnTo>
                <a:lnTo>
                  <a:pt x="48" y="193"/>
                </a:lnTo>
                <a:lnTo>
                  <a:pt x="56" y="199"/>
                </a:lnTo>
                <a:lnTo>
                  <a:pt x="65" y="204"/>
                </a:lnTo>
                <a:lnTo>
                  <a:pt x="75" y="207"/>
                </a:lnTo>
                <a:lnTo>
                  <a:pt x="86" y="209"/>
                </a:lnTo>
                <a:lnTo>
                  <a:pt x="97" y="212"/>
                </a:lnTo>
                <a:lnTo>
                  <a:pt x="108" y="212"/>
                </a:lnTo>
                <a:lnTo>
                  <a:pt x="118" y="212"/>
                </a:lnTo>
                <a:lnTo>
                  <a:pt x="129" y="209"/>
                </a:lnTo>
                <a:lnTo>
                  <a:pt x="140" y="207"/>
                </a:lnTo>
                <a:lnTo>
                  <a:pt x="151" y="204"/>
                </a:lnTo>
                <a:lnTo>
                  <a:pt x="161" y="199"/>
                </a:lnTo>
                <a:lnTo>
                  <a:pt x="169" y="193"/>
                </a:lnTo>
                <a:lnTo>
                  <a:pt x="178" y="188"/>
                </a:lnTo>
                <a:lnTo>
                  <a:pt x="186" y="180"/>
                </a:lnTo>
                <a:lnTo>
                  <a:pt x="194" y="172"/>
                </a:lnTo>
                <a:lnTo>
                  <a:pt x="199" y="164"/>
                </a:lnTo>
                <a:lnTo>
                  <a:pt x="204" y="156"/>
                </a:lnTo>
                <a:lnTo>
                  <a:pt x="210" y="148"/>
                </a:lnTo>
                <a:lnTo>
                  <a:pt x="213" y="137"/>
                </a:lnTo>
                <a:lnTo>
                  <a:pt x="215" y="126"/>
                </a:lnTo>
                <a:lnTo>
                  <a:pt x="218" y="116"/>
                </a:lnTo>
                <a:lnTo>
                  <a:pt x="218" y="105"/>
                </a:lnTo>
                <a:lnTo>
                  <a:pt x="218" y="94"/>
                </a:lnTo>
                <a:lnTo>
                  <a:pt x="215" y="83"/>
                </a:lnTo>
                <a:lnTo>
                  <a:pt x="213" y="73"/>
                </a:lnTo>
                <a:lnTo>
                  <a:pt x="210" y="65"/>
                </a:lnTo>
                <a:lnTo>
                  <a:pt x="204" y="54"/>
                </a:lnTo>
                <a:lnTo>
                  <a:pt x="199" y="46"/>
                </a:lnTo>
                <a:lnTo>
                  <a:pt x="194" y="38"/>
                </a:lnTo>
                <a:lnTo>
                  <a:pt x="186" y="30"/>
                </a:lnTo>
                <a:lnTo>
                  <a:pt x="178" y="24"/>
                </a:lnTo>
                <a:lnTo>
                  <a:pt x="169" y="19"/>
                </a:lnTo>
                <a:lnTo>
                  <a:pt x="161" y="14"/>
                </a:lnTo>
                <a:lnTo>
                  <a:pt x="151" y="8"/>
                </a:lnTo>
                <a:lnTo>
                  <a:pt x="140" y="6"/>
                </a:lnTo>
                <a:lnTo>
                  <a:pt x="129" y="3"/>
                </a:lnTo>
                <a:lnTo>
                  <a:pt x="118" y="0"/>
                </a:lnTo>
                <a:lnTo>
                  <a:pt x="10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9" name="Rectangle 20">
            <a:extLst>
              <a:ext uri="{FF2B5EF4-FFF2-40B4-BE49-F238E27FC236}">
                <a16:creationId xmlns:a16="http://schemas.microsoft.com/office/drawing/2014/main" id="{76D8181D-6A90-A54A-9EA1-BABDC131D3BD}"/>
              </a:ext>
            </a:extLst>
          </p:cNvPr>
          <p:cNvSpPr>
            <a:spLocks noChangeArrowheads="1"/>
          </p:cNvSpPr>
          <p:nvPr/>
        </p:nvSpPr>
        <p:spPr bwMode="auto">
          <a:xfrm>
            <a:off x="5611789" y="2615657"/>
            <a:ext cx="14587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y</a:t>
            </a:r>
            <a:endParaRPr lang="en-US" sz="1600" b="1">
              <a:solidFill>
                <a:schemeClr val="bg1"/>
              </a:solidFill>
            </a:endParaRPr>
          </a:p>
        </p:txBody>
      </p:sp>
      <p:grpSp>
        <p:nvGrpSpPr>
          <p:cNvPr id="8" name="Group 7">
            <a:extLst>
              <a:ext uri="{FF2B5EF4-FFF2-40B4-BE49-F238E27FC236}">
                <a16:creationId xmlns:a16="http://schemas.microsoft.com/office/drawing/2014/main" id="{63B1E474-6B53-FB4E-8205-93DBD968BAEF}"/>
              </a:ext>
            </a:extLst>
          </p:cNvPr>
          <p:cNvGrpSpPr/>
          <p:nvPr/>
        </p:nvGrpSpPr>
        <p:grpSpPr>
          <a:xfrm>
            <a:off x="4043993" y="2436269"/>
            <a:ext cx="896938" cy="574675"/>
            <a:chOff x="4043993" y="2436269"/>
            <a:chExt cx="896938" cy="574675"/>
          </a:xfrm>
        </p:grpSpPr>
        <p:sp>
          <p:nvSpPr>
            <p:cNvPr id="240" name="Freeform 11">
              <a:extLst>
                <a:ext uri="{FF2B5EF4-FFF2-40B4-BE49-F238E27FC236}">
                  <a16:creationId xmlns:a16="http://schemas.microsoft.com/office/drawing/2014/main" id="{934069AD-3D2B-E54C-A5BD-47479567818B}"/>
                </a:ext>
              </a:extLst>
            </p:cNvPr>
            <p:cNvSpPr>
              <a:spLocks/>
            </p:cNvSpPr>
            <p:nvPr/>
          </p:nvSpPr>
          <p:spPr bwMode="auto">
            <a:xfrm>
              <a:off x="4043993" y="2436269"/>
              <a:ext cx="896938" cy="574675"/>
            </a:xfrm>
            <a:custGeom>
              <a:avLst/>
              <a:gdLst>
                <a:gd name="T0" fmla="*/ 164 w 565"/>
                <a:gd name="T1" fmla="*/ 0 h 362"/>
                <a:gd name="T2" fmla="*/ 134 w 565"/>
                <a:gd name="T3" fmla="*/ 6 h 362"/>
                <a:gd name="T4" fmla="*/ 108 w 565"/>
                <a:gd name="T5" fmla="*/ 14 h 362"/>
                <a:gd name="T6" fmla="*/ 83 w 565"/>
                <a:gd name="T7" fmla="*/ 30 h 362"/>
                <a:gd name="T8" fmla="*/ 62 w 565"/>
                <a:gd name="T9" fmla="*/ 48 h 362"/>
                <a:gd name="T10" fmla="*/ 38 w 565"/>
                <a:gd name="T11" fmla="*/ 73 h 362"/>
                <a:gd name="T12" fmla="*/ 16 w 565"/>
                <a:gd name="T13" fmla="*/ 105 h 362"/>
                <a:gd name="T14" fmla="*/ 5 w 565"/>
                <a:gd name="T15" fmla="*/ 126 h 362"/>
                <a:gd name="T16" fmla="*/ 0 w 565"/>
                <a:gd name="T17" fmla="*/ 142 h 362"/>
                <a:gd name="T18" fmla="*/ 0 w 565"/>
                <a:gd name="T19" fmla="*/ 158 h 362"/>
                <a:gd name="T20" fmla="*/ 5 w 565"/>
                <a:gd name="T21" fmla="*/ 180 h 362"/>
                <a:gd name="T22" fmla="*/ 19 w 565"/>
                <a:gd name="T23" fmla="*/ 212 h 362"/>
                <a:gd name="T24" fmla="*/ 38 w 565"/>
                <a:gd name="T25" fmla="*/ 242 h 362"/>
                <a:gd name="T26" fmla="*/ 59 w 565"/>
                <a:gd name="T27" fmla="*/ 268 h 362"/>
                <a:gd name="T28" fmla="*/ 81 w 565"/>
                <a:gd name="T29" fmla="*/ 295 h 362"/>
                <a:gd name="T30" fmla="*/ 105 w 565"/>
                <a:gd name="T31" fmla="*/ 317 h 362"/>
                <a:gd name="T32" fmla="*/ 121 w 565"/>
                <a:gd name="T33" fmla="*/ 327 h 362"/>
                <a:gd name="T34" fmla="*/ 137 w 565"/>
                <a:gd name="T35" fmla="*/ 335 h 362"/>
                <a:gd name="T36" fmla="*/ 159 w 565"/>
                <a:gd name="T37" fmla="*/ 343 h 362"/>
                <a:gd name="T38" fmla="*/ 186 w 565"/>
                <a:gd name="T39" fmla="*/ 349 h 362"/>
                <a:gd name="T40" fmla="*/ 202 w 565"/>
                <a:gd name="T41" fmla="*/ 351 h 362"/>
                <a:gd name="T42" fmla="*/ 239 w 565"/>
                <a:gd name="T43" fmla="*/ 354 h 362"/>
                <a:gd name="T44" fmla="*/ 285 w 565"/>
                <a:gd name="T45" fmla="*/ 360 h 362"/>
                <a:gd name="T46" fmla="*/ 334 w 565"/>
                <a:gd name="T47" fmla="*/ 362 h 362"/>
                <a:gd name="T48" fmla="*/ 385 w 565"/>
                <a:gd name="T49" fmla="*/ 362 h 362"/>
                <a:gd name="T50" fmla="*/ 433 w 565"/>
                <a:gd name="T51" fmla="*/ 360 h 362"/>
                <a:gd name="T52" fmla="*/ 476 w 565"/>
                <a:gd name="T53" fmla="*/ 354 h 362"/>
                <a:gd name="T54" fmla="*/ 503 w 565"/>
                <a:gd name="T55" fmla="*/ 343 h 362"/>
                <a:gd name="T56" fmla="*/ 519 w 565"/>
                <a:gd name="T57" fmla="*/ 338 h 362"/>
                <a:gd name="T58" fmla="*/ 530 w 565"/>
                <a:gd name="T59" fmla="*/ 327 h 362"/>
                <a:gd name="T60" fmla="*/ 543 w 565"/>
                <a:gd name="T61" fmla="*/ 309 h 362"/>
                <a:gd name="T62" fmla="*/ 557 w 565"/>
                <a:gd name="T63" fmla="*/ 276 h 362"/>
                <a:gd name="T64" fmla="*/ 562 w 565"/>
                <a:gd name="T65" fmla="*/ 236 h 362"/>
                <a:gd name="T66" fmla="*/ 565 w 565"/>
                <a:gd name="T67" fmla="*/ 196 h 362"/>
                <a:gd name="T68" fmla="*/ 562 w 565"/>
                <a:gd name="T69" fmla="*/ 153 h 362"/>
                <a:gd name="T70" fmla="*/ 560 w 565"/>
                <a:gd name="T71" fmla="*/ 113 h 362"/>
                <a:gd name="T72" fmla="*/ 554 w 565"/>
                <a:gd name="T73" fmla="*/ 78 h 362"/>
                <a:gd name="T74" fmla="*/ 549 w 565"/>
                <a:gd name="T75" fmla="*/ 59 h 362"/>
                <a:gd name="T76" fmla="*/ 546 w 565"/>
                <a:gd name="T77" fmla="*/ 46 h 362"/>
                <a:gd name="T78" fmla="*/ 541 w 565"/>
                <a:gd name="T79" fmla="*/ 32 h 362"/>
                <a:gd name="T80" fmla="*/ 533 w 565"/>
                <a:gd name="T81" fmla="*/ 24 h 362"/>
                <a:gd name="T82" fmla="*/ 525 w 565"/>
                <a:gd name="T83" fmla="*/ 19 h 362"/>
                <a:gd name="T84" fmla="*/ 508 w 565"/>
                <a:gd name="T85" fmla="*/ 16 h 362"/>
                <a:gd name="T86" fmla="*/ 482 w 565"/>
                <a:gd name="T87" fmla="*/ 16 h 362"/>
                <a:gd name="T88" fmla="*/ 460 w 565"/>
                <a:gd name="T89" fmla="*/ 14 h 362"/>
                <a:gd name="T90" fmla="*/ 430 w 565"/>
                <a:gd name="T91" fmla="*/ 11 h 362"/>
                <a:gd name="T92" fmla="*/ 387 w 565"/>
                <a:gd name="T93" fmla="*/ 14 h 362"/>
                <a:gd name="T94" fmla="*/ 342 w 565"/>
                <a:gd name="T95" fmla="*/ 14 h 362"/>
                <a:gd name="T96" fmla="*/ 301 w 565"/>
                <a:gd name="T97" fmla="*/ 14 h 362"/>
                <a:gd name="T98" fmla="*/ 264 w 565"/>
                <a:gd name="T99" fmla="*/ 11 h 362"/>
                <a:gd name="T100" fmla="*/ 229 w 565"/>
                <a:gd name="T101" fmla="*/ 3 h 362"/>
                <a:gd name="T102" fmla="*/ 199 w 565"/>
                <a:gd name="T103" fmla="*/ 0 h 362"/>
                <a:gd name="T104" fmla="*/ 183 w 565"/>
                <a:gd name="T105" fmla="*/ 0 h 36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65"/>
                <a:gd name="T160" fmla="*/ 0 h 362"/>
                <a:gd name="T161" fmla="*/ 565 w 565"/>
                <a:gd name="T162" fmla="*/ 362 h 36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65" h="362">
                  <a:moveTo>
                    <a:pt x="178" y="0"/>
                  </a:moveTo>
                  <a:lnTo>
                    <a:pt x="164" y="0"/>
                  </a:lnTo>
                  <a:lnTo>
                    <a:pt x="148" y="3"/>
                  </a:lnTo>
                  <a:lnTo>
                    <a:pt x="134" y="6"/>
                  </a:lnTo>
                  <a:lnTo>
                    <a:pt x="121" y="11"/>
                  </a:lnTo>
                  <a:lnTo>
                    <a:pt x="108" y="14"/>
                  </a:lnTo>
                  <a:lnTo>
                    <a:pt x="94" y="22"/>
                  </a:lnTo>
                  <a:lnTo>
                    <a:pt x="83" y="30"/>
                  </a:lnTo>
                  <a:lnTo>
                    <a:pt x="73" y="38"/>
                  </a:lnTo>
                  <a:lnTo>
                    <a:pt x="62" y="48"/>
                  </a:lnTo>
                  <a:lnTo>
                    <a:pt x="48" y="59"/>
                  </a:lnTo>
                  <a:lnTo>
                    <a:pt x="38" y="73"/>
                  </a:lnTo>
                  <a:lnTo>
                    <a:pt x="27" y="89"/>
                  </a:lnTo>
                  <a:lnTo>
                    <a:pt x="16" y="105"/>
                  </a:lnTo>
                  <a:lnTo>
                    <a:pt x="8" y="118"/>
                  </a:lnTo>
                  <a:lnTo>
                    <a:pt x="5" y="126"/>
                  </a:lnTo>
                  <a:lnTo>
                    <a:pt x="3" y="134"/>
                  </a:lnTo>
                  <a:lnTo>
                    <a:pt x="0" y="142"/>
                  </a:lnTo>
                  <a:lnTo>
                    <a:pt x="0" y="150"/>
                  </a:lnTo>
                  <a:lnTo>
                    <a:pt x="0" y="158"/>
                  </a:lnTo>
                  <a:lnTo>
                    <a:pt x="3" y="164"/>
                  </a:lnTo>
                  <a:lnTo>
                    <a:pt x="5" y="180"/>
                  </a:lnTo>
                  <a:lnTo>
                    <a:pt x="11" y="196"/>
                  </a:lnTo>
                  <a:lnTo>
                    <a:pt x="19" y="212"/>
                  </a:lnTo>
                  <a:lnTo>
                    <a:pt x="27" y="228"/>
                  </a:lnTo>
                  <a:lnTo>
                    <a:pt x="38" y="242"/>
                  </a:lnTo>
                  <a:lnTo>
                    <a:pt x="48" y="255"/>
                  </a:lnTo>
                  <a:lnTo>
                    <a:pt x="59" y="268"/>
                  </a:lnTo>
                  <a:lnTo>
                    <a:pt x="70" y="282"/>
                  </a:lnTo>
                  <a:lnTo>
                    <a:pt x="81" y="295"/>
                  </a:lnTo>
                  <a:lnTo>
                    <a:pt x="94" y="306"/>
                  </a:lnTo>
                  <a:lnTo>
                    <a:pt x="105" y="317"/>
                  </a:lnTo>
                  <a:lnTo>
                    <a:pt x="113" y="322"/>
                  </a:lnTo>
                  <a:lnTo>
                    <a:pt x="121" y="327"/>
                  </a:lnTo>
                  <a:lnTo>
                    <a:pt x="129" y="333"/>
                  </a:lnTo>
                  <a:lnTo>
                    <a:pt x="137" y="335"/>
                  </a:lnTo>
                  <a:lnTo>
                    <a:pt x="148" y="341"/>
                  </a:lnTo>
                  <a:lnTo>
                    <a:pt x="159" y="343"/>
                  </a:lnTo>
                  <a:lnTo>
                    <a:pt x="172" y="346"/>
                  </a:lnTo>
                  <a:lnTo>
                    <a:pt x="186" y="349"/>
                  </a:lnTo>
                  <a:lnTo>
                    <a:pt x="194" y="349"/>
                  </a:lnTo>
                  <a:lnTo>
                    <a:pt x="202" y="351"/>
                  </a:lnTo>
                  <a:lnTo>
                    <a:pt x="221" y="354"/>
                  </a:lnTo>
                  <a:lnTo>
                    <a:pt x="239" y="354"/>
                  </a:lnTo>
                  <a:lnTo>
                    <a:pt x="261" y="357"/>
                  </a:lnTo>
                  <a:lnTo>
                    <a:pt x="285" y="360"/>
                  </a:lnTo>
                  <a:lnTo>
                    <a:pt x="309" y="362"/>
                  </a:lnTo>
                  <a:lnTo>
                    <a:pt x="334" y="362"/>
                  </a:lnTo>
                  <a:lnTo>
                    <a:pt x="360" y="362"/>
                  </a:lnTo>
                  <a:lnTo>
                    <a:pt x="385" y="362"/>
                  </a:lnTo>
                  <a:lnTo>
                    <a:pt x="409" y="362"/>
                  </a:lnTo>
                  <a:lnTo>
                    <a:pt x="433" y="360"/>
                  </a:lnTo>
                  <a:lnTo>
                    <a:pt x="457" y="357"/>
                  </a:lnTo>
                  <a:lnTo>
                    <a:pt x="476" y="354"/>
                  </a:lnTo>
                  <a:lnTo>
                    <a:pt x="495" y="349"/>
                  </a:lnTo>
                  <a:lnTo>
                    <a:pt x="503" y="343"/>
                  </a:lnTo>
                  <a:lnTo>
                    <a:pt x="511" y="341"/>
                  </a:lnTo>
                  <a:lnTo>
                    <a:pt x="519" y="338"/>
                  </a:lnTo>
                  <a:lnTo>
                    <a:pt x="525" y="333"/>
                  </a:lnTo>
                  <a:lnTo>
                    <a:pt x="530" y="327"/>
                  </a:lnTo>
                  <a:lnTo>
                    <a:pt x="535" y="322"/>
                  </a:lnTo>
                  <a:lnTo>
                    <a:pt x="543" y="309"/>
                  </a:lnTo>
                  <a:lnTo>
                    <a:pt x="552" y="292"/>
                  </a:lnTo>
                  <a:lnTo>
                    <a:pt x="557" y="276"/>
                  </a:lnTo>
                  <a:lnTo>
                    <a:pt x="560" y="258"/>
                  </a:lnTo>
                  <a:lnTo>
                    <a:pt x="562" y="236"/>
                  </a:lnTo>
                  <a:lnTo>
                    <a:pt x="565" y="217"/>
                  </a:lnTo>
                  <a:lnTo>
                    <a:pt x="565" y="196"/>
                  </a:lnTo>
                  <a:lnTo>
                    <a:pt x="562" y="174"/>
                  </a:lnTo>
                  <a:lnTo>
                    <a:pt x="562" y="153"/>
                  </a:lnTo>
                  <a:lnTo>
                    <a:pt x="560" y="132"/>
                  </a:lnTo>
                  <a:lnTo>
                    <a:pt x="560" y="113"/>
                  </a:lnTo>
                  <a:lnTo>
                    <a:pt x="557" y="97"/>
                  </a:lnTo>
                  <a:lnTo>
                    <a:pt x="554" y="78"/>
                  </a:lnTo>
                  <a:lnTo>
                    <a:pt x="552" y="65"/>
                  </a:lnTo>
                  <a:lnTo>
                    <a:pt x="549" y="59"/>
                  </a:lnTo>
                  <a:lnTo>
                    <a:pt x="549" y="54"/>
                  </a:lnTo>
                  <a:lnTo>
                    <a:pt x="546" y="46"/>
                  </a:lnTo>
                  <a:lnTo>
                    <a:pt x="543" y="38"/>
                  </a:lnTo>
                  <a:lnTo>
                    <a:pt x="541" y="32"/>
                  </a:lnTo>
                  <a:lnTo>
                    <a:pt x="538" y="27"/>
                  </a:lnTo>
                  <a:lnTo>
                    <a:pt x="533" y="24"/>
                  </a:lnTo>
                  <a:lnTo>
                    <a:pt x="530" y="22"/>
                  </a:lnTo>
                  <a:lnTo>
                    <a:pt x="525" y="19"/>
                  </a:lnTo>
                  <a:lnTo>
                    <a:pt x="519" y="19"/>
                  </a:lnTo>
                  <a:lnTo>
                    <a:pt x="508" y="16"/>
                  </a:lnTo>
                  <a:lnTo>
                    <a:pt x="495" y="16"/>
                  </a:lnTo>
                  <a:lnTo>
                    <a:pt x="482" y="16"/>
                  </a:lnTo>
                  <a:lnTo>
                    <a:pt x="468" y="14"/>
                  </a:lnTo>
                  <a:lnTo>
                    <a:pt x="460" y="14"/>
                  </a:lnTo>
                  <a:lnTo>
                    <a:pt x="452" y="11"/>
                  </a:lnTo>
                  <a:lnTo>
                    <a:pt x="430" y="11"/>
                  </a:lnTo>
                  <a:lnTo>
                    <a:pt x="409" y="11"/>
                  </a:lnTo>
                  <a:lnTo>
                    <a:pt x="387" y="14"/>
                  </a:lnTo>
                  <a:lnTo>
                    <a:pt x="363" y="14"/>
                  </a:lnTo>
                  <a:lnTo>
                    <a:pt x="342" y="14"/>
                  </a:lnTo>
                  <a:lnTo>
                    <a:pt x="320" y="14"/>
                  </a:lnTo>
                  <a:lnTo>
                    <a:pt x="301" y="14"/>
                  </a:lnTo>
                  <a:lnTo>
                    <a:pt x="282" y="11"/>
                  </a:lnTo>
                  <a:lnTo>
                    <a:pt x="264" y="11"/>
                  </a:lnTo>
                  <a:lnTo>
                    <a:pt x="247" y="6"/>
                  </a:lnTo>
                  <a:lnTo>
                    <a:pt x="229" y="3"/>
                  </a:lnTo>
                  <a:lnTo>
                    <a:pt x="213" y="0"/>
                  </a:lnTo>
                  <a:lnTo>
                    <a:pt x="199" y="0"/>
                  </a:lnTo>
                  <a:lnTo>
                    <a:pt x="188" y="0"/>
                  </a:lnTo>
                  <a:lnTo>
                    <a:pt x="183" y="0"/>
                  </a:lnTo>
                  <a:lnTo>
                    <a:pt x="178"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1" name="Rectangle 12">
              <a:extLst>
                <a:ext uri="{FF2B5EF4-FFF2-40B4-BE49-F238E27FC236}">
                  <a16:creationId xmlns:a16="http://schemas.microsoft.com/office/drawing/2014/main" id="{C95AD2B6-A8EC-DE44-9080-AD67A5E9F6C9}"/>
                </a:ext>
              </a:extLst>
            </p:cNvPr>
            <p:cNvSpPr>
              <a:spLocks noChangeArrowheads="1"/>
            </p:cNvSpPr>
            <p:nvPr/>
          </p:nvSpPr>
          <p:spPr bwMode="auto">
            <a:xfrm>
              <a:off x="4378675" y="2470168"/>
              <a:ext cx="21800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3200" b="1">
                  <a:solidFill>
                    <a:schemeClr val="bg1"/>
                  </a:solidFill>
                </a:rPr>
                <a:t>C</a:t>
              </a:r>
            </a:p>
          </p:txBody>
        </p:sp>
        <p:sp>
          <p:nvSpPr>
            <p:cNvPr id="242" name="Rectangle 13">
              <a:extLst>
                <a:ext uri="{FF2B5EF4-FFF2-40B4-BE49-F238E27FC236}">
                  <a16:creationId xmlns:a16="http://schemas.microsoft.com/office/drawing/2014/main" id="{E74E4801-5361-A743-B4AA-A6DC9A86347F}"/>
                </a:ext>
              </a:extLst>
            </p:cNvPr>
            <p:cNvSpPr>
              <a:spLocks noChangeArrowheads="1"/>
            </p:cNvSpPr>
            <p:nvPr/>
          </p:nvSpPr>
          <p:spPr bwMode="auto">
            <a:xfrm>
              <a:off x="4556756" y="2555332"/>
              <a:ext cx="49213" cy="212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400">
                  <a:solidFill>
                    <a:srgbClr val="000000"/>
                  </a:solidFill>
                </a:rPr>
                <a:t> </a:t>
              </a:r>
              <a:endParaRPr lang="en-US"/>
            </a:p>
          </p:txBody>
        </p:sp>
      </p:grpSp>
      <p:grpSp>
        <p:nvGrpSpPr>
          <p:cNvPr id="9" name="Group 8">
            <a:extLst>
              <a:ext uri="{FF2B5EF4-FFF2-40B4-BE49-F238E27FC236}">
                <a16:creationId xmlns:a16="http://schemas.microsoft.com/office/drawing/2014/main" id="{A0D9C2A9-04D8-5B42-BF0D-4E2BEAC548E0}"/>
              </a:ext>
            </a:extLst>
          </p:cNvPr>
          <p:cNvGrpSpPr/>
          <p:nvPr/>
        </p:nvGrpSpPr>
        <p:grpSpPr>
          <a:xfrm>
            <a:off x="5542593" y="1820692"/>
            <a:ext cx="346075" cy="377452"/>
            <a:chOff x="5542593" y="1820692"/>
            <a:chExt cx="346075" cy="377452"/>
          </a:xfrm>
        </p:grpSpPr>
        <p:sp>
          <p:nvSpPr>
            <p:cNvPr id="246" name="Freeform 17">
              <a:extLst>
                <a:ext uri="{FF2B5EF4-FFF2-40B4-BE49-F238E27FC236}">
                  <a16:creationId xmlns:a16="http://schemas.microsoft.com/office/drawing/2014/main" id="{F77A9DB2-59D7-BF47-8CF0-DA02378885DE}"/>
                </a:ext>
              </a:extLst>
            </p:cNvPr>
            <p:cNvSpPr>
              <a:spLocks/>
            </p:cNvSpPr>
            <p:nvPr/>
          </p:nvSpPr>
          <p:spPr bwMode="auto">
            <a:xfrm>
              <a:off x="5542593" y="1861594"/>
              <a:ext cx="346075" cy="336550"/>
            </a:xfrm>
            <a:custGeom>
              <a:avLst/>
              <a:gdLst>
                <a:gd name="T0" fmla="*/ 100 w 218"/>
                <a:gd name="T1" fmla="*/ 0 h 212"/>
                <a:gd name="T2" fmla="*/ 78 w 218"/>
                <a:gd name="T3" fmla="*/ 6 h 212"/>
                <a:gd name="T4" fmla="*/ 57 w 218"/>
                <a:gd name="T5" fmla="*/ 14 h 212"/>
                <a:gd name="T6" fmla="*/ 41 w 218"/>
                <a:gd name="T7" fmla="*/ 24 h 212"/>
                <a:gd name="T8" fmla="*/ 25 w 218"/>
                <a:gd name="T9" fmla="*/ 38 h 212"/>
                <a:gd name="T10" fmla="*/ 14 w 218"/>
                <a:gd name="T11" fmla="*/ 54 h 212"/>
                <a:gd name="T12" fmla="*/ 6 w 218"/>
                <a:gd name="T13" fmla="*/ 73 h 212"/>
                <a:gd name="T14" fmla="*/ 0 w 218"/>
                <a:gd name="T15" fmla="*/ 94 h 212"/>
                <a:gd name="T16" fmla="*/ 0 w 218"/>
                <a:gd name="T17" fmla="*/ 115 h 212"/>
                <a:gd name="T18" fmla="*/ 6 w 218"/>
                <a:gd name="T19" fmla="*/ 137 h 212"/>
                <a:gd name="T20" fmla="*/ 14 w 218"/>
                <a:gd name="T21" fmla="*/ 156 h 212"/>
                <a:gd name="T22" fmla="*/ 25 w 218"/>
                <a:gd name="T23" fmla="*/ 172 h 212"/>
                <a:gd name="T24" fmla="*/ 41 w 218"/>
                <a:gd name="T25" fmla="*/ 188 h 212"/>
                <a:gd name="T26" fmla="*/ 57 w 218"/>
                <a:gd name="T27" fmla="*/ 199 h 212"/>
                <a:gd name="T28" fmla="*/ 78 w 218"/>
                <a:gd name="T29" fmla="*/ 207 h 212"/>
                <a:gd name="T30" fmla="*/ 100 w 218"/>
                <a:gd name="T31" fmla="*/ 212 h 212"/>
                <a:gd name="T32" fmla="*/ 121 w 218"/>
                <a:gd name="T33" fmla="*/ 212 h 212"/>
                <a:gd name="T34" fmla="*/ 143 w 218"/>
                <a:gd name="T35" fmla="*/ 207 h 212"/>
                <a:gd name="T36" fmla="*/ 162 w 218"/>
                <a:gd name="T37" fmla="*/ 199 h 212"/>
                <a:gd name="T38" fmla="*/ 178 w 218"/>
                <a:gd name="T39" fmla="*/ 188 h 212"/>
                <a:gd name="T40" fmla="*/ 194 w 218"/>
                <a:gd name="T41" fmla="*/ 172 h 212"/>
                <a:gd name="T42" fmla="*/ 205 w 218"/>
                <a:gd name="T43" fmla="*/ 156 h 212"/>
                <a:gd name="T44" fmla="*/ 213 w 218"/>
                <a:gd name="T45" fmla="*/ 137 h 212"/>
                <a:gd name="T46" fmla="*/ 218 w 218"/>
                <a:gd name="T47" fmla="*/ 115 h 212"/>
                <a:gd name="T48" fmla="*/ 218 w 218"/>
                <a:gd name="T49" fmla="*/ 94 h 212"/>
                <a:gd name="T50" fmla="*/ 213 w 218"/>
                <a:gd name="T51" fmla="*/ 73 h 212"/>
                <a:gd name="T52" fmla="*/ 205 w 218"/>
                <a:gd name="T53" fmla="*/ 54 h 212"/>
                <a:gd name="T54" fmla="*/ 194 w 218"/>
                <a:gd name="T55" fmla="*/ 38 h 212"/>
                <a:gd name="T56" fmla="*/ 178 w 218"/>
                <a:gd name="T57" fmla="*/ 24 h 212"/>
                <a:gd name="T58" fmla="*/ 162 w 218"/>
                <a:gd name="T59" fmla="*/ 14 h 212"/>
                <a:gd name="T60" fmla="*/ 143 w 218"/>
                <a:gd name="T61" fmla="*/ 6 h 212"/>
                <a:gd name="T62" fmla="*/ 121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11" y="0"/>
                  </a:moveTo>
                  <a:lnTo>
                    <a:pt x="100" y="0"/>
                  </a:lnTo>
                  <a:lnTo>
                    <a:pt x="89" y="3"/>
                  </a:lnTo>
                  <a:lnTo>
                    <a:pt x="78" y="6"/>
                  </a:lnTo>
                  <a:lnTo>
                    <a:pt x="68" y="8"/>
                  </a:lnTo>
                  <a:lnTo>
                    <a:pt x="57" y="14"/>
                  </a:lnTo>
                  <a:lnTo>
                    <a:pt x="49" y="19"/>
                  </a:lnTo>
                  <a:lnTo>
                    <a:pt x="41" y="24"/>
                  </a:lnTo>
                  <a:lnTo>
                    <a:pt x="33" y="30"/>
                  </a:lnTo>
                  <a:lnTo>
                    <a:pt x="25" y="38"/>
                  </a:lnTo>
                  <a:lnTo>
                    <a:pt x="19" y="46"/>
                  </a:lnTo>
                  <a:lnTo>
                    <a:pt x="14" y="54"/>
                  </a:lnTo>
                  <a:lnTo>
                    <a:pt x="8" y="65"/>
                  </a:lnTo>
                  <a:lnTo>
                    <a:pt x="6" y="73"/>
                  </a:lnTo>
                  <a:lnTo>
                    <a:pt x="3" y="83"/>
                  </a:lnTo>
                  <a:lnTo>
                    <a:pt x="0" y="94"/>
                  </a:lnTo>
                  <a:lnTo>
                    <a:pt x="0" y="105"/>
                  </a:lnTo>
                  <a:lnTo>
                    <a:pt x="0" y="115"/>
                  </a:lnTo>
                  <a:lnTo>
                    <a:pt x="3" y="126"/>
                  </a:lnTo>
                  <a:lnTo>
                    <a:pt x="6" y="137"/>
                  </a:lnTo>
                  <a:lnTo>
                    <a:pt x="8" y="148"/>
                  </a:lnTo>
                  <a:lnTo>
                    <a:pt x="14" y="156"/>
                  </a:lnTo>
                  <a:lnTo>
                    <a:pt x="19" y="164"/>
                  </a:lnTo>
                  <a:lnTo>
                    <a:pt x="25" y="172"/>
                  </a:lnTo>
                  <a:lnTo>
                    <a:pt x="33" y="180"/>
                  </a:lnTo>
                  <a:lnTo>
                    <a:pt x="41" y="188"/>
                  </a:lnTo>
                  <a:lnTo>
                    <a:pt x="49" y="193"/>
                  </a:lnTo>
                  <a:lnTo>
                    <a:pt x="57" y="199"/>
                  </a:lnTo>
                  <a:lnTo>
                    <a:pt x="68" y="204"/>
                  </a:lnTo>
                  <a:lnTo>
                    <a:pt x="78" y="207"/>
                  </a:lnTo>
                  <a:lnTo>
                    <a:pt x="89" y="209"/>
                  </a:lnTo>
                  <a:lnTo>
                    <a:pt x="100" y="212"/>
                  </a:lnTo>
                  <a:lnTo>
                    <a:pt x="111" y="212"/>
                  </a:lnTo>
                  <a:lnTo>
                    <a:pt x="121" y="212"/>
                  </a:lnTo>
                  <a:lnTo>
                    <a:pt x="132" y="209"/>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6" y="126"/>
                  </a:lnTo>
                  <a:lnTo>
                    <a:pt x="218" y="115"/>
                  </a:lnTo>
                  <a:lnTo>
                    <a:pt x="218" y="105"/>
                  </a:lnTo>
                  <a:lnTo>
                    <a:pt x="218" y="94"/>
                  </a:lnTo>
                  <a:lnTo>
                    <a:pt x="216" y="83"/>
                  </a:lnTo>
                  <a:lnTo>
                    <a:pt x="213" y="73"/>
                  </a:lnTo>
                  <a:lnTo>
                    <a:pt x="210" y="65"/>
                  </a:lnTo>
                  <a:lnTo>
                    <a:pt x="205" y="54"/>
                  </a:lnTo>
                  <a:lnTo>
                    <a:pt x="199" y="46"/>
                  </a:lnTo>
                  <a:lnTo>
                    <a:pt x="194" y="38"/>
                  </a:lnTo>
                  <a:lnTo>
                    <a:pt x="186" y="30"/>
                  </a:lnTo>
                  <a:lnTo>
                    <a:pt x="178" y="24"/>
                  </a:lnTo>
                  <a:lnTo>
                    <a:pt x="170" y="19"/>
                  </a:lnTo>
                  <a:lnTo>
                    <a:pt x="162" y="14"/>
                  </a:lnTo>
                  <a:lnTo>
                    <a:pt x="154" y="8"/>
                  </a:lnTo>
                  <a:lnTo>
                    <a:pt x="143" y="6"/>
                  </a:lnTo>
                  <a:lnTo>
                    <a:pt x="132" y="3"/>
                  </a:lnTo>
                  <a:lnTo>
                    <a:pt x="121" y="0"/>
                  </a:lnTo>
                  <a:lnTo>
                    <a:pt x="111"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7" name="Rectangle 18">
              <a:extLst>
                <a:ext uri="{FF2B5EF4-FFF2-40B4-BE49-F238E27FC236}">
                  <a16:creationId xmlns:a16="http://schemas.microsoft.com/office/drawing/2014/main" id="{C0D8E696-5894-1844-B896-16B7719D5581}"/>
                </a:ext>
              </a:extLst>
            </p:cNvPr>
            <p:cNvSpPr>
              <a:spLocks noChangeArrowheads="1"/>
            </p:cNvSpPr>
            <p:nvPr/>
          </p:nvSpPr>
          <p:spPr bwMode="auto">
            <a:xfrm>
              <a:off x="5651010" y="1820692"/>
              <a:ext cx="1410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400" b="1">
                  <a:solidFill>
                    <a:schemeClr val="bg1"/>
                  </a:solidFill>
                </a:rPr>
                <a:t>x</a:t>
              </a:r>
            </a:p>
          </p:txBody>
        </p:sp>
      </p:grpSp>
      <p:sp>
        <p:nvSpPr>
          <p:cNvPr id="47" name="Rectangle 4">
            <a:extLst>
              <a:ext uri="{FF2B5EF4-FFF2-40B4-BE49-F238E27FC236}">
                <a16:creationId xmlns:a16="http://schemas.microsoft.com/office/drawing/2014/main" id="{FFA9A2E8-5EF4-9147-BF10-0AA1AF4E73D2}"/>
              </a:ext>
            </a:extLst>
          </p:cNvPr>
          <p:cNvSpPr>
            <a:spLocks noChangeArrowheads="1"/>
          </p:cNvSpPr>
          <p:nvPr/>
        </p:nvSpPr>
        <p:spPr bwMode="auto">
          <a:xfrm>
            <a:off x="1734926" y="4425878"/>
            <a:ext cx="8229600" cy="205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spcBef>
                <a:spcPct val="20000"/>
              </a:spcBef>
              <a:buClr>
                <a:srgbClr val="000099"/>
              </a:buClr>
              <a:buSzPct val="100000"/>
              <a:buFont typeface="Wingdings" charset="2"/>
              <a:buChar char="§"/>
            </a:pPr>
            <a:r>
              <a:rPr lang="en-US" sz="2400"/>
              <a:t>A,B,C are </a:t>
            </a:r>
            <a:r>
              <a:rPr lang="en-US" sz="2400">
                <a:solidFill>
                  <a:srgbClr val="C00000"/>
                </a:solidFill>
              </a:rPr>
              <a:t>provider networks</a:t>
            </a:r>
          </a:p>
          <a:p>
            <a:pPr marL="282575" indent="-282575">
              <a:lnSpc>
                <a:spcPct val="85000"/>
              </a:lnSpc>
              <a:spcBef>
                <a:spcPct val="20000"/>
              </a:spcBef>
              <a:buClr>
                <a:srgbClr val="000099"/>
              </a:buClr>
              <a:buSzPct val="100000"/>
              <a:buFont typeface="Wingdings" charset="2"/>
              <a:buChar char="§"/>
            </a:pPr>
            <a:r>
              <a:rPr lang="en-US" sz="2400"/>
              <a:t>x,w,y are </a:t>
            </a:r>
            <a:r>
              <a:rPr lang="en-US" sz="2400">
                <a:solidFill>
                  <a:srgbClr val="C00000"/>
                </a:solidFill>
              </a:rPr>
              <a:t>customer</a:t>
            </a:r>
            <a:r>
              <a:rPr lang="en-US" sz="2400"/>
              <a:t> (of provider networks)</a:t>
            </a:r>
          </a:p>
          <a:p>
            <a:pPr marL="282575" indent="-282575">
              <a:lnSpc>
                <a:spcPct val="85000"/>
              </a:lnSpc>
              <a:spcBef>
                <a:spcPct val="20000"/>
              </a:spcBef>
              <a:buClr>
                <a:srgbClr val="000099"/>
              </a:buClr>
              <a:buSzPct val="100000"/>
              <a:buFont typeface="Wingdings" charset="2"/>
              <a:buChar char="§"/>
            </a:pPr>
            <a:r>
              <a:rPr lang="en-US" sz="2400"/>
              <a:t>x is</a:t>
            </a:r>
            <a:r>
              <a:rPr lang="en-US" sz="2400" i="1"/>
              <a:t> </a:t>
            </a:r>
            <a:r>
              <a:rPr lang="en-US" sz="2400">
                <a:solidFill>
                  <a:srgbClr val="C00000"/>
                </a:solidFill>
              </a:rPr>
              <a:t>dual-homed: </a:t>
            </a:r>
            <a:r>
              <a:rPr lang="en-US" sz="2400"/>
              <a:t>attached to two networks</a:t>
            </a:r>
          </a:p>
          <a:p>
            <a:pPr marL="228600" indent="-228600">
              <a:lnSpc>
                <a:spcPct val="85000"/>
              </a:lnSpc>
              <a:spcBef>
                <a:spcPct val="20000"/>
              </a:spcBef>
              <a:buClr>
                <a:srgbClr val="000099"/>
              </a:buClr>
              <a:buFont typeface="Wingdings" charset="0"/>
              <a:buChar char="§"/>
            </a:pPr>
            <a:r>
              <a:rPr lang="en-US" sz="2400" i="1">
                <a:solidFill>
                  <a:srgbClr val="000090"/>
                </a:solidFill>
              </a:rPr>
              <a:t>policy to enforce: </a:t>
            </a:r>
            <a:r>
              <a:rPr lang="en-US" sz="2400"/>
              <a:t>x does not want to route from B to C via x </a:t>
            </a:r>
          </a:p>
          <a:p>
            <a:pPr marL="685800" lvl="1" indent="-228600">
              <a:lnSpc>
                <a:spcPct val="85000"/>
              </a:lnSpc>
              <a:spcBef>
                <a:spcPct val="20000"/>
              </a:spcBef>
              <a:buClr>
                <a:srgbClr val="000099"/>
              </a:buClr>
              <a:buFont typeface="Wingdings" charset="0"/>
              <a:buChar char="§"/>
            </a:pPr>
            <a:r>
              <a:rPr lang="en-US" sz="2400"/>
              <a:t>.. so x will not advertise to B a route to C</a:t>
            </a:r>
          </a:p>
          <a:p>
            <a:pPr marL="342900" indent="-342900">
              <a:lnSpc>
                <a:spcPct val="85000"/>
              </a:lnSpc>
              <a:spcBef>
                <a:spcPct val="20000"/>
              </a:spcBef>
              <a:buClr>
                <a:srgbClr val="000099"/>
              </a:buClr>
              <a:buSzPct val="65000"/>
              <a:buFont typeface="Wingdings" charset="0"/>
              <a:buChar char="v"/>
            </a:pPr>
            <a:endParaRPr lang="en-US" sz="2400">
              <a:latin typeface="Gill Sans MT" charset="0"/>
            </a:endParaRPr>
          </a:p>
        </p:txBody>
      </p:sp>
      <p:grpSp>
        <p:nvGrpSpPr>
          <p:cNvPr id="48" name="Group 47">
            <a:extLst>
              <a:ext uri="{FF2B5EF4-FFF2-40B4-BE49-F238E27FC236}">
                <a16:creationId xmlns:a16="http://schemas.microsoft.com/office/drawing/2014/main" id="{E0386F36-C312-764C-9BCF-3547B020D100}"/>
              </a:ext>
            </a:extLst>
          </p:cNvPr>
          <p:cNvGrpSpPr/>
          <p:nvPr/>
        </p:nvGrpSpPr>
        <p:grpSpPr>
          <a:xfrm>
            <a:off x="6282368" y="1597639"/>
            <a:ext cx="3162301" cy="1711325"/>
            <a:chOff x="6282368" y="1597639"/>
            <a:chExt cx="3162301" cy="1711325"/>
          </a:xfrm>
        </p:grpSpPr>
        <p:sp>
          <p:nvSpPr>
            <p:cNvPr id="49" name="Rectangle 28">
              <a:extLst>
                <a:ext uri="{FF2B5EF4-FFF2-40B4-BE49-F238E27FC236}">
                  <a16:creationId xmlns:a16="http://schemas.microsoft.com/office/drawing/2014/main" id="{24F3B7D8-9D37-F940-BFE9-F4428C9975AD}"/>
                </a:ext>
              </a:extLst>
            </p:cNvPr>
            <p:cNvSpPr>
              <a:spLocks noChangeArrowheads="1"/>
            </p:cNvSpPr>
            <p:nvPr/>
          </p:nvSpPr>
          <p:spPr bwMode="auto">
            <a:xfrm>
              <a:off x="6282368" y="1597639"/>
              <a:ext cx="965200" cy="45085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0" name="Rectangle 29">
              <a:extLst>
                <a:ext uri="{FF2B5EF4-FFF2-40B4-BE49-F238E27FC236}">
                  <a16:creationId xmlns:a16="http://schemas.microsoft.com/office/drawing/2014/main" id="{85649937-6DFB-A042-AAAB-9E56D5F25AD9}"/>
                </a:ext>
              </a:extLst>
            </p:cNvPr>
            <p:cNvSpPr>
              <a:spLocks noChangeArrowheads="1"/>
            </p:cNvSpPr>
            <p:nvPr/>
          </p:nvSpPr>
          <p:spPr bwMode="auto">
            <a:xfrm>
              <a:off x="6757320" y="2261646"/>
              <a:ext cx="835025"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legend</a:t>
              </a:r>
              <a:r>
                <a:rPr lang="en-US" sz="1700" b="1">
                  <a:solidFill>
                    <a:srgbClr val="000000"/>
                  </a:solidFill>
                </a:rPr>
                <a:t>:</a:t>
              </a:r>
              <a:endParaRPr lang="en-US"/>
            </a:p>
          </p:txBody>
        </p:sp>
        <p:sp>
          <p:nvSpPr>
            <p:cNvPr id="51" name="Rectangle 30">
              <a:extLst>
                <a:ext uri="{FF2B5EF4-FFF2-40B4-BE49-F238E27FC236}">
                  <a16:creationId xmlns:a16="http://schemas.microsoft.com/office/drawing/2014/main" id="{1D852B1A-E72F-CD43-ABB3-3A37701B5B02}"/>
                </a:ext>
              </a:extLst>
            </p:cNvPr>
            <p:cNvSpPr>
              <a:spLocks noChangeArrowheads="1"/>
            </p:cNvSpPr>
            <p:nvPr/>
          </p:nvSpPr>
          <p:spPr bwMode="auto">
            <a:xfrm>
              <a:off x="7072943" y="1669076"/>
              <a:ext cx="60325" cy="258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700">
                  <a:solidFill>
                    <a:srgbClr val="000000"/>
                  </a:solidFill>
                </a:rPr>
                <a:t> </a:t>
              </a:r>
              <a:endParaRPr lang="en-US"/>
            </a:p>
          </p:txBody>
        </p:sp>
        <p:sp>
          <p:nvSpPr>
            <p:cNvPr id="52" name="Rectangle 31">
              <a:extLst>
                <a:ext uri="{FF2B5EF4-FFF2-40B4-BE49-F238E27FC236}">
                  <a16:creationId xmlns:a16="http://schemas.microsoft.com/office/drawing/2014/main" id="{82AE1D29-FF3F-CF45-91A1-643422FCC57E}"/>
                </a:ext>
              </a:extLst>
            </p:cNvPr>
            <p:cNvSpPr>
              <a:spLocks noChangeArrowheads="1"/>
            </p:cNvSpPr>
            <p:nvPr/>
          </p:nvSpPr>
          <p:spPr bwMode="auto">
            <a:xfrm>
              <a:off x="8204831" y="2516801"/>
              <a:ext cx="1160463" cy="7921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Rectangle 32">
              <a:extLst>
                <a:ext uri="{FF2B5EF4-FFF2-40B4-BE49-F238E27FC236}">
                  <a16:creationId xmlns:a16="http://schemas.microsoft.com/office/drawing/2014/main" id="{17F51638-2CAD-444B-8BDA-43180ED63A70}"/>
                </a:ext>
              </a:extLst>
            </p:cNvPr>
            <p:cNvSpPr>
              <a:spLocks noChangeArrowheads="1"/>
            </p:cNvSpPr>
            <p:nvPr/>
          </p:nvSpPr>
          <p:spPr bwMode="auto">
            <a:xfrm>
              <a:off x="8331831" y="2580301"/>
              <a:ext cx="11128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customer </a:t>
              </a:r>
              <a:endParaRPr lang="en-US" sz="2000"/>
            </a:p>
          </p:txBody>
        </p:sp>
        <p:sp>
          <p:nvSpPr>
            <p:cNvPr id="54" name="Rectangle 33">
              <a:extLst>
                <a:ext uri="{FF2B5EF4-FFF2-40B4-BE49-F238E27FC236}">
                  <a16:creationId xmlns:a16="http://schemas.microsoft.com/office/drawing/2014/main" id="{AB85211D-8380-6842-96A1-1823AD90A824}"/>
                </a:ext>
              </a:extLst>
            </p:cNvPr>
            <p:cNvSpPr>
              <a:spLocks noChangeArrowheads="1"/>
            </p:cNvSpPr>
            <p:nvPr/>
          </p:nvSpPr>
          <p:spPr bwMode="auto">
            <a:xfrm>
              <a:off x="8331831" y="2831126"/>
              <a:ext cx="958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network:</a:t>
              </a:r>
              <a:endParaRPr lang="en-US" sz="2000"/>
            </a:p>
          </p:txBody>
        </p:sp>
        <p:sp>
          <p:nvSpPr>
            <p:cNvPr id="55" name="Rectangle 34">
              <a:extLst>
                <a:ext uri="{FF2B5EF4-FFF2-40B4-BE49-F238E27FC236}">
                  <a16:creationId xmlns:a16="http://schemas.microsoft.com/office/drawing/2014/main" id="{77B4ACFA-6A06-EE42-A3DF-AB4627040AF8}"/>
                </a:ext>
              </a:extLst>
            </p:cNvPr>
            <p:cNvSpPr>
              <a:spLocks noChangeArrowheads="1"/>
            </p:cNvSpPr>
            <p:nvPr/>
          </p:nvSpPr>
          <p:spPr bwMode="auto">
            <a:xfrm>
              <a:off x="9097006" y="2831126"/>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56" name="Rectangle 35">
              <a:extLst>
                <a:ext uri="{FF2B5EF4-FFF2-40B4-BE49-F238E27FC236}">
                  <a16:creationId xmlns:a16="http://schemas.microsoft.com/office/drawing/2014/main" id="{F6A80AB2-2FC0-3A47-B619-9C969E873BA7}"/>
                </a:ext>
              </a:extLst>
            </p:cNvPr>
            <p:cNvSpPr>
              <a:spLocks noChangeArrowheads="1"/>
            </p:cNvSpPr>
            <p:nvPr/>
          </p:nvSpPr>
          <p:spPr bwMode="auto">
            <a:xfrm>
              <a:off x="8204831" y="1623039"/>
              <a:ext cx="1106488" cy="67310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7" name="Rectangle 36">
              <a:extLst>
                <a:ext uri="{FF2B5EF4-FFF2-40B4-BE49-F238E27FC236}">
                  <a16:creationId xmlns:a16="http://schemas.microsoft.com/office/drawing/2014/main" id="{CD47CD7E-C4EC-6B40-877A-E243595E049E}"/>
                </a:ext>
              </a:extLst>
            </p:cNvPr>
            <p:cNvSpPr>
              <a:spLocks noChangeArrowheads="1"/>
            </p:cNvSpPr>
            <p:nvPr/>
          </p:nvSpPr>
          <p:spPr bwMode="auto">
            <a:xfrm>
              <a:off x="8331831" y="1686539"/>
              <a:ext cx="917575"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provider</a:t>
              </a:r>
              <a:endParaRPr lang="en-US" sz="2000"/>
            </a:p>
          </p:txBody>
        </p:sp>
        <p:sp>
          <p:nvSpPr>
            <p:cNvPr id="58" name="Rectangle 37">
              <a:extLst>
                <a:ext uri="{FF2B5EF4-FFF2-40B4-BE49-F238E27FC236}">
                  <a16:creationId xmlns:a16="http://schemas.microsoft.com/office/drawing/2014/main" id="{40D8166F-9734-6A47-A15E-E3586D513FA5}"/>
                </a:ext>
              </a:extLst>
            </p:cNvPr>
            <p:cNvSpPr>
              <a:spLocks noChangeArrowheads="1"/>
            </p:cNvSpPr>
            <p:nvPr/>
          </p:nvSpPr>
          <p:spPr bwMode="auto">
            <a:xfrm>
              <a:off x="9054143" y="1686539"/>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59" name="Rectangle 38">
              <a:extLst>
                <a:ext uri="{FF2B5EF4-FFF2-40B4-BE49-F238E27FC236}">
                  <a16:creationId xmlns:a16="http://schemas.microsoft.com/office/drawing/2014/main" id="{2B521BB1-F059-AB4F-9FAC-BA48A0AC54F9}"/>
                </a:ext>
              </a:extLst>
            </p:cNvPr>
            <p:cNvSpPr>
              <a:spLocks noChangeArrowheads="1"/>
            </p:cNvSpPr>
            <p:nvPr/>
          </p:nvSpPr>
          <p:spPr bwMode="auto">
            <a:xfrm>
              <a:off x="8331831" y="1932601"/>
              <a:ext cx="8890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network</a:t>
              </a:r>
              <a:endParaRPr lang="en-US" sz="2000"/>
            </a:p>
          </p:txBody>
        </p:sp>
        <p:sp>
          <p:nvSpPr>
            <p:cNvPr id="60" name="Rectangle 39">
              <a:extLst>
                <a:ext uri="{FF2B5EF4-FFF2-40B4-BE49-F238E27FC236}">
                  <a16:creationId xmlns:a16="http://schemas.microsoft.com/office/drawing/2014/main" id="{19F10A6D-C8D7-0841-B816-27A52DA4F92C}"/>
                </a:ext>
              </a:extLst>
            </p:cNvPr>
            <p:cNvSpPr>
              <a:spLocks noChangeArrowheads="1"/>
            </p:cNvSpPr>
            <p:nvPr/>
          </p:nvSpPr>
          <p:spPr bwMode="auto">
            <a:xfrm>
              <a:off x="9036681" y="1932601"/>
              <a:ext cx="698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000">
                  <a:solidFill>
                    <a:srgbClr val="000000"/>
                  </a:solidFill>
                </a:rPr>
                <a:t> </a:t>
              </a:r>
              <a:endParaRPr lang="en-US" sz="2000"/>
            </a:p>
          </p:txBody>
        </p:sp>
        <p:sp>
          <p:nvSpPr>
            <p:cNvPr id="61" name="Freeform 40">
              <a:extLst>
                <a:ext uri="{FF2B5EF4-FFF2-40B4-BE49-F238E27FC236}">
                  <a16:creationId xmlns:a16="http://schemas.microsoft.com/office/drawing/2014/main" id="{44EA4C67-04EF-9143-A1B2-F3114279A66F}"/>
                </a:ext>
              </a:extLst>
            </p:cNvPr>
            <p:cNvSpPr>
              <a:spLocks/>
            </p:cNvSpPr>
            <p:nvPr/>
          </p:nvSpPr>
          <p:spPr bwMode="auto">
            <a:xfrm>
              <a:off x="7392031" y="1673839"/>
              <a:ext cx="893763" cy="574675"/>
            </a:xfrm>
            <a:custGeom>
              <a:avLst/>
              <a:gdLst>
                <a:gd name="T0" fmla="*/ 162 w 563"/>
                <a:gd name="T1" fmla="*/ 0 h 362"/>
                <a:gd name="T2" fmla="*/ 132 w 563"/>
                <a:gd name="T3" fmla="*/ 5 h 362"/>
                <a:gd name="T4" fmla="*/ 108 w 563"/>
                <a:gd name="T5" fmla="*/ 13 h 362"/>
                <a:gd name="T6" fmla="*/ 81 w 563"/>
                <a:gd name="T7" fmla="*/ 30 h 362"/>
                <a:gd name="T8" fmla="*/ 60 w 563"/>
                <a:gd name="T9" fmla="*/ 48 h 362"/>
                <a:gd name="T10" fmla="*/ 35 w 563"/>
                <a:gd name="T11" fmla="*/ 72 h 362"/>
                <a:gd name="T12" fmla="*/ 14 w 563"/>
                <a:gd name="T13" fmla="*/ 102 h 362"/>
                <a:gd name="T14" fmla="*/ 3 w 563"/>
                <a:gd name="T15" fmla="*/ 126 h 362"/>
                <a:gd name="T16" fmla="*/ 0 w 563"/>
                <a:gd name="T17" fmla="*/ 140 h 362"/>
                <a:gd name="T18" fmla="*/ 0 w 563"/>
                <a:gd name="T19" fmla="*/ 156 h 362"/>
                <a:gd name="T20" fmla="*/ 3 w 563"/>
                <a:gd name="T21" fmla="*/ 180 h 362"/>
                <a:gd name="T22" fmla="*/ 17 w 563"/>
                <a:gd name="T23" fmla="*/ 212 h 362"/>
                <a:gd name="T24" fmla="*/ 35 w 563"/>
                <a:gd name="T25" fmla="*/ 241 h 362"/>
                <a:gd name="T26" fmla="*/ 60 w 563"/>
                <a:gd name="T27" fmla="*/ 268 h 362"/>
                <a:gd name="T28" fmla="*/ 81 w 563"/>
                <a:gd name="T29" fmla="*/ 292 h 362"/>
                <a:gd name="T30" fmla="*/ 103 w 563"/>
                <a:gd name="T31" fmla="*/ 316 h 362"/>
                <a:gd name="T32" fmla="*/ 119 w 563"/>
                <a:gd name="T33" fmla="*/ 327 h 362"/>
                <a:gd name="T34" fmla="*/ 135 w 563"/>
                <a:gd name="T35" fmla="*/ 335 h 362"/>
                <a:gd name="T36" fmla="*/ 156 w 563"/>
                <a:gd name="T37" fmla="*/ 341 h 362"/>
                <a:gd name="T38" fmla="*/ 183 w 563"/>
                <a:gd name="T39" fmla="*/ 346 h 362"/>
                <a:gd name="T40" fmla="*/ 200 w 563"/>
                <a:gd name="T41" fmla="*/ 349 h 362"/>
                <a:gd name="T42" fmla="*/ 240 w 563"/>
                <a:gd name="T43" fmla="*/ 354 h 362"/>
                <a:gd name="T44" fmla="*/ 286 w 563"/>
                <a:gd name="T45" fmla="*/ 357 h 362"/>
                <a:gd name="T46" fmla="*/ 334 w 563"/>
                <a:gd name="T47" fmla="*/ 359 h 362"/>
                <a:gd name="T48" fmla="*/ 385 w 563"/>
                <a:gd name="T49" fmla="*/ 362 h 362"/>
                <a:gd name="T50" fmla="*/ 434 w 563"/>
                <a:gd name="T51" fmla="*/ 359 h 362"/>
                <a:gd name="T52" fmla="*/ 477 w 563"/>
                <a:gd name="T53" fmla="*/ 351 h 362"/>
                <a:gd name="T54" fmla="*/ 504 w 563"/>
                <a:gd name="T55" fmla="*/ 343 h 362"/>
                <a:gd name="T56" fmla="*/ 517 w 563"/>
                <a:gd name="T57" fmla="*/ 335 h 362"/>
                <a:gd name="T58" fmla="*/ 528 w 563"/>
                <a:gd name="T59" fmla="*/ 325 h 362"/>
                <a:gd name="T60" fmla="*/ 541 w 563"/>
                <a:gd name="T61" fmla="*/ 306 h 362"/>
                <a:gd name="T62" fmla="*/ 555 w 563"/>
                <a:gd name="T63" fmla="*/ 274 h 362"/>
                <a:gd name="T64" fmla="*/ 560 w 563"/>
                <a:gd name="T65" fmla="*/ 236 h 362"/>
                <a:gd name="T66" fmla="*/ 563 w 563"/>
                <a:gd name="T67" fmla="*/ 193 h 362"/>
                <a:gd name="T68" fmla="*/ 560 w 563"/>
                <a:gd name="T69" fmla="*/ 153 h 362"/>
                <a:gd name="T70" fmla="*/ 557 w 563"/>
                <a:gd name="T71" fmla="*/ 113 h 362"/>
                <a:gd name="T72" fmla="*/ 552 w 563"/>
                <a:gd name="T73" fmla="*/ 78 h 362"/>
                <a:gd name="T74" fmla="*/ 547 w 563"/>
                <a:gd name="T75" fmla="*/ 59 h 362"/>
                <a:gd name="T76" fmla="*/ 544 w 563"/>
                <a:gd name="T77" fmla="*/ 46 h 362"/>
                <a:gd name="T78" fmla="*/ 539 w 563"/>
                <a:gd name="T79" fmla="*/ 30 h 362"/>
                <a:gd name="T80" fmla="*/ 533 w 563"/>
                <a:gd name="T81" fmla="*/ 22 h 362"/>
                <a:gd name="T82" fmla="*/ 522 w 563"/>
                <a:gd name="T83" fmla="*/ 19 h 362"/>
                <a:gd name="T84" fmla="*/ 506 w 563"/>
                <a:gd name="T85" fmla="*/ 16 h 362"/>
                <a:gd name="T86" fmla="*/ 479 w 563"/>
                <a:gd name="T87" fmla="*/ 16 h 362"/>
                <a:gd name="T88" fmla="*/ 466 w 563"/>
                <a:gd name="T89" fmla="*/ 13 h 362"/>
                <a:gd name="T90" fmla="*/ 450 w 563"/>
                <a:gd name="T91" fmla="*/ 11 h 362"/>
                <a:gd name="T92" fmla="*/ 409 w 563"/>
                <a:gd name="T93" fmla="*/ 11 h 362"/>
                <a:gd name="T94" fmla="*/ 364 w 563"/>
                <a:gd name="T95" fmla="*/ 13 h 362"/>
                <a:gd name="T96" fmla="*/ 321 w 563"/>
                <a:gd name="T97" fmla="*/ 13 h 362"/>
                <a:gd name="T98" fmla="*/ 283 w 563"/>
                <a:gd name="T99" fmla="*/ 11 h 362"/>
                <a:gd name="T100" fmla="*/ 248 w 563"/>
                <a:gd name="T101" fmla="*/ 5 h 362"/>
                <a:gd name="T102" fmla="*/ 213 w 563"/>
                <a:gd name="T103" fmla="*/ 0 h 362"/>
                <a:gd name="T104" fmla="*/ 186 w 563"/>
                <a:gd name="T105" fmla="*/ 0 h 362"/>
                <a:gd name="T106" fmla="*/ 175 w 563"/>
                <a:gd name="T107" fmla="*/ 0 h 3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63"/>
                <a:gd name="T163" fmla="*/ 0 h 362"/>
                <a:gd name="T164" fmla="*/ 563 w 563"/>
                <a:gd name="T165" fmla="*/ 362 h 3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63" h="362">
                  <a:moveTo>
                    <a:pt x="175" y="0"/>
                  </a:moveTo>
                  <a:lnTo>
                    <a:pt x="162" y="0"/>
                  </a:lnTo>
                  <a:lnTo>
                    <a:pt x="148" y="3"/>
                  </a:lnTo>
                  <a:lnTo>
                    <a:pt x="132" y="5"/>
                  </a:lnTo>
                  <a:lnTo>
                    <a:pt x="119" y="11"/>
                  </a:lnTo>
                  <a:lnTo>
                    <a:pt x="108" y="13"/>
                  </a:lnTo>
                  <a:lnTo>
                    <a:pt x="95" y="22"/>
                  </a:lnTo>
                  <a:lnTo>
                    <a:pt x="81" y="30"/>
                  </a:lnTo>
                  <a:lnTo>
                    <a:pt x="70" y="38"/>
                  </a:lnTo>
                  <a:lnTo>
                    <a:pt x="60" y="48"/>
                  </a:lnTo>
                  <a:lnTo>
                    <a:pt x="46" y="59"/>
                  </a:lnTo>
                  <a:lnTo>
                    <a:pt x="35" y="72"/>
                  </a:lnTo>
                  <a:lnTo>
                    <a:pt x="25" y="89"/>
                  </a:lnTo>
                  <a:lnTo>
                    <a:pt x="14" y="102"/>
                  </a:lnTo>
                  <a:lnTo>
                    <a:pt x="8" y="118"/>
                  </a:lnTo>
                  <a:lnTo>
                    <a:pt x="3" y="126"/>
                  </a:lnTo>
                  <a:lnTo>
                    <a:pt x="3" y="134"/>
                  </a:lnTo>
                  <a:lnTo>
                    <a:pt x="0" y="140"/>
                  </a:lnTo>
                  <a:lnTo>
                    <a:pt x="0" y="148"/>
                  </a:lnTo>
                  <a:lnTo>
                    <a:pt x="0" y="156"/>
                  </a:lnTo>
                  <a:lnTo>
                    <a:pt x="0" y="164"/>
                  </a:lnTo>
                  <a:lnTo>
                    <a:pt x="3" y="180"/>
                  </a:lnTo>
                  <a:lnTo>
                    <a:pt x="8" y="196"/>
                  </a:lnTo>
                  <a:lnTo>
                    <a:pt x="17" y="212"/>
                  </a:lnTo>
                  <a:lnTo>
                    <a:pt x="27" y="225"/>
                  </a:lnTo>
                  <a:lnTo>
                    <a:pt x="35" y="241"/>
                  </a:lnTo>
                  <a:lnTo>
                    <a:pt x="49" y="255"/>
                  </a:lnTo>
                  <a:lnTo>
                    <a:pt x="60" y="268"/>
                  </a:lnTo>
                  <a:lnTo>
                    <a:pt x="70" y="282"/>
                  </a:lnTo>
                  <a:lnTo>
                    <a:pt x="81" y="292"/>
                  </a:lnTo>
                  <a:lnTo>
                    <a:pt x="92" y="306"/>
                  </a:lnTo>
                  <a:lnTo>
                    <a:pt x="103" y="316"/>
                  </a:lnTo>
                  <a:lnTo>
                    <a:pt x="111" y="322"/>
                  </a:lnTo>
                  <a:lnTo>
                    <a:pt x="119" y="327"/>
                  </a:lnTo>
                  <a:lnTo>
                    <a:pt x="127" y="330"/>
                  </a:lnTo>
                  <a:lnTo>
                    <a:pt x="135" y="335"/>
                  </a:lnTo>
                  <a:lnTo>
                    <a:pt x="146" y="338"/>
                  </a:lnTo>
                  <a:lnTo>
                    <a:pt x="156" y="341"/>
                  </a:lnTo>
                  <a:lnTo>
                    <a:pt x="170" y="343"/>
                  </a:lnTo>
                  <a:lnTo>
                    <a:pt x="183" y="346"/>
                  </a:lnTo>
                  <a:lnTo>
                    <a:pt x="191" y="346"/>
                  </a:lnTo>
                  <a:lnTo>
                    <a:pt x="200" y="349"/>
                  </a:lnTo>
                  <a:lnTo>
                    <a:pt x="218" y="351"/>
                  </a:lnTo>
                  <a:lnTo>
                    <a:pt x="240" y="354"/>
                  </a:lnTo>
                  <a:lnTo>
                    <a:pt x="261" y="354"/>
                  </a:lnTo>
                  <a:lnTo>
                    <a:pt x="286" y="357"/>
                  </a:lnTo>
                  <a:lnTo>
                    <a:pt x="310" y="359"/>
                  </a:lnTo>
                  <a:lnTo>
                    <a:pt x="334" y="359"/>
                  </a:lnTo>
                  <a:lnTo>
                    <a:pt x="361" y="362"/>
                  </a:lnTo>
                  <a:lnTo>
                    <a:pt x="385" y="362"/>
                  </a:lnTo>
                  <a:lnTo>
                    <a:pt x="409" y="359"/>
                  </a:lnTo>
                  <a:lnTo>
                    <a:pt x="434" y="359"/>
                  </a:lnTo>
                  <a:lnTo>
                    <a:pt x="455" y="357"/>
                  </a:lnTo>
                  <a:lnTo>
                    <a:pt x="477" y="351"/>
                  </a:lnTo>
                  <a:lnTo>
                    <a:pt x="493" y="346"/>
                  </a:lnTo>
                  <a:lnTo>
                    <a:pt x="504" y="343"/>
                  </a:lnTo>
                  <a:lnTo>
                    <a:pt x="509" y="338"/>
                  </a:lnTo>
                  <a:lnTo>
                    <a:pt x="517" y="335"/>
                  </a:lnTo>
                  <a:lnTo>
                    <a:pt x="522" y="330"/>
                  </a:lnTo>
                  <a:lnTo>
                    <a:pt x="528" y="325"/>
                  </a:lnTo>
                  <a:lnTo>
                    <a:pt x="533" y="319"/>
                  </a:lnTo>
                  <a:lnTo>
                    <a:pt x="541" y="306"/>
                  </a:lnTo>
                  <a:lnTo>
                    <a:pt x="549" y="292"/>
                  </a:lnTo>
                  <a:lnTo>
                    <a:pt x="555" y="274"/>
                  </a:lnTo>
                  <a:lnTo>
                    <a:pt x="557" y="255"/>
                  </a:lnTo>
                  <a:lnTo>
                    <a:pt x="560" y="236"/>
                  </a:lnTo>
                  <a:lnTo>
                    <a:pt x="563" y="215"/>
                  </a:lnTo>
                  <a:lnTo>
                    <a:pt x="563" y="193"/>
                  </a:lnTo>
                  <a:lnTo>
                    <a:pt x="560" y="172"/>
                  </a:lnTo>
                  <a:lnTo>
                    <a:pt x="560" y="153"/>
                  </a:lnTo>
                  <a:lnTo>
                    <a:pt x="557" y="131"/>
                  </a:lnTo>
                  <a:lnTo>
                    <a:pt x="557" y="113"/>
                  </a:lnTo>
                  <a:lnTo>
                    <a:pt x="555" y="94"/>
                  </a:lnTo>
                  <a:lnTo>
                    <a:pt x="552" y="78"/>
                  </a:lnTo>
                  <a:lnTo>
                    <a:pt x="549" y="64"/>
                  </a:lnTo>
                  <a:lnTo>
                    <a:pt x="547" y="59"/>
                  </a:lnTo>
                  <a:lnTo>
                    <a:pt x="547" y="54"/>
                  </a:lnTo>
                  <a:lnTo>
                    <a:pt x="544" y="46"/>
                  </a:lnTo>
                  <a:lnTo>
                    <a:pt x="541" y="38"/>
                  </a:lnTo>
                  <a:lnTo>
                    <a:pt x="539" y="30"/>
                  </a:lnTo>
                  <a:lnTo>
                    <a:pt x="536" y="27"/>
                  </a:lnTo>
                  <a:lnTo>
                    <a:pt x="533" y="22"/>
                  </a:lnTo>
                  <a:lnTo>
                    <a:pt x="528" y="19"/>
                  </a:lnTo>
                  <a:lnTo>
                    <a:pt x="522" y="19"/>
                  </a:lnTo>
                  <a:lnTo>
                    <a:pt x="520" y="16"/>
                  </a:lnTo>
                  <a:lnTo>
                    <a:pt x="506" y="16"/>
                  </a:lnTo>
                  <a:lnTo>
                    <a:pt x="495" y="16"/>
                  </a:lnTo>
                  <a:lnTo>
                    <a:pt x="479" y="16"/>
                  </a:lnTo>
                  <a:lnTo>
                    <a:pt x="474" y="13"/>
                  </a:lnTo>
                  <a:lnTo>
                    <a:pt x="466" y="13"/>
                  </a:lnTo>
                  <a:lnTo>
                    <a:pt x="458" y="13"/>
                  </a:lnTo>
                  <a:lnTo>
                    <a:pt x="450" y="11"/>
                  </a:lnTo>
                  <a:lnTo>
                    <a:pt x="431" y="11"/>
                  </a:lnTo>
                  <a:lnTo>
                    <a:pt x="409" y="11"/>
                  </a:lnTo>
                  <a:lnTo>
                    <a:pt x="388" y="13"/>
                  </a:lnTo>
                  <a:lnTo>
                    <a:pt x="364" y="13"/>
                  </a:lnTo>
                  <a:lnTo>
                    <a:pt x="342" y="13"/>
                  </a:lnTo>
                  <a:lnTo>
                    <a:pt x="321" y="13"/>
                  </a:lnTo>
                  <a:lnTo>
                    <a:pt x="302" y="13"/>
                  </a:lnTo>
                  <a:lnTo>
                    <a:pt x="283" y="11"/>
                  </a:lnTo>
                  <a:lnTo>
                    <a:pt x="264" y="11"/>
                  </a:lnTo>
                  <a:lnTo>
                    <a:pt x="248" y="5"/>
                  </a:lnTo>
                  <a:lnTo>
                    <a:pt x="229" y="3"/>
                  </a:lnTo>
                  <a:lnTo>
                    <a:pt x="213" y="0"/>
                  </a:lnTo>
                  <a:lnTo>
                    <a:pt x="200" y="0"/>
                  </a:lnTo>
                  <a:lnTo>
                    <a:pt x="186" y="0"/>
                  </a:lnTo>
                  <a:lnTo>
                    <a:pt x="181" y="0"/>
                  </a:lnTo>
                  <a:lnTo>
                    <a:pt x="175"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41">
              <a:extLst>
                <a:ext uri="{FF2B5EF4-FFF2-40B4-BE49-F238E27FC236}">
                  <a16:creationId xmlns:a16="http://schemas.microsoft.com/office/drawing/2014/main" id="{E53B2DD8-4411-0F46-9988-1A06A5DAFE3B}"/>
                </a:ext>
              </a:extLst>
            </p:cNvPr>
            <p:cNvSpPr>
              <a:spLocks/>
            </p:cNvSpPr>
            <p:nvPr/>
          </p:nvSpPr>
          <p:spPr bwMode="auto">
            <a:xfrm>
              <a:off x="7892093" y="2631101"/>
              <a:ext cx="346075" cy="336550"/>
            </a:xfrm>
            <a:custGeom>
              <a:avLst/>
              <a:gdLst>
                <a:gd name="T0" fmla="*/ 100 w 218"/>
                <a:gd name="T1" fmla="*/ 0 h 212"/>
                <a:gd name="T2" fmla="*/ 78 w 218"/>
                <a:gd name="T3" fmla="*/ 6 h 212"/>
                <a:gd name="T4" fmla="*/ 57 w 218"/>
                <a:gd name="T5" fmla="*/ 14 h 212"/>
                <a:gd name="T6" fmla="*/ 41 w 218"/>
                <a:gd name="T7" fmla="*/ 25 h 212"/>
                <a:gd name="T8" fmla="*/ 24 w 218"/>
                <a:gd name="T9" fmla="*/ 38 h 212"/>
                <a:gd name="T10" fmla="*/ 14 w 218"/>
                <a:gd name="T11" fmla="*/ 57 h 212"/>
                <a:gd name="T12" fmla="*/ 6 w 218"/>
                <a:gd name="T13" fmla="*/ 76 h 212"/>
                <a:gd name="T14" fmla="*/ 0 w 218"/>
                <a:gd name="T15" fmla="*/ 94 h 212"/>
                <a:gd name="T16" fmla="*/ 0 w 218"/>
                <a:gd name="T17" fmla="*/ 116 h 212"/>
                <a:gd name="T18" fmla="*/ 6 w 218"/>
                <a:gd name="T19" fmla="*/ 137 h 212"/>
                <a:gd name="T20" fmla="*/ 14 w 218"/>
                <a:gd name="T21" fmla="*/ 156 h 212"/>
                <a:gd name="T22" fmla="*/ 24 w 218"/>
                <a:gd name="T23" fmla="*/ 172 h 212"/>
                <a:gd name="T24" fmla="*/ 41 w 218"/>
                <a:gd name="T25" fmla="*/ 188 h 212"/>
                <a:gd name="T26" fmla="*/ 57 w 218"/>
                <a:gd name="T27" fmla="*/ 199 h 212"/>
                <a:gd name="T28" fmla="*/ 78 w 218"/>
                <a:gd name="T29" fmla="*/ 207 h 212"/>
                <a:gd name="T30" fmla="*/ 100 w 218"/>
                <a:gd name="T31" fmla="*/ 212 h 212"/>
                <a:gd name="T32" fmla="*/ 121 w 218"/>
                <a:gd name="T33" fmla="*/ 212 h 212"/>
                <a:gd name="T34" fmla="*/ 143 w 218"/>
                <a:gd name="T35" fmla="*/ 207 h 212"/>
                <a:gd name="T36" fmla="*/ 162 w 218"/>
                <a:gd name="T37" fmla="*/ 199 h 212"/>
                <a:gd name="T38" fmla="*/ 178 w 218"/>
                <a:gd name="T39" fmla="*/ 188 h 212"/>
                <a:gd name="T40" fmla="*/ 194 w 218"/>
                <a:gd name="T41" fmla="*/ 172 h 212"/>
                <a:gd name="T42" fmla="*/ 205 w 218"/>
                <a:gd name="T43" fmla="*/ 156 h 212"/>
                <a:gd name="T44" fmla="*/ 213 w 218"/>
                <a:gd name="T45" fmla="*/ 137 h 212"/>
                <a:gd name="T46" fmla="*/ 218 w 218"/>
                <a:gd name="T47" fmla="*/ 116 h 212"/>
                <a:gd name="T48" fmla="*/ 218 w 218"/>
                <a:gd name="T49" fmla="*/ 94 h 212"/>
                <a:gd name="T50" fmla="*/ 213 w 218"/>
                <a:gd name="T51" fmla="*/ 76 h 212"/>
                <a:gd name="T52" fmla="*/ 205 w 218"/>
                <a:gd name="T53" fmla="*/ 57 h 212"/>
                <a:gd name="T54" fmla="*/ 194 w 218"/>
                <a:gd name="T55" fmla="*/ 38 h 212"/>
                <a:gd name="T56" fmla="*/ 178 w 218"/>
                <a:gd name="T57" fmla="*/ 25 h 212"/>
                <a:gd name="T58" fmla="*/ 162 w 218"/>
                <a:gd name="T59" fmla="*/ 14 h 212"/>
                <a:gd name="T60" fmla="*/ 143 w 218"/>
                <a:gd name="T61" fmla="*/ 6 h 212"/>
                <a:gd name="T62" fmla="*/ 121 w 218"/>
                <a:gd name="T63" fmla="*/ 0 h 2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8"/>
                <a:gd name="T97" fmla="*/ 0 h 212"/>
                <a:gd name="T98" fmla="*/ 218 w 218"/>
                <a:gd name="T99" fmla="*/ 212 h 2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8" h="212">
                  <a:moveTo>
                    <a:pt x="111" y="0"/>
                  </a:moveTo>
                  <a:lnTo>
                    <a:pt x="100" y="0"/>
                  </a:lnTo>
                  <a:lnTo>
                    <a:pt x="89" y="3"/>
                  </a:lnTo>
                  <a:lnTo>
                    <a:pt x="78" y="6"/>
                  </a:lnTo>
                  <a:lnTo>
                    <a:pt x="67" y="8"/>
                  </a:lnTo>
                  <a:lnTo>
                    <a:pt x="57" y="14"/>
                  </a:lnTo>
                  <a:lnTo>
                    <a:pt x="49" y="19"/>
                  </a:lnTo>
                  <a:lnTo>
                    <a:pt x="41" y="25"/>
                  </a:lnTo>
                  <a:lnTo>
                    <a:pt x="33" y="33"/>
                  </a:lnTo>
                  <a:lnTo>
                    <a:pt x="24" y="38"/>
                  </a:lnTo>
                  <a:lnTo>
                    <a:pt x="19" y="46"/>
                  </a:lnTo>
                  <a:lnTo>
                    <a:pt x="14" y="57"/>
                  </a:lnTo>
                  <a:lnTo>
                    <a:pt x="8" y="65"/>
                  </a:lnTo>
                  <a:lnTo>
                    <a:pt x="6" y="76"/>
                  </a:lnTo>
                  <a:lnTo>
                    <a:pt x="3" y="84"/>
                  </a:lnTo>
                  <a:lnTo>
                    <a:pt x="0" y="94"/>
                  </a:lnTo>
                  <a:lnTo>
                    <a:pt x="0" y="105"/>
                  </a:lnTo>
                  <a:lnTo>
                    <a:pt x="0" y="116"/>
                  </a:lnTo>
                  <a:lnTo>
                    <a:pt x="3" y="126"/>
                  </a:lnTo>
                  <a:lnTo>
                    <a:pt x="6" y="137"/>
                  </a:lnTo>
                  <a:lnTo>
                    <a:pt x="8" y="148"/>
                  </a:lnTo>
                  <a:lnTo>
                    <a:pt x="14" y="156"/>
                  </a:lnTo>
                  <a:lnTo>
                    <a:pt x="19" y="164"/>
                  </a:lnTo>
                  <a:lnTo>
                    <a:pt x="24" y="172"/>
                  </a:lnTo>
                  <a:lnTo>
                    <a:pt x="33" y="180"/>
                  </a:lnTo>
                  <a:lnTo>
                    <a:pt x="41" y="188"/>
                  </a:lnTo>
                  <a:lnTo>
                    <a:pt x="49" y="193"/>
                  </a:lnTo>
                  <a:lnTo>
                    <a:pt x="57" y="199"/>
                  </a:lnTo>
                  <a:lnTo>
                    <a:pt x="67" y="204"/>
                  </a:lnTo>
                  <a:lnTo>
                    <a:pt x="78" y="207"/>
                  </a:lnTo>
                  <a:lnTo>
                    <a:pt x="89" y="210"/>
                  </a:lnTo>
                  <a:lnTo>
                    <a:pt x="100" y="212"/>
                  </a:lnTo>
                  <a:lnTo>
                    <a:pt x="111" y="212"/>
                  </a:lnTo>
                  <a:lnTo>
                    <a:pt x="121" y="212"/>
                  </a:lnTo>
                  <a:lnTo>
                    <a:pt x="132" y="210"/>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5" y="126"/>
                  </a:lnTo>
                  <a:lnTo>
                    <a:pt x="218" y="116"/>
                  </a:lnTo>
                  <a:lnTo>
                    <a:pt x="218" y="105"/>
                  </a:lnTo>
                  <a:lnTo>
                    <a:pt x="218" y="94"/>
                  </a:lnTo>
                  <a:lnTo>
                    <a:pt x="215" y="84"/>
                  </a:lnTo>
                  <a:lnTo>
                    <a:pt x="213" y="76"/>
                  </a:lnTo>
                  <a:lnTo>
                    <a:pt x="210" y="65"/>
                  </a:lnTo>
                  <a:lnTo>
                    <a:pt x="205" y="57"/>
                  </a:lnTo>
                  <a:lnTo>
                    <a:pt x="199" y="46"/>
                  </a:lnTo>
                  <a:lnTo>
                    <a:pt x="194" y="38"/>
                  </a:lnTo>
                  <a:lnTo>
                    <a:pt x="186" y="33"/>
                  </a:lnTo>
                  <a:lnTo>
                    <a:pt x="178" y="25"/>
                  </a:lnTo>
                  <a:lnTo>
                    <a:pt x="170" y="19"/>
                  </a:lnTo>
                  <a:lnTo>
                    <a:pt x="162" y="14"/>
                  </a:lnTo>
                  <a:lnTo>
                    <a:pt x="154" y="8"/>
                  </a:lnTo>
                  <a:lnTo>
                    <a:pt x="143" y="6"/>
                  </a:lnTo>
                  <a:lnTo>
                    <a:pt x="132" y="3"/>
                  </a:lnTo>
                  <a:lnTo>
                    <a:pt x="121" y="0"/>
                  </a:lnTo>
                  <a:lnTo>
                    <a:pt x="111" y="0"/>
                  </a:lnTo>
                  <a:close/>
                </a:path>
              </a:pathLst>
            </a:cu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63" name="Oval 62">
            <a:extLst>
              <a:ext uri="{FF2B5EF4-FFF2-40B4-BE49-F238E27FC236}">
                <a16:creationId xmlns:a16="http://schemas.microsoft.com/office/drawing/2014/main" id="{B75BC6DE-5F37-8644-ADFF-E455ABD106FB}"/>
              </a:ext>
            </a:extLst>
          </p:cNvPr>
          <p:cNvSpPr/>
          <p:nvPr/>
        </p:nvSpPr>
        <p:spPr>
          <a:xfrm>
            <a:off x="5361709" y="1704109"/>
            <a:ext cx="720436" cy="67887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32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
                                            <p:txEl>
                                              <p:pRg st="2" end="2"/>
                                            </p:txEl>
                                          </p:spTgt>
                                        </p:tgtEl>
                                        <p:attrNameLst>
                                          <p:attrName>style.visibility</p:attrName>
                                        </p:attrNameLst>
                                      </p:cBhvr>
                                      <p:to>
                                        <p:strVal val="visible"/>
                                      </p:to>
                                    </p:set>
                                    <p:animEffect transition="in" filter="dissolve">
                                      <p:cBhvr>
                                        <p:cTn id="7" dur="500"/>
                                        <p:tgtEl>
                                          <p:spTgt spid="47">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7">
                                            <p:txEl>
                                              <p:pRg st="3" end="3"/>
                                            </p:txEl>
                                          </p:spTgt>
                                        </p:tgtEl>
                                        <p:attrNameLst>
                                          <p:attrName>style.visibility</p:attrName>
                                        </p:attrNameLst>
                                      </p:cBhvr>
                                      <p:to>
                                        <p:strVal val="visible"/>
                                      </p:to>
                                    </p:set>
                                    <p:animEffect transition="in" filter="dissolve">
                                      <p:cBhvr>
                                        <p:cTn id="10" dur="500"/>
                                        <p:tgtEl>
                                          <p:spTgt spid="47">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7">
                                            <p:txEl>
                                              <p:pRg st="4" end="4"/>
                                            </p:txEl>
                                          </p:spTgt>
                                        </p:tgtEl>
                                        <p:attrNameLst>
                                          <p:attrName>style.visibility</p:attrName>
                                        </p:attrNameLst>
                                      </p:cBhvr>
                                      <p:to>
                                        <p:strVal val="visible"/>
                                      </p:to>
                                    </p:set>
                                    <p:animEffect transition="in" filter="dissolve">
                                      <p:cBhvr>
                                        <p:cTn id="13" dur="500"/>
                                        <p:tgtEl>
                                          <p:spTgt spid="47">
                                            <p:txEl>
                                              <p:pRg st="4" end="4"/>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dissolve">
                                      <p:cBhvr>
                                        <p:cTn id="1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 name="Group 230">
            <a:extLst>
              <a:ext uri="{FF2B5EF4-FFF2-40B4-BE49-F238E27FC236}">
                <a16:creationId xmlns:a16="http://schemas.microsoft.com/office/drawing/2014/main" id="{F0AA8416-2A13-9841-830D-36339E62435B}"/>
              </a:ext>
            </a:extLst>
          </p:cNvPr>
          <p:cNvGrpSpPr/>
          <p:nvPr/>
        </p:nvGrpSpPr>
        <p:grpSpPr>
          <a:xfrm>
            <a:off x="2993331" y="2659614"/>
            <a:ext cx="1261444" cy="642543"/>
            <a:chOff x="2241770" y="2684666"/>
            <a:chExt cx="1261444" cy="642543"/>
          </a:xfrm>
        </p:grpSpPr>
        <p:sp>
          <p:nvSpPr>
            <p:cNvPr id="232" name="Text Box 119">
              <a:extLst>
                <a:ext uri="{FF2B5EF4-FFF2-40B4-BE49-F238E27FC236}">
                  <a16:creationId xmlns:a16="http://schemas.microsoft.com/office/drawing/2014/main" id="{923BE177-E2E4-8A48-9459-31E94732588B}"/>
                </a:ext>
              </a:extLst>
            </p:cNvPr>
            <p:cNvSpPr txBox="1">
              <a:spLocks noChangeArrowheads="1"/>
            </p:cNvSpPr>
            <p:nvPr/>
          </p:nvSpPr>
          <p:spPr bwMode="auto">
            <a:xfrm>
              <a:off x="2241770" y="3019432"/>
              <a:ext cx="126015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a:solidFill>
                    <a:srgbClr val="C00000"/>
                  </a:solidFill>
                </a:rPr>
                <a:t>AS2,AS3,X </a:t>
              </a:r>
            </a:p>
          </p:txBody>
        </p:sp>
        <p:sp>
          <p:nvSpPr>
            <p:cNvPr id="233" name="AutoShape 118">
              <a:extLst>
                <a:ext uri="{FF2B5EF4-FFF2-40B4-BE49-F238E27FC236}">
                  <a16:creationId xmlns:a16="http://schemas.microsoft.com/office/drawing/2014/main" id="{92B03788-407A-084E-8682-283C69D5DF3C}"/>
                </a:ext>
              </a:extLst>
            </p:cNvPr>
            <p:cNvSpPr>
              <a:spLocks noChangeArrowheads="1"/>
            </p:cNvSpPr>
            <p:nvPr/>
          </p:nvSpPr>
          <p:spPr bwMode="auto">
            <a:xfrm rot="1968210">
              <a:off x="2734864" y="2684666"/>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sp>
        <p:nvSpPr>
          <p:cNvPr id="240" name="Rectangle 4">
            <a:extLst>
              <a:ext uri="{FF2B5EF4-FFF2-40B4-BE49-F238E27FC236}">
                <a16:creationId xmlns:a16="http://schemas.microsoft.com/office/drawing/2014/main" id="{2232FF8D-4FEF-E645-B7EA-CC7B2BF547BD}"/>
              </a:ext>
            </a:extLst>
          </p:cNvPr>
          <p:cNvSpPr txBox="1">
            <a:spLocks noChangeArrowheads="1"/>
          </p:cNvSpPr>
          <p:nvPr/>
        </p:nvSpPr>
        <p:spPr>
          <a:xfrm>
            <a:off x="1364685" y="4805597"/>
            <a:ext cx="8505825" cy="5519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3688" indent="-293688">
              <a:lnSpc>
                <a:spcPts val="2140"/>
              </a:lnSpc>
            </a:pPr>
            <a:r>
              <a:rPr lang="en-US" sz="2400"/>
              <a:t>AS</a:t>
            </a:r>
            <a:r>
              <a:rPr lang="en-US" sz="2400">
                <a:cs typeface="Arial"/>
              </a:rPr>
              <a:t>1</a:t>
            </a:r>
            <a:r>
              <a:rPr lang="en-US" sz="2400"/>
              <a:t> gateway router</a:t>
            </a:r>
            <a:r>
              <a:rPr lang="en-US" sz="2400">
                <a:cs typeface="Arial"/>
              </a:rPr>
              <a:t> 1c </a:t>
            </a:r>
            <a:r>
              <a:rPr lang="en-US" sz="2400"/>
              <a:t>learns path </a:t>
            </a:r>
            <a:r>
              <a:rPr lang="en-US" sz="2400" i="1">
                <a:solidFill>
                  <a:srgbClr val="CC0000"/>
                </a:solidFill>
              </a:rPr>
              <a:t>AS2,AS3,X </a:t>
            </a:r>
            <a:r>
              <a:rPr lang="en-US" sz="2400"/>
              <a:t>from 2a</a:t>
            </a:r>
          </a:p>
          <a:p>
            <a:endParaRPr lang="en-US" sz="2000"/>
          </a:p>
        </p:txBody>
      </p:sp>
      <p:sp>
        <p:nvSpPr>
          <p:cNvPr id="241" name="Rectangle 4">
            <a:extLst>
              <a:ext uri="{FF2B5EF4-FFF2-40B4-BE49-F238E27FC236}">
                <a16:creationId xmlns:a16="http://schemas.microsoft.com/office/drawing/2014/main" id="{1171B6FB-5E1B-8F47-BD5F-BCBFDC275C38}"/>
              </a:ext>
            </a:extLst>
          </p:cNvPr>
          <p:cNvSpPr txBox="1">
            <a:spLocks noChangeArrowheads="1"/>
          </p:cNvSpPr>
          <p:nvPr/>
        </p:nvSpPr>
        <p:spPr bwMode="auto">
          <a:xfrm>
            <a:off x="1142010" y="4352301"/>
            <a:ext cx="9918472" cy="575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ts val="2140"/>
              </a:lnSpc>
              <a:buNone/>
            </a:pPr>
            <a:r>
              <a:rPr lang="en-US"/>
              <a:t>gateway router may learn about </a:t>
            </a:r>
            <a:r>
              <a:rPr lang="en-US">
                <a:solidFill>
                  <a:srgbClr val="000090"/>
                </a:solidFill>
              </a:rPr>
              <a:t>multiple</a:t>
            </a:r>
            <a:r>
              <a:rPr lang="en-US"/>
              <a:t> paths to destination:</a:t>
            </a:r>
          </a:p>
        </p:txBody>
      </p:sp>
      <p:grpSp>
        <p:nvGrpSpPr>
          <p:cNvPr id="242" name="Group 241">
            <a:extLst>
              <a:ext uri="{FF2B5EF4-FFF2-40B4-BE49-F238E27FC236}">
                <a16:creationId xmlns:a16="http://schemas.microsoft.com/office/drawing/2014/main" id="{6E588378-AB3C-7643-8B8F-7696DC3EA767}"/>
              </a:ext>
            </a:extLst>
          </p:cNvPr>
          <p:cNvGrpSpPr/>
          <p:nvPr/>
        </p:nvGrpSpPr>
        <p:grpSpPr>
          <a:xfrm>
            <a:off x="1970966" y="1952535"/>
            <a:ext cx="1118837" cy="826267"/>
            <a:chOff x="4052000" y="2820739"/>
            <a:chExt cx="1118837" cy="826267"/>
          </a:xfrm>
        </p:grpSpPr>
        <p:cxnSp>
          <p:nvCxnSpPr>
            <p:cNvPr id="243" name="Straight Arrow Connector 242">
              <a:extLst>
                <a:ext uri="{FF2B5EF4-FFF2-40B4-BE49-F238E27FC236}">
                  <a16:creationId xmlns:a16="http://schemas.microsoft.com/office/drawing/2014/main" id="{8788AB24-E49A-9D42-9746-5F1AC923F508}"/>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4" name="Straight Arrow Connector 243">
              <a:extLst>
                <a:ext uri="{FF2B5EF4-FFF2-40B4-BE49-F238E27FC236}">
                  <a16:creationId xmlns:a16="http://schemas.microsoft.com/office/drawing/2014/main" id="{A73C5C13-0DA1-CE4C-AAB8-6132C6E0D88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5" name="Straight Arrow Connector 244">
              <a:extLst>
                <a:ext uri="{FF2B5EF4-FFF2-40B4-BE49-F238E27FC236}">
                  <a16:creationId xmlns:a16="http://schemas.microsoft.com/office/drawing/2014/main" id="{70F16FA1-A20C-4948-9683-F7720A00EE5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46" name="Group 245">
            <a:extLst>
              <a:ext uri="{FF2B5EF4-FFF2-40B4-BE49-F238E27FC236}">
                <a16:creationId xmlns:a16="http://schemas.microsoft.com/office/drawing/2014/main" id="{CB6EBD89-7C58-E647-8259-C3CC0DA3FBFE}"/>
              </a:ext>
            </a:extLst>
          </p:cNvPr>
          <p:cNvGrpSpPr/>
          <p:nvPr/>
        </p:nvGrpSpPr>
        <p:grpSpPr>
          <a:xfrm>
            <a:off x="3743662" y="1671430"/>
            <a:ext cx="928664" cy="573008"/>
            <a:chOff x="4482698" y="1658905"/>
            <a:chExt cx="928664" cy="573008"/>
          </a:xfrm>
        </p:grpSpPr>
        <p:sp>
          <p:nvSpPr>
            <p:cNvPr id="247" name="AutoShape 118">
              <a:extLst>
                <a:ext uri="{FF2B5EF4-FFF2-40B4-BE49-F238E27FC236}">
                  <a16:creationId xmlns:a16="http://schemas.microsoft.com/office/drawing/2014/main" id="{C4DDF1A3-A046-ED42-ACAC-5927DA6AC10C}"/>
                </a:ext>
              </a:extLst>
            </p:cNvPr>
            <p:cNvSpPr>
              <a:spLocks noChangeArrowheads="1"/>
            </p:cNvSpPr>
            <p:nvPr/>
          </p:nvSpPr>
          <p:spPr bwMode="auto">
            <a:xfrm rot="21210880">
              <a:off x="4643012" y="1955688"/>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48" name="TextBox 247">
              <a:extLst>
                <a:ext uri="{FF2B5EF4-FFF2-40B4-BE49-F238E27FC236}">
                  <a16:creationId xmlns:a16="http://schemas.microsoft.com/office/drawing/2014/main" id="{DC604320-3281-9C46-A4A2-C7947827CBE2}"/>
                </a:ext>
              </a:extLst>
            </p:cNvPr>
            <p:cNvSpPr txBox="1"/>
            <p:nvPr/>
          </p:nvSpPr>
          <p:spPr>
            <a:xfrm>
              <a:off x="4482698" y="1658905"/>
              <a:ext cx="764953" cy="338554"/>
            </a:xfrm>
            <a:prstGeom prst="rect">
              <a:avLst/>
            </a:prstGeom>
            <a:noFill/>
          </p:spPr>
          <p:txBody>
            <a:bodyPr wrap="none" rtlCol="0">
              <a:spAutoFit/>
            </a:bodyPr>
            <a:lstStyle/>
            <a:p>
              <a:r>
                <a:rPr lang="en-US" sz="1600" i="1">
                  <a:solidFill>
                    <a:srgbClr val="C00000"/>
                  </a:solidFill>
                  <a:latin typeface="Arial" panose="020B0604020202020204" pitchFamily="34" charset="0"/>
                  <a:cs typeface="Arial" panose="020B0604020202020204" pitchFamily="34" charset="0"/>
                </a:rPr>
                <a:t>AS3,X</a:t>
              </a:r>
            </a:p>
          </p:txBody>
        </p:sp>
      </p:grpSp>
      <p:sp>
        <p:nvSpPr>
          <p:cNvPr id="249" name="Rectangle 4">
            <a:extLst>
              <a:ext uri="{FF2B5EF4-FFF2-40B4-BE49-F238E27FC236}">
                <a16:creationId xmlns:a16="http://schemas.microsoft.com/office/drawing/2014/main" id="{9CBAC322-337C-3E44-8C65-5E8EE0E1464C}"/>
              </a:ext>
            </a:extLst>
          </p:cNvPr>
          <p:cNvSpPr txBox="1">
            <a:spLocks noChangeArrowheads="1"/>
          </p:cNvSpPr>
          <p:nvPr/>
        </p:nvSpPr>
        <p:spPr bwMode="auto">
          <a:xfrm>
            <a:off x="1399857" y="5223019"/>
            <a:ext cx="8505825" cy="5519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ts val="2140"/>
              </a:lnSpc>
            </a:pPr>
            <a:r>
              <a:rPr lang="en-US" sz="2400"/>
              <a:t>AS</a:t>
            </a:r>
            <a:r>
              <a:rPr lang="en-US" sz="2400">
                <a:cs typeface="Arial"/>
              </a:rPr>
              <a:t>1</a:t>
            </a:r>
            <a:r>
              <a:rPr lang="en-US" sz="2400"/>
              <a:t> gateway router</a:t>
            </a:r>
            <a:r>
              <a:rPr lang="en-US" sz="2400">
                <a:cs typeface="Arial"/>
              </a:rPr>
              <a:t> 1c </a:t>
            </a:r>
            <a:r>
              <a:rPr lang="en-US" sz="2400"/>
              <a:t>learns path </a:t>
            </a:r>
            <a:r>
              <a:rPr lang="en-US" sz="2400" i="1">
                <a:solidFill>
                  <a:srgbClr val="CC0000"/>
                </a:solidFill>
              </a:rPr>
              <a:t>AS3,X </a:t>
            </a:r>
            <a:r>
              <a:rPr lang="en-US" sz="2400"/>
              <a:t>from 3a</a:t>
            </a:r>
          </a:p>
          <a:p>
            <a:endParaRPr lang="en-US" sz="2000"/>
          </a:p>
        </p:txBody>
      </p:sp>
      <p:sp>
        <p:nvSpPr>
          <p:cNvPr id="250" name="Rectangle 4">
            <a:extLst>
              <a:ext uri="{FF2B5EF4-FFF2-40B4-BE49-F238E27FC236}">
                <a16:creationId xmlns:a16="http://schemas.microsoft.com/office/drawing/2014/main" id="{7F2AB41F-063B-474A-B02C-593081D74EC7}"/>
              </a:ext>
            </a:extLst>
          </p:cNvPr>
          <p:cNvSpPr txBox="1">
            <a:spLocks noChangeArrowheads="1"/>
          </p:cNvSpPr>
          <p:nvPr/>
        </p:nvSpPr>
        <p:spPr bwMode="auto">
          <a:xfrm>
            <a:off x="1415491" y="5540232"/>
            <a:ext cx="10521813" cy="10287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ct val="100000"/>
              </a:lnSpc>
            </a:pPr>
            <a:r>
              <a:rPr lang="en-US" sz="2400"/>
              <a:t>based on </a:t>
            </a:r>
            <a:r>
              <a:rPr lang="en-US" sz="2400" i="1">
                <a:solidFill>
                  <a:srgbClr val="0000A8"/>
                </a:solidFill>
              </a:rPr>
              <a:t>policy, </a:t>
            </a:r>
            <a:r>
              <a:rPr lang="en-US" sz="2400"/>
              <a:t>AS</a:t>
            </a:r>
            <a:r>
              <a:rPr lang="en-US" sz="2400">
                <a:cs typeface="Arial"/>
              </a:rPr>
              <a:t>1</a:t>
            </a:r>
            <a:r>
              <a:rPr lang="en-US" sz="2400"/>
              <a:t> gateway router</a:t>
            </a:r>
            <a:r>
              <a:rPr lang="en-US" sz="2400">
                <a:cs typeface="Arial"/>
              </a:rPr>
              <a:t> 1c </a:t>
            </a:r>
            <a:r>
              <a:rPr lang="en-US" sz="2400"/>
              <a:t>chooses path </a:t>
            </a:r>
            <a:r>
              <a:rPr lang="en-US" sz="2400" i="1">
                <a:solidFill>
                  <a:srgbClr val="CC0000"/>
                </a:solidFill>
              </a:rPr>
              <a:t>AS3,X </a:t>
            </a:r>
            <a:r>
              <a:rPr lang="en-US" sz="2400"/>
              <a:t>and advertises path within AS</a:t>
            </a:r>
            <a:r>
              <a:rPr lang="en-US" sz="2400">
                <a:cs typeface="Arial"/>
              </a:rPr>
              <a:t>1</a:t>
            </a:r>
            <a:r>
              <a:rPr lang="en-US" sz="2400"/>
              <a:t> via iBGP</a:t>
            </a:r>
          </a:p>
          <a:p>
            <a:pPr>
              <a:lnSpc>
                <a:spcPct val="100000"/>
              </a:lnSpc>
            </a:pPr>
            <a:endParaRPr lang="en-US" sz="2000"/>
          </a:p>
        </p:txBody>
      </p:sp>
      <p:grpSp>
        <p:nvGrpSpPr>
          <p:cNvPr id="335" name="Group 117">
            <a:extLst>
              <a:ext uri="{FF2B5EF4-FFF2-40B4-BE49-F238E27FC236}">
                <a16:creationId xmlns:a16="http://schemas.microsoft.com/office/drawing/2014/main" id="{499578B2-9337-6441-BD75-B09C9CAC1963}"/>
              </a:ext>
            </a:extLst>
          </p:cNvPr>
          <p:cNvGrpSpPr>
            <a:grpSpLocks/>
          </p:cNvGrpSpPr>
          <p:nvPr/>
        </p:nvGrpSpPr>
        <p:grpSpPr bwMode="auto">
          <a:xfrm>
            <a:off x="7038891" y="2604083"/>
            <a:ext cx="1290638" cy="481013"/>
            <a:chOff x="2282" y="2446"/>
            <a:chExt cx="813" cy="303"/>
          </a:xfrm>
        </p:grpSpPr>
        <p:sp>
          <p:nvSpPr>
            <p:cNvPr id="336" name="AutoShape 118">
              <a:extLst>
                <a:ext uri="{FF2B5EF4-FFF2-40B4-BE49-F238E27FC236}">
                  <a16:creationId xmlns:a16="http://schemas.microsoft.com/office/drawing/2014/main" id="{87CF43BB-9638-1849-BCC0-3D8B346AB96B}"/>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37" name="Text Box 119">
              <a:extLst>
                <a:ext uri="{FF2B5EF4-FFF2-40B4-BE49-F238E27FC236}">
                  <a16:creationId xmlns:a16="http://schemas.microsoft.com/office/drawing/2014/main" id="{F6316E17-9D4A-514F-B9C2-2CE5C2F0F227}"/>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grpSp>
        <p:nvGrpSpPr>
          <p:cNvPr id="224" name="Group 223">
            <a:extLst>
              <a:ext uri="{FF2B5EF4-FFF2-40B4-BE49-F238E27FC236}">
                <a16:creationId xmlns:a16="http://schemas.microsoft.com/office/drawing/2014/main" id="{C8C59A59-1D76-C647-A251-D4088B013D8A}"/>
              </a:ext>
            </a:extLst>
          </p:cNvPr>
          <p:cNvGrpSpPr/>
          <p:nvPr/>
        </p:nvGrpSpPr>
        <p:grpSpPr>
          <a:xfrm>
            <a:off x="1113403" y="1064076"/>
            <a:ext cx="9801110" cy="2876474"/>
            <a:chOff x="1113403" y="1064076"/>
            <a:chExt cx="9801110" cy="2876474"/>
          </a:xfrm>
        </p:grpSpPr>
        <p:grpSp>
          <p:nvGrpSpPr>
            <p:cNvPr id="356" name="Group 355">
              <a:extLst>
                <a:ext uri="{FF2B5EF4-FFF2-40B4-BE49-F238E27FC236}">
                  <a16:creationId xmlns:a16="http://schemas.microsoft.com/office/drawing/2014/main" id="{5E8C95F8-7B0C-AE45-8FF2-737D4CDC3B01}"/>
                </a:ext>
              </a:extLst>
            </p:cNvPr>
            <p:cNvGrpSpPr/>
            <p:nvPr/>
          </p:nvGrpSpPr>
          <p:grpSpPr>
            <a:xfrm>
              <a:off x="1113403" y="1064076"/>
              <a:ext cx="9801110" cy="2876474"/>
              <a:chOff x="1426553" y="3694542"/>
              <a:chExt cx="9801110" cy="2876474"/>
            </a:xfrm>
          </p:grpSpPr>
          <p:grpSp>
            <p:nvGrpSpPr>
              <p:cNvPr id="357" name="Group 356">
                <a:extLst>
                  <a:ext uri="{FF2B5EF4-FFF2-40B4-BE49-F238E27FC236}">
                    <a16:creationId xmlns:a16="http://schemas.microsoft.com/office/drawing/2014/main" id="{0A451CF8-BF7F-4D44-A41E-DFD92B55911F}"/>
                  </a:ext>
                </a:extLst>
              </p:cNvPr>
              <p:cNvGrpSpPr/>
              <p:nvPr/>
            </p:nvGrpSpPr>
            <p:grpSpPr>
              <a:xfrm>
                <a:off x="1426553" y="3694542"/>
                <a:ext cx="9249542" cy="2876474"/>
                <a:chOff x="1426553" y="3694542"/>
                <a:chExt cx="9249542" cy="2876474"/>
              </a:xfrm>
            </p:grpSpPr>
            <p:grpSp>
              <p:nvGrpSpPr>
                <p:cNvPr id="375" name="Group 374">
                  <a:extLst>
                    <a:ext uri="{FF2B5EF4-FFF2-40B4-BE49-F238E27FC236}">
                      <a16:creationId xmlns:a16="http://schemas.microsoft.com/office/drawing/2014/main" id="{F970A349-418F-4E41-AA61-FFEE40ECDFB0}"/>
                    </a:ext>
                  </a:extLst>
                </p:cNvPr>
                <p:cNvGrpSpPr/>
                <p:nvPr/>
              </p:nvGrpSpPr>
              <p:grpSpPr>
                <a:xfrm>
                  <a:off x="4625977" y="4850481"/>
                  <a:ext cx="2545688" cy="1720535"/>
                  <a:chOff x="4625977" y="4850481"/>
                  <a:chExt cx="2545688" cy="1720535"/>
                </a:xfrm>
              </p:grpSpPr>
              <p:grpSp>
                <p:nvGrpSpPr>
                  <p:cNvPr id="509" name="Group 508">
                    <a:extLst>
                      <a:ext uri="{FF2B5EF4-FFF2-40B4-BE49-F238E27FC236}">
                        <a16:creationId xmlns:a16="http://schemas.microsoft.com/office/drawing/2014/main" id="{0C9FE3FE-A24D-894D-A22E-F47844E43413}"/>
                      </a:ext>
                    </a:extLst>
                  </p:cNvPr>
                  <p:cNvGrpSpPr/>
                  <p:nvPr/>
                </p:nvGrpSpPr>
                <p:grpSpPr>
                  <a:xfrm>
                    <a:off x="4625977" y="4850481"/>
                    <a:ext cx="2545688" cy="1720535"/>
                    <a:chOff x="-2170772" y="2784954"/>
                    <a:chExt cx="2712783" cy="1853712"/>
                  </a:xfrm>
                </p:grpSpPr>
                <p:sp>
                  <p:nvSpPr>
                    <p:cNvPr id="511" name="Freeform 2">
                      <a:extLst>
                        <a:ext uri="{FF2B5EF4-FFF2-40B4-BE49-F238E27FC236}">
                          <a16:creationId xmlns:a16="http://schemas.microsoft.com/office/drawing/2014/main" id="{016A1667-F58D-654E-A107-D60F5494527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512" name="Group 511">
                      <a:extLst>
                        <a:ext uri="{FF2B5EF4-FFF2-40B4-BE49-F238E27FC236}">
                          <a16:creationId xmlns:a16="http://schemas.microsoft.com/office/drawing/2014/main" id="{44AABC2A-53FF-EF4C-BC04-E89F477E4CD6}"/>
                        </a:ext>
                      </a:extLst>
                    </p:cNvPr>
                    <p:cNvGrpSpPr/>
                    <p:nvPr/>
                  </p:nvGrpSpPr>
                  <p:grpSpPr>
                    <a:xfrm>
                      <a:off x="-1935370" y="2935816"/>
                      <a:ext cx="2333625" cy="1590649"/>
                      <a:chOff x="833331" y="2873352"/>
                      <a:chExt cx="2333625" cy="1590649"/>
                    </a:xfrm>
                  </p:grpSpPr>
                  <p:grpSp>
                    <p:nvGrpSpPr>
                      <p:cNvPr id="513" name="Group 512">
                        <a:extLst>
                          <a:ext uri="{FF2B5EF4-FFF2-40B4-BE49-F238E27FC236}">
                            <a16:creationId xmlns:a16="http://schemas.microsoft.com/office/drawing/2014/main" id="{42AF9E26-B2A8-DC47-AB56-C4444313A6D8}"/>
                          </a:ext>
                        </a:extLst>
                      </p:cNvPr>
                      <p:cNvGrpSpPr/>
                      <p:nvPr/>
                    </p:nvGrpSpPr>
                    <p:grpSpPr>
                      <a:xfrm>
                        <a:off x="1736090" y="2873352"/>
                        <a:ext cx="565150" cy="369332"/>
                        <a:chOff x="1736090" y="2873352"/>
                        <a:chExt cx="565150" cy="369332"/>
                      </a:xfrm>
                    </p:grpSpPr>
                    <p:grpSp>
                      <p:nvGrpSpPr>
                        <p:cNvPr id="559" name="Group 327">
                          <a:extLst>
                            <a:ext uri="{FF2B5EF4-FFF2-40B4-BE49-F238E27FC236}">
                              <a16:creationId xmlns:a16="http://schemas.microsoft.com/office/drawing/2014/main" id="{B2651D17-134F-7C41-A454-18C3536D6950}"/>
                            </a:ext>
                          </a:extLst>
                        </p:cNvPr>
                        <p:cNvGrpSpPr>
                          <a:grpSpLocks/>
                        </p:cNvGrpSpPr>
                        <p:nvPr/>
                      </p:nvGrpSpPr>
                      <p:grpSpPr bwMode="auto">
                        <a:xfrm>
                          <a:off x="1736090" y="2893762"/>
                          <a:ext cx="565150" cy="292100"/>
                          <a:chOff x="1871277" y="1576300"/>
                          <a:chExt cx="1128371" cy="437861"/>
                        </a:xfrm>
                      </p:grpSpPr>
                      <p:sp>
                        <p:nvSpPr>
                          <p:cNvPr id="563" name="Oval 562">
                            <a:extLst>
                              <a:ext uri="{FF2B5EF4-FFF2-40B4-BE49-F238E27FC236}">
                                <a16:creationId xmlns:a16="http://schemas.microsoft.com/office/drawing/2014/main" id="{81D3716B-D087-834C-A6F7-F26A40F4DE4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4" name="Rectangle 563">
                            <a:extLst>
                              <a:ext uri="{FF2B5EF4-FFF2-40B4-BE49-F238E27FC236}">
                                <a16:creationId xmlns:a16="http://schemas.microsoft.com/office/drawing/2014/main" id="{13F26CC8-2D1B-9641-AAD0-7C844C8488A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5" name="Oval 564">
                            <a:extLst>
                              <a:ext uri="{FF2B5EF4-FFF2-40B4-BE49-F238E27FC236}">
                                <a16:creationId xmlns:a16="http://schemas.microsoft.com/office/drawing/2014/main" id="{4527F589-3947-6543-BF37-FE188711458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6" name="Freeform 565">
                            <a:extLst>
                              <a:ext uri="{FF2B5EF4-FFF2-40B4-BE49-F238E27FC236}">
                                <a16:creationId xmlns:a16="http://schemas.microsoft.com/office/drawing/2014/main" id="{69214495-72A1-3D4E-8277-1590777C2E1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7" name="Freeform 566">
                            <a:extLst>
                              <a:ext uri="{FF2B5EF4-FFF2-40B4-BE49-F238E27FC236}">
                                <a16:creationId xmlns:a16="http://schemas.microsoft.com/office/drawing/2014/main" id="{FA34739F-7785-904A-91D7-6AAE7B343DA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8" name="Freeform 567">
                            <a:extLst>
                              <a:ext uri="{FF2B5EF4-FFF2-40B4-BE49-F238E27FC236}">
                                <a16:creationId xmlns:a16="http://schemas.microsoft.com/office/drawing/2014/main" id="{08C1BAB0-BEC6-D245-A60D-07387DB865A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9" name="Freeform 568">
                            <a:extLst>
                              <a:ext uri="{FF2B5EF4-FFF2-40B4-BE49-F238E27FC236}">
                                <a16:creationId xmlns:a16="http://schemas.microsoft.com/office/drawing/2014/main" id="{D7F49E55-8034-8742-8472-7D0077FE19E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70" name="Straight Connector 569">
                            <a:extLst>
                              <a:ext uri="{FF2B5EF4-FFF2-40B4-BE49-F238E27FC236}">
                                <a16:creationId xmlns:a16="http://schemas.microsoft.com/office/drawing/2014/main" id="{073D7C33-2AC1-784F-A285-B683AEF9AE76}"/>
                              </a:ext>
                            </a:extLst>
                          </p:cNvPr>
                          <p:cNvCxnSpPr>
                            <a:endCxn id="56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71" name="Straight Connector 570">
                            <a:extLst>
                              <a:ext uri="{FF2B5EF4-FFF2-40B4-BE49-F238E27FC236}">
                                <a16:creationId xmlns:a16="http://schemas.microsoft.com/office/drawing/2014/main" id="{5FEE905D-B09A-B448-B0BC-D0B7F043718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60" name="Group 559">
                          <a:extLst>
                            <a:ext uri="{FF2B5EF4-FFF2-40B4-BE49-F238E27FC236}">
                              <a16:creationId xmlns:a16="http://schemas.microsoft.com/office/drawing/2014/main" id="{A3E0F0AA-FB05-D342-AFA8-09D7D632A6A2}"/>
                            </a:ext>
                          </a:extLst>
                        </p:cNvPr>
                        <p:cNvGrpSpPr/>
                        <p:nvPr/>
                      </p:nvGrpSpPr>
                      <p:grpSpPr>
                        <a:xfrm>
                          <a:off x="1770362" y="2873352"/>
                          <a:ext cx="441422" cy="369332"/>
                          <a:chOff x="667045" y="1708643"/>
                          <a:chExt cx="441422" cy="369332"/>
                        </a:xfrm>
                      </p:grpSpPr>
                      <p:sp>
                        <p:nvSpPr>
                          <p:cNvPr id="561" name="Oval 560">
                            <a:extLst>
                              <a:ext uri="{FF2B5EF4-FFF2-40B4-BE49-F238E27FC236}">
                                <a16:creationId xmlns:a16="http://schemas.microsoft.com/office/drawing/2014/main" id="{3C93E73B-53BE-4C47-86B5-DD9DAB0CC74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2" name="TextBox 561">
                            <a:extLst>
                              <a:ext uri="{FF2B5EF4-FFF2-40B4-BE49-F238E27FC236}">
                                <a16:creationId xmlns:a16="http://schemas.microsoft.com/office/drawing/2014/main" id="{A65FA9FA-4EC6-DD46-A5A0-21BBF6B6914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514" name="Group 513">
                        <a:extLst>
                          <a:ext uri="{FF2B5EF4-FFF2-40B4-BE49-F238E27FC236}">
                            <a16:creationId xmlns:a16="http://schemas.microsoft.com/office/drawing/2014/main" id="{50429747-57EE-4F42-97FA-CEA2BF951193}"/>
                          </a:ext>
                        </a:extLst>
                      </p:cNvPr>
                      <p:cNvGrpSpPr/>
                      <p:nvPr/>
                    </p:nvGrpSpPr>
                    <p:grpSpPr>
                      <a:xfrm>
                        <a:off x="1740320" y="4094669"/>
                        <a:ext cx="565150" cy="369332"/>
                        <a:chOff x="1736090" y="2873352"/>
                        <a:chExt cx="565150" cy="369332"/>
                      </a:xfrm>
                    </p:grpSpPr>
                    <p:grpSp>
                      <p:nvGrpSpPr>
                        <p:cNvPr id="546" name="Group 327">
                          <a:extLst>
                            <a:ext uri="{FF2B5EF4-FFF2-40B4-BE49-F238E27FC236}">
                              <a16:creationId xmlns:a16="http://schemas.microsoft.com/office/drawing/2014/main" id="{A536345E-51CD-834E-A0E8-89E5B9E9F86B}"/>
                            </a:ext>
                          </a:extLst>
                        </p:cNvPr>
                        <p:cNvGrpSpPr>
                          <a:grpSpLocks/>
                        </p:cNvGrpSpPr>
                        <p:nvPr/>
                      </p:nvGrpSpPr>
                      <p:grpSpPr bwMode="auto">
                        <a:xfrm>
                          <a:off x="1736090" y="2893762"/>
                          <a:ext cx="565150" cy="292100"/>
                          <a:chOff x="1871277" y="1576300"/>
                          <a:chExt cx="1128371" cy="437861"/>
                        </a:xfrm>
                      </p:grpSpPr>
                      <p:sp>
                        <p:nvSpPr>
                          <p:cNvPr id="550" name="Oval 549">
                            <a:extLst>
                              <a:ext uri="{FF2B5EF4-FFF2-40B4-BE49-F238E27FC236}">
                                <a16:creationId xmlns:a16="http://schemas.microsoft.com/office/drawing/2014/main" id="{B8D29417-1B63-AA46-9A7E-C51D4C1B11A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1" name="Rectangle 550">
                            <a:extLst>
                              <a:ext uri="{FF2B5EF4-FFF2-40B4-BE49-F238E27FC236}">
                                <a16:creationId xmlns:a16="http://schemas.microsoft.com/office/drawing/2014/main" id="{9C6CDDD5-00DE-AB4D-B974-9E0D049F5A2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2" name="Oval 551">
                            <a:extLst>
                              <a:ext uri="{FF2B5EF4-FFF2-40B4-BE49-F238E27FC236}">
                                <a16:creationId xmlns:a16="http://schemas.microsoft.com/office/drawing/2014/main" id="{0ABD4266-725C-F441-B6B3-1F91F88CA72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3" name="Freeform 552">
                            <a:extLst>
                              <a:ext uri="{FF2B5EF4-FFF2-40B4-BE49-F238E27FC236}">
                                <a16:creationId xmlns:a16="http://schemas.microsoft.com/office/drawing/2014/main" id="{2F208CEC-0496-AB4C-AD63-40561F051B1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4" name="Freeform 553">
                            <a:extLst>
                              <a:ext uri="{FF2B5EF4-FFF2-40B4-BE49-F238E27FC236}">
                                <a16:creationId xmlns:a16="http://schemas.microsoft.com/office/drawing/2014/main" id="{D2FB1508-1203-3343-A69B-59985BCA02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5" name="Freeform 554">
                            <a:extLst>
                              <a:ext uri="{FF2B5EF4-FFF2-40B4-BE49-F238E27FC236}">
                                <a16:creationId xmlns:a16="http://schemas.microsoft.com/office/drawing/2014/main" id="{38F03371-FC38-2441-ABD6-0CF48B08714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6" name="Freeform 555">
                            <a:extLst>
                              <a:ext uri="{FF2B5EF4-FFF2-40B4-BE49-F238E27FC236}">
                                <a16:creationId xmlns:a16="http://schemas.microsoft.com/office/drawing/2014/main" id="{80F205FF-90D5-2E4D-A442-5EE9CCEF123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57" name="Straight Connector 556">
                            <a:extLst>
                              <a:ext uri="{FF2B5EF4-FFF2-40B4-BE49-F238E27FC236}">
                                <a16:creationId xmlns:a16="http://schemas.microsoft.com/office/drawing/2014/main" id="{075C28BF-5135-0141-8C80-85DD6D39B93D}"/>
                              </a:ext>
                            </a:extLst>
                          </p:cNvPr>
                          <p:cNvCxnSpPr>
                            <a:endCxn id="55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58" name="Straight Connector 557">
                            <a:extLst>
                              <a:ext uri="{FF2B5EF4-FFF2-40B4-BE49-F238E27FC236}">
                                <a16:creationId xmlns:a16="http://schemas.microsoft.com/office/drawing/2014/main" id="{E410C2EB-D29D-E144-B280-458AE306412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47" name="Group 546">
                          <a:extLst>
                            <a:ext uri="{FF2B5EF4-FFF2-40B4-BE49-F238E27FC236}">
                              <a16:creationId xmlns:a16="http://schemas.microsoft.com/office/drawing/2014/main" id="{6176E4A3-EF88-8540-AE96-4DD527DA7E8D}"/>
                            </a:ext>
                          </a:extLst>
                        </p:cNvPr>
                        <p:cNvGrpSpPr/>
                        <p:nvPr/>
                      </p:nvGrpSpPr>
                      <p:grpSpPr>
                        <a:xfrm>
                          <a:off x="1770362" y="2873352"/>
                          <a:ext cx="441422" cy="369332"/>
                          <a:chOff x="667045" y="1708643"/>
                          <a:chExt cx="441422" cy="369332"/>
                        </a:xfrm>
                      </p:grpSpPr>
                      <p:sp>
                        <p:nvSpPr>
                          <p:cNvPr id="548" name="Oval 547">
                            <a:extLst>
                              <a:ext uri="{FF2B5EF4-FFF2-40B4-BE49-F238E27FC236}">
                                <a16:creationId xmlns:a16="http://schemas.microsoft.com/office/drawing/2014/main" id="{C3117250-2456-0646-AB43-ADCE1F33911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9" name="TextBox 548">
                            <a:extLst>
                              <a:ext uri="{FF2B5EF4-FFF2-40B4-BE49-F238E27FC236}">
                                <a16:creationId xmlns:a16="http://schemas.microsoft.com/office/drawing/2014/main" id="{E047A69C-7403-DF4E-A1A7-624D22C211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515" name="Group 514">
                        <a:extLst>
                          <a:ext uri="{FF2B5EF4-FFF2-40B4-BE49-F238E27FC236}">
                            <a16:creationId xmlns:a16="http://schemas.microsoft.com/office/drawing/2014/main" id="{FC0279C2-7FD0-B74B-B64D-2FF299FBEDE5}"/>
                          </a:ext>
                        </a:extLst>
                      </p:cNvPr>
                      <p:cNvGrpSpPr/>
                      <p:nvPr/>
                    </p:nvGrpSpPr>
                    <p:grpSpPr>
                      <a:xfrm>
                        <a:off x="2601806" y="3485072"/>
                        <a:ext cx="565150" cy="369332"/>
                        <a:chOff x="1736090" y="2873352"/>
                        <a:chExt cx="565150" cy="369332"/>
                      </a:xfrm>
                    </p:grpSpPr>
                    <p:grpSp>
                      <p:nvGrpSpPr>
                        <p:cNvPr id="533" name="Group 327">
                          <a:extLst>
                            <a:ext uri="{FF2B5EF4-FFF2-40B4-BE49-F238E27FC236}">
                              <a16:creationId xmlns:a16="http://schemas.microsoft.com/office/drawing/2014/main" id="{F948C3A4-3265-BA42-969F-C7E69AFDF7E4}"/>
                            </a:ext>
                          </a:extLst>
                        </p:cNvPr>
                        <p:cNvGrpSpPr>
                          <a:grpSpLocks/>
                        </p:cNvGrpSpPr>
                        <p:nvPr/>
                      </p:nvGrpSpPr>
                      <p:grpSpPr bwMode="auto">
                        <a:xfrm>
                          <a:off x="1736090" y="2893762"/>
                          <a:ext cx="565150" cy="292100"/>
                          <a:chOff x="1871277" y="1576300"/>
                          <a:chExt cx="1128371" cy="437861"/>
                        </a:xfrm>
                      </p:grpSpPr>
                      <p:sp>
                        <p:nvSpPr>
                          <p:cNvPr id="537" name="Oval 536">
                            <a:extLst>
                              <a:ext uri="{FF2B5EF4-FFF2-40B4-BE49-F238E27FC236}">
                                <a16:creationId xmlns:a16="http://schemas.microsoft.com/office/drawing/2014/main" id="{1D795A91-7837-7F44-8B1F-C51234B9E5C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8" name="Rectangle 537">
                            <a:extLst>
                              <a:ext uri="{FF2B5EF4-FFF2-40B4-BE49-F238E27FC236}">
                                <a16:creationId xmlns:a16="http://schemas.microsoft.com/office/drawing/2014/main" id="{B706ABA8-AA1E-B242-9860-E06E1C4300F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9" name="Oval 538">
                            <a:extLst>
                              <a:ext uri="{FF2B5EF4-FFF2-40B4-BE49-F238E27FC236}">
                                <a16:creationId xmlns:a16="http://schemas.microsoft.com/office/drawing/2014/main" id="{27FA3B8E-0B4D-7243-A3A4-F127623D38F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0" name="Freeform 539">
                            <a:extLst>
                              <a:ext uri="{FF2B5EF4-FFF2-40B4-BE49-F238E27FC236}">
                                <a16:creationId xmlns:a16="http://schemas.microsoft.com/office/drawing/2014/main" id="{5993A5CA-41C7-3742-94CC-9CABF7DA17C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1" name="Freeform 540">
                            <a:extLst>
                              <a:ext uri="{FF2B5EF4-FFF2-40B4-BE49-F238E27FC236}">
                                <a16:creationId xmlns:a16="http://schemas.microsoft.com/office/drawing/2014/main" id="{32DFB537-8A90-1446-B40C-54BC340411E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2" name="Freeform 541">
                            <a:extLst>
                              <a:ext uri="{FF2B5EF4-FFF2-40B4-BE49-F238E27FC236}">
                                <a16:creationId xmlns:a16="http://schemas.microsoft.com/office/drawing/2014/main" id="{3E8B8B41-0D5A-C640-8D93-5004F9D3824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3" name="Freeform 542">
                            <a:extLst>
                              <a:ext uri="{FF2B5EF4-FFF2-40B4-BE49-F238E27FC236}">
                                <a16:creationId xmlns:a16="http://schemas.microsoft.com/office/drawing/2014/main" id="{86C81773-EA1F-AF4D-B700-C7A9FDF0282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44" name="Straight Connector 543">
                            <a:extLst>
                              <a:ext uri="{FF2B5EF4-FFF2-40B4-BE49-F238E27FC236}">
                                <a16:creationId xmlns:a16="http://schemas.microsoft.com/office/drawing/2014/main" id="{15346C86-E76A-1E47-8035-0352885F09C1}"/>
                              </a:ext>
                            </a:extLst>
                          </p:cNvPr>
                          <p:cNvCxnSpPr>
                            <a:endCxn id="53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45" name="Straight Connector 544">
                            <a:extLst>
                              <a:ext uri="{FF2B5EF4-FFF2-40B4-BE49-F238E27FC236}">
                                <a16:creationId xmlns:a16="http://schemas.microsoft.com/office/drawing/2014/main" id="{CAF86B4D-D68C-F747-9FE0-43805F641DF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34" name="Group 533">
                          <a:extLst>
                            <a:ext uri="{FF2B5EF4-FFF2-40B4-BE49-F238E27FC236}">
                              <a16:creationId xmlns:a16="http://schemas.microsoft.com/office/drawing/2014/main" id="{E37EFE80-9F97-0844-BD93-2E44A9B2D0E6}"/>
                            </a:ext>
                          </a:extLst>
                        </p:cNvPr>
                        <p:cNvGrpSpPr/>
                        <p:nvPr/>
                      </p:nvGrpSpPr>
                      <p:grpSpPr>
                        <a:xfrm>
                          <a:off x="1770362" y="2873352"/>
                          <a:ext cx="428460" cy="369332"/>
                          <a:chOff x="667045" y="1708643"/>
                          <a:chExt cx="428460" cy="369332"/>
                        </a:xfrm>
                      </p:grpSpPr>
                      <p:sp>
                        <p:nvSpPr>
                          <p:cNvPr id="535" name="Oval 534">
                            <a:extLst>
                              <a:ext uri="{FF2B5EF4-FFF2-40B4-BE49-F238E27FC236}">
                                <a16:creationId xmlns:a16="http://schemas.microsoft.com/office/drawing/2014/main" id="{6DD890D1-DF34-A948-ABA3-C837DB2A9F0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6" name="TextBox 535">
                            <a:extLst>
                              <a:ext uri="{FF2B5EF4-FFF2-40B4-BE49-F238E27FC236}">
                                <a16:creationId xmlns:a16="http://schemas.microsoft.com/office/drawing/2014/main" id="{DF984F8E-69BD-884E-9859-C44ECEF41BA5}"/>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516" name="Group 515">
                        <a:extLst>
                          <a:ext uri="{FF2B5EF4-FFF2-40B4-BE49-F238E27FC236}">
                            <a16:creationId xmlns:a16="http://schemas.microsoft.com/office/drawing/2014/main" id="{20274897-8FE7-1941-BF44-1DE7F1B52F39}"/>
                          </a:ext>
                        </a:extLst>
                      </p:cNvPr>
                      <p:cNvGrpSpPr/>
                      <p:nvPr/>
                    </p:nvGrpSpPr>
                    <p:grpSpPr>
                      <a:xfrm>
                        <a:off x="833331" y="3478719"/>
                        <a:ext cx="565150" cy="369332"/>
                        <a:chOff x="1736090" y="2873352"/>
                        <a:chExt cx="565150" cy="369332"/>
                      </a:xfrm>
                    </p:grpSpPr>
                    <p:grpSp>
                      <p:nvGrpSpPr>
                        <p:cNvPr id="520" name="Group 327">
                          <a:extLst>
                            <a:ext uri="{FF2B5EF4-FFF2-40B4-BE49-F238E27FC236}">
                              <a16:creationId xmlns:a16="http://schemas.microsoft.com/office/drawing/2014/main" id="{C7F49367-3026-BC4F-A11B-0264CDD2A41A}"/>
                            </a:ext>
                          </a:extLst>
                        </p:cNvPr>
                        <p:cNvGrpSpPr>
                          <a:grpSpLocks/>
                        </p:cNvGrpSpPr>
                        <p:nvPr/>
                      </p:nvGrpSpPr>
                      <p:grpSpPr bwMode="auto">
                        <a:xfrm>
                          <a:off x="1736090" y="2893762"/>
                          <a:ext cx="565150" cy="292100"/>
                          <a:chOff x="1871277" y="1576300"/>
                          <a:chExt cx="1128371" cy="437861"/>
                        </a:xfrm>
                      </p:grpSpPr>
                      <p:sp>
                        <p:nvSpPr>
                          <p:cNvPr id="524" name="Oval 523">
                            <a:extLst>
                              <a:ext uri="{FF2B5EF4-FFF2-40B4-BE49-F238E27FC236}">
                                <a16:creationId xmlns:a16="http://schemas.microsoft.com/office/drawing/2014/main" id="{9E51182E-FDBD-B243-926F-E43F220EB5B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5" name="Rectangle 524">
                            <a:extLst>
                              <a:ext uri="{FF2B5EF4-FFF2-40B4-BE49-F238E27FC236}">
                                <a16:creationId xmlns:a16="http://schemas.microsoft.com/office/drawing/2014/main" id="{D0D4111A-AB32-9146-97FF-617E35EDF21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6" name="Oval 525">
                            <a:extLst>
                              <a:ext uri="{FF2B5EF4-FFF2-40B4-BE49-F238E27FC236}">
                                <a16:creationId xmlns:a16="http://schemas.microsoft.com/office/drawing/2014/main" id="{B373851A-F2F3-2D4E-B660-2E4CD9D5491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7" name="Freeform 526">
                            <a:extLst>
                              <a:ext uri="{FF2B5EF4-FFF2-40B4-BE49-F238E27FC236}">
                                <a16:creationId xmlns:a16="http://schemas.microsoft.com/office/drawing/2014/main" id="{3DADCA02-998A-D44A-8F8C-9A3DEE2B74B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8" name="Freeform 527">
                            <a:extLst>
                              <a:ext uri="{FF2B5EF4-FFF2-40B4-BE49-F238E27FC236}">
                                <a16:creationId xmlns:a16="http://schemas.microsoft.com/office/drawing/2014/main" id="{C90C008E-75B3-D143-B094-BA9CBCE5797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9" name="Freeform 528">
                            <a:extLst>
                              <a:ext uri="{FF2B5EF4-FFF2-40B4-BE49-F238E27FC236}">
                                <a16:creationId xmlns:a16="http://schemas.microsoft.com/office/drawing/2014/main" id="{648326CE-C060-D341-B3E6-FC9CC0DD40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0" name="Freeform 529">
                            <a:extLst>
                              <a:ext uri="{FF2B5EF4-FFF2-40B4-BE49-F238E27FC236}">
                                <a16:creationId xmlns:a16="http://schemas.microsoft.com/office/drawing/2014/main" id="{8EE44440-6746-8C44-97CB-CDF8DD7E26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31" name="Straight Connector 530">
                            <a:extLst>
                              <a:ext uri="{FF2B5EF4-FFF2-40B4-BE49-F238E27FC236}">
                                <a16:creationId xmlns:a16="http://schemas.microsoft.com/office/drawing/2014/main" id="{FE62CAB4-B1C2-AD49-A340-2EA4788D06DD}"/>
                              </a:ext>
                            </a:extLst>
                          </p:cNvPr>
                          <p:cNvCxnSpPr>
                            <a:endCxn id="52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32" name="Straight Connector 531">
                            <a:extLst>
                              <a:ext uri="{FF2B5EF4-FFF2-40B4-BE49-F238E27FC236}">
                                <a16:creationId xmlns:a16="http://schemas.microsoft.com/office/drawing/2014/main" id="{F7364D87-B2B7-3643-9F82-4BF3CE371FE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21" name="Group 520">
                          <a:extLst>
                            <a:ext uri="{FF2B5EF4-FFF2-40B4-BE49-F238E27FC236}">
                              <a16:creationId xmlns:a16="http://schemas.microsoft.com/office/drawing/2014/main" id="{8ECC9CBE-DF63-5A40-86DE-E2E9BD937840}"/>
                            </a:ext>
                          </a:extLst>
                        </p:cNvPr>
                        <p:cNvGrpSpPr/>
                        <p:nvPr/>
                      </p:nvGrpSpPr>
                      <p:grpSpPr>
                        <a:xfrm>
                          <a:off x="1770362" y="2873352"/>
                          <a:ext cx="441422" cy="369332"/>
                          <a:chOff x="667045" y="1708643"/>
                          <a:chExt cx="441422" cy="369332"/>
                        </a:xfrm>
                      </p:grpSpPr>
                      <p:sp>
                        <p:nvSpPr>
                          <p:cNvPr id="522" name="Oval 521">
                            <a:extLst>
                              <a:ext uri="{FF2B5EF4-FFF2-40B4-BE49-F238E27FC236}">
                                <a16:creationId xmlns:a16="http://schemas.microsoft.com/office/drawing/2014/main" id="{0CDEE2F2-8242-8141-9B83-8BE09A32F19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3" name="TextBox 522">
                            <a:extLst>
                              <a:ext uri="{FF2B5EF4-FFF2-40B4-BE49-F238E27FC236}">
                                <a16:creationId xmlns:a16="http://schemas.microsoft.com/office/drawing/2014/main" id="{318D9B16-F131-684E-AE5E-6C1E8B2C5C5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517" name="Straight Connector 516">
                        <a:extLst>
                          <a:ext uri="{FF2B5EF4-FFF2-40B4-BE49-F238E27FC236}">
                            <a16:creationId xmlns:a16="http://schemas.microsoft.com/office/drawing/2014/main" id="{9043E748-587D-0D4D-9B1C-0477F0F2BAA3}"/>
                          </a:ext>
                        </a:extLst>
                      </p:cNvPr>
                      <p:cNvCxnSpPr>
                        <a:stCxn id="56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8" name="Straight Connector 517">
                        <a:extLst>
                          <a:ext uri="{FF2B5EF4-FFF2-40B4-BE49-F238E27FC236}">
                            <a16:creationId xmlns:a16="http://schemas.microsoft.com/office/drawing/2014/main" id="{05B9B5D8-C17A-F544-868C-A61D71295632}"/>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9" name="Straight Connector 518">
                        <a:extLst>
                          <a:ext uri="{FF2B5EF4-FFF2-40B4-BE49-F238E27FC236}">
                            <a16:creationId xmlns:a16="http://schemas.microsoft.com/office/drawing/2014/main" id="{881DF9FC-4E33-134B-B4FA-1799254C2509}"/>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510" name="TextBox 509">
                    <a:extLst>
                      <a:ext uri="{FF2B5EF4-FFF2-40B4-BE49-F238E27FC236}">
                        <a16:creationId xmlns:a16="http://schemas.microsoft.com/office/drawing/2014/main" id="{26352676-76E7-5047-BF1E-B8AED459D93D}"/>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376" name="Group 375">
                  <a:extLst>
                    <a:ext uri="{FF2B5EF4-FFF2-40B4-BE49-F238E27FC236}">
                      <a16:creationId xmlns:a16="http://schemas.microsoft.com/office/drawing/2014/main" id="{D52910EB-6DF4-A345-B018-76354C869296}"/>
                    </a:ext>
                  </a:extLst>
                </p:cNvPr>
                <p:cNvGrpSpPr/>
                <p:nvPr/>
              </p:nvGrpSpPr>
              <p:grpSpPr>
                <a:xfrm>
                  <a:off x="8100574" y="3694542"/>
                  <a:ext cx="2575521" cy="1672516"/>
                  <a:chOff x="8100574" y="3694542"/>
                  <a:chExt cx="2575521" cy="1672516"/>
                </a:xfrm>
              </p:grpSpPr>
              <p:sp>
                <p:nvSpPr>
                  <p:cNvPr id="444" name="Freeform 2">
                    <a:extLst>
                      <a:ext uri="{FF2B5EF4-FFF2-40B4-BE49-F238E27FC236}">
                        <a16:creationId xmlns:a16="http://schemas.microsoft.com/office/drawing/2014/main" id="{7F9B141F-5ED9-D74E-B5A0-FE8BB0EB3599}"/>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445" name="Group 444">
                    <a:extLst>
                      <a:ext uri="{FF2B5EF4-FFF2-40B4-BE49-F238E27FC236}">
                        <a16:creationId xmlns:a16="http://schemas.microsoft.com/office/drawing/2014/main" id="{D1B99423-64AD-B947-8422-98F732C26FB9}"/>
                      </a:ext>
                    </a:extLst>
                  </p:cNvPr>
                  <p:cNvGrpSpPr/>
                  <p:nvPr/>
                </p:nvGrpSpPr>
                <p:grpSpPr>
                  <a:xfrm>
                    <a:off x="8136838" y="3735782"/>
                    <a:ext cx="2402775" cy="1530043"/>
                    <a:chOff x="8136838" y="3735782"/>
                    <a:chExt cx="2402775" cy="1530043"/>
                  </a:xfrm>
                </p:grpSpPr>
                <p:grpSp>
                  <p:nvGrpSpPr>
                    <p:cNvPr id="446" name="Group 445">
                      <a:extLst>
                        <a:ext uri="{FF2B5EF4-FFF2-40B4-BE49-F238E27FC236}">
                          <a16:creationId xmlns:a16="http://schemas.microsoft.com/office/drawing/2014/main" id="{72A7E1F7-E846-3147-AA53-CF1D84DD87C4}"/>
                        </a:ext>
                      </a:extLst>
                    </p:cNvPr>
                    <p:cNvGrpSpPr/>
                    <p:nvPr/>
                  </p:nvGrpSpPr>
                  <p:grpSpPr>
                    <a:xfrm>
                      <a:off x="8324065" y="3830658"/>
                      <a:ext cx="2215548" cy="1435167"/>
                      <a:chOff x="833331" y="2873352"/>
                      <a:chExt cx="2333625" cy="1590649"/>
                    </a:xfrm>
                  </p:grpSpPr>
                  <p:grpSp>
                    <p:nvGrpSpPr>
                      <p:cNvPr id="448" name="Group 447">
                        <a:extLst>
                          <a:ext uri="{FF2B5EF4-FFF2-40B4-BE49-F238E27FC236}">
                            <a16:creationId xmlns:a16="http://schemas.microsoft.com/office/drawing/2014/main" id="{AF49ADF0-6850-0A43-A5CE-5ACE79889D92}"/>
                          </a:ext>
                        </a:extLst>
                      </p:cNvPr>
                      <p:cNvGrpSpPr/>
                      <p:nvPr/>
                    </p:nvGrpSpPr>
                    <p:grpSpPr>
                      <a:xfrm>
                        <a:off x="1736090" y="2873352"/>
                        <a:ext cx="565150" cy="369332"/>
                        <a:chOff x="1736090" y="2873352"/>
                        <a:chExt cx="565150" cy="369332"/>
                      </a:xfrm>
                    </p:grpSpPr>
                    <p:grpSp>
                      <p:nvGrpSpPr>
                        <p:cNvPr id="496" name="Group 327">
                          <a:extLst>
                            <a:ext uri="{FF2B5EF4-FFF2-40B4-BE49-F238E27FC236}">
                              <a16:creationId xmlns:a16="http://schemas.microsoft.com/office/drawing/2014/main" id="{FF88E2DF-E2E4-3347-A865-D1B335201367}"/>
                            </a:ext>
                          </a:extLst>
                        </p:cNvPr>
                        <p:cNvGrpSpPr>
                          <a:grpSpLocks/>
                        </p:cNvGrpSpPr>
                        <p:nvPr/>
                      </p:nvGrpSpPr>
                      <p:grpSpPr bwMode="auto">
                        <a:xfrm>
                          <a:off x="1736090" y="2893762"/>
                          <a:ext cx="565150" cy="292100"/>
                          <a:chOff x="1871277" y="1576300"/>
                          <a:chExt cx="1128371" cy="437861"/>
                        </a:xfrm>
                      </p:grpSpPr>
                      <p:sp>
                        <p:nvSpPr>
                          <p:cNvPr id="500" name="Oval 499">
                            <a:extLst>
                              <a:ext uri="{FF2B5EF4-FFF2-40B4-BE49-F238E27FC236}">
                                <a16:creationId xmlns:a16="http://schemas.microsoft.com/office/drawing/2014/main" id="{F51867D5-088D-1141-BDDA-0DF96997E1F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1" name="Rectangle 500">
                            <a:extLst>
                              <a:ext uri="{FF2B5EF4-FFF2-40B4-BE49-F238E27FC236}">
                                <a16:creationId xmlns:a16="http://schemas.microsoft.com/office/drawing/2014/main" id="{9EB2A545-9E2E-2D4E-BCBC-74A6D06D42F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Oval 501">
                            <a:extLst>
                              <a:ext uri="{FF2B5EF4-FFF2-40B4-BE49-F238E27FC236}">
                                <a16:creationId xmlns:a16="http://schemas.microsoft.com/office/drawing/2014/main" id="{375E6326-5638-D948-AF4C-5B244F6C67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3" name="Freeform 502">
                            <a:extLst>
                              <a:ext uri="{FF2B5EF4-FFF2-40B4-BE49-F238E27FC236}">
                                <a16:creationId xmlns:a16="http://schemas.microsoft.com/office/drawing/2014/main" id="{8A73FC0C-576A-DA45-AD12-AF0A5503771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4" name="Freeform 503">
                            <a:extLst>
                              <a:ext uri="{FF2B5EF4-FFF2-40B4-BE49-F238E27FC236}">
                                <a16:creationId xmlns:a16="http://schemas.microsoft.com/office/drawing/2014/main" id="{F6DD9D1A-2B6B-3D4A-9962-4ABB842FAB6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Freeform 504">
                            <a:extLst>
                              <a:ext uri="{FF2B5EF4-FFF2-40B4-BE49-F238E27FC236}">
                                <a16:creationId xmlns:a16="http://schemas.microsoft.com/office/drawing/2014/main" id="{AC2C32F0-D575-744F-BB94-26AF3779C1D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7BE6460D-2974-684B-9BBA-CDE242AE328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07" name="Straight Connector 506">
                            <a:extLst>
                              <a:ext uri="{FF2B5EF4-FFF2-40B4-BE49-F238E27FC236}">
                                <a16:creationId xmlns:a16="http://schemas.microsoft.com/office/drawing/2014/main" id="{4DFA001C-CD4C-9D4A-BCF7-EB9E9094C4D9}"/>
                              </a:ext>
                            </a:extLst>
                          </p:cNvPr>
                          <p:cNvCxnSpPr>
                            <a:endCxn id="50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08" name="Straight Connector 507">
                            <a:extLst>
                              <a:ext uri="{FF2B5EF4-FFF2-40B4-BE49-F238E27FC236}">
                                <a16:creationId xmlns:a16="http://schemas.microsoft.com/office/drawing/2014/main" id="{21C1F585-9089-CD48-AAF8-8B25080D308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7" name="Group 496">
                          <a:extLst>
                            <a:ext uri="{FF2B5EF4-FFF2-40B4-BE49-F238E27FC236}">
                              <a16:creationId xmlns:a16="http://schemas.microsoft.com/office/drawing/2014/main" id="{013A9D3F-66C6-5646-B65B-07D59E2B508D}"/>
                            </a:ext>
                          </a:extLst>
                        </p:cNvPr>
                        <p:cNvGrpSpPr/>
                        <p:nvPr/>
                      </p:nvGrpSpPr>
                      <p:grpSpPr>
                        <a:xfrm>
                          <a:off x="1770362" y="2873352"/>
                          <a:ext cx="441422" cy="369332"/>
                          <a:chOff x="667045" y="1708643"/>
                          <a:chExt cx="441422" cy="369332"/>
                        </a:xfrm>
                      </p:grpSpPr>
                      <p:sp>
                        <p:nvSpPr>
                          <p:cNvPr id="498" name="Oval 497">
                            <a:extLst>
                              <a:ext uri="{FF2B5EF4-FFF2-40B4-BE49-F238E27FC236}">
                                <a16:creationId xmlns:a16="http://schemas.microsoft.com/office/drawing/2014/main" id="{A588D1D2-2231-6B4F-A3C7-ADA7F2CBC0D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9" name="TextBox 498">
                            <a:extLst>
                              <a:ext uri="{FF2B5EF4-FFF2-40B4-BE49-F238E27FC236}">
                                <a16:creationId xmlns:a16="http://schemas.microsoft.com/office/drawing/2014/main" id="{45B327ED-98AE-A442-88E5-0F179F12891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449" name="Group 448">
                        <a:extLst>
                          <a:ext uri="{FF2B5EF4-FFF2-40B4-BE49-F238E27FC236}">
                            <a16:creationId xmlns:a16="http://schemas.microsoft.com/office/drawing/2014/main" id="{5BA1A9CB-4572-0041-BCD8-760991F2EE1B}"/>
                          </a:ext>
                        </a:extLst>
                      </p:cNvPr>
                      <p:cNvGrpSpPr/>
                      <p:nvPr/>
                    </p:nvGrpSpPr>
                    <p:grpSpPr>
                      <a:xfrm>
                        <a:off x="1740320" y="4094669"/>
                        <a:ext cx="565150" cy="369332"/>
                        <a:chOff x="1736090" y="2873352"/>
                        <a:chExt cx="565150" cy="369332"/>
                      </a:xfrm>
                    </p:grpSpPr>
                    <p:grpSp>
                      <p:nvGrpSpPr>
                        <p:cNvPr id="483" name="Group 327">
                          <a:extLst>
                            <a:ext uri="{FF2B5EF4-FFF2-40B4-BE49-F238E27FC236}">
                              <a16:creationId xmlns:a16="http://schemas.microsoft.com/office/drawing/2014/main" id="{D1877304-D615-C347-B696-1E4EC738AEBE}"/>
                            </a:ext>
                          </a:extLst>
                        </p:cNvPr>
                        <p:cNvGrpSpPr>
                          <a:grpSpLocks/>
                        </p:cNvGrpSpPr>
                        <p:nvPr/>
                      </p:nvGrpSpPr>
                      <p:grpSpPr bwMode="auto">
                        <a:xfrm>
                          <a:off x="1736090" y="2893762"/>
                          <a:ext cx="565150" cy="292100"/>
                          <a:chOff x="1871277" y="1576300"/>
                          <a:chExt cx="1128371" cy="437861"/>
                        </a:xfrm>
                      </p:grpSpPr>
                      <p:sp>
                        <p:nvSpPr>
                          <p:cNvPr id="487" name="Oval 486">
                            <a:extLst>
                              <a:ext uri="{FF2B5EF4-FFF2-40B4-BE49-F238E27FC236}">
                                <a16:creationId xmlns:a16="http://schemas.microsoft.com/office/drawing/2014/main" id="{FCA8E024-D75B-384E-B7DE-7AA5FE622EE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8" name="Rectangle 487">
                            <a:extLst>
                              <a:ext uri="{FF2B5EF4-FFF2-40B4-BE49-F238E27FC236}">
                                <a16:creationId xmlns:a16="http://schemas.microsoft.com/office/drawing/2014/main" id="{1897CA4E-9A6C-1D4E-9C09-D042B4FE2ED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Oval 488">
                            <a:extLst>
                              <a:ext uri="{FF2B5EF4-FFF2-40B4-BE49-F238E27FC236}">
                                <a16:creationId xmlns:a16="http://schemas.microsoft.com/office/drawing/2014/main" id="{3F099347-419A-394D-9F67-D4250F5636E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0" name="Freeform 489">
                            <a:extLst>
                              <a:ext uri="{FF2B5EF4-FFF2-40B4-BE49-F238E27FC236}">
                                <a16:creationId xmlns:a16="http://schemas.microsoft.com/office/drawing/2014/main" id="{C08F2D49-1160-D048-A1C9-03F61662E76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1" name="Freeform 490">
                            <a:extLst>
                              <a:ext uri="{FF2B5EF4-FFF2-40B4-BE49-F238E27FC236}">
                                <a16:creationId xmlns:a16="http://schemas.microsoft.com/office/drawing/2014/main" id="{2D027160-BA02-2C4F-97A9-79D0DE23545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Freeform 491">
                            <a:extLst>
                              <a:ext uri="{FF2B5EF4-FFF2-40B4-BE49-F238E27FC236}">
                                <a16:creationId xmlns:a16="http://schemas.microsoft.com/office/drawing/2014/main" id="{32BA6728-F88C-834C-A843-CEDCFCAE3C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076DA2A8-99C5-1649-A5B8-AA30FDD3E90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4" name="Straight Connector 493">
                            <a:extLst>
                              <a:ext uri="{FF2B5EF4-FFF2-40B4-BE49-F238E27FC236}">
                                <a16:creationId xmlns:a16="http://schemas.microsoft.com/office/drawing/2014/main" id="{EA9EAAD1-1702-AB4D-8E87-C9B32BEEDA17}"/>
                              </a:ext>
                            </a:extLst>
                          </p:cNvPr>
                          <p:cNvCxnSpPr>
                            <a:endCxn id="48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5" name="Straight Connector 494">
                            <a:extLst>
                              <a:ext uri="{FF2B5EF4-FFF2-40B4-BE49-F238E27FC236}">
                                <a16:creationId xmlns:a16="http://schemas.microsoft.com/office/drawing/2014/main" id="{9CB75121-AE50-0241-BCE4-1BCDA5F5D30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4" name="Group 483">
                          <a:extLst>
                            <a:ext uri="{FF2B5EF4-FFF2-40B4-BE49-F238E27FC236}">
                              <a16:creationId xmlns:a16="http://schemas.microsoft.com/office/drawing/2014/main" id="{3F071658-01EE-2C48-AC20-F60B38FE6422}"/>
                            </a:ext>
                          </a:extLst>
                        </p:cNvPr>
                        <p:cNvGrpSpPr/>
                        <p:nvPr/>
                      </p:nvGrpSpPr>
                      <p:grpSpPr>
                        <a:xfrm>
                          <a:off x="1770362" y="2873352"/>
                          <a:ext cx="441422" cy="369332"/>
                          <a:chOff x="667045" y="1708643"/>
                          <a:chExt cx="441422" cy="369332"/>
                        </a:xfrm>
                      </p:grpSpPr>
                      <p:sp>
                        <p:nvSpPr>
                          <p:cNvPr id="485" name="Oval 484">
                            <a:extLst>
                              <a:ext uri="{FF2B5EF4-FFF2-40B4-BE49-F238E27FC236}">
                                <a16:creationId xmlns:a16="http://schemas.microsoft.com/office/drawing/2014/main" id="{51633682-08D4-3741-8ACB-6CAE184258D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6" name="TextBox 485">
                            <a:extLst>
                              <a:ext uri="{FF2B5EF4-FFF2-40B4-BE49-F238E27FC236}">
                                <a16:creationId xmlns:a16="http://schemas.microsoft.com/office/drawing/2014/main" id="{E3CB6253-020C-2441-8C1C-0D4F587E6E3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450" name="Group 449">
                        <a:extLst>
                          <a:ext uri="{FF2B5EF4-FFF2-40B4-BE49-F238E27FC236}">
                            <a16:creationId xmlns:a16="http://schemas.microsoft.com/office/drawing/2014/main" id="{125DBCFC-7BA2-F144-A0F0-508397DB0188}"/>
                          </a:ext>
                        </a:extLst>
                      </p:cNvPr>
                      <p:cNvGrpSpPr/>
                      <p:nvPr/>
                    </p:nvGrpSpPr>
                    <p:grpSpPr>
                      <a:xfrm>
                        <a:off x="2601806" y="3485072"/>
                        <a:ext cx="565150" cy="369332"/>
                        <a:chOff x="1736090" y="2873352"/>
                        <a:chExt cx="565150" cy="369332"/>
                      </a:xfrm>
                    </p:grpSpPr>
                    <p:grpSp>
                      <p:nvGrpSpPr>
                        <p:cNvPr id="470" name="Group 327">
                          <a:extLst>
                            <a:ext uri="{FF2B5EF4-FFF2-40B4-BE49-F238E27FC236}">
                              <a16:creationId xmlns:a16="http://schemas.microsoft.com/office/drawing/2014/main" id="{34285CF6-D3AC-094E-8607-8E5A25980259}"/>
                            </a:ext>
                          </a:extLst>
                        </p:cNvPr>
                        <p:cNvGrpSpPr>
                          <a:grpSpLocks/>
                        </p:cNvGrpSpPr>
                        <p:nvPr/>
                      </p:nvGrpSpPr>
                      <p:grpSpPr bwMode="auto">
                        <a:xfrm>
                          <a:off x="1736090" y="2893762"/>
                          <a:ext cx="565150" cy="292100"/>
                          <a:chOff x="1871277" y="1576300"/>
                          <a:chExt cx="1128371" cy="437861"/>
                        </a:xfrm>
                      </p:grpSpPr>
                      <p:sp>
                        <p:nvSpPr>
                          <p:cNvPr id="474" name="Oval 473">
                            <a:extLst>
                              <a:ext uri="{FF2B5EF4-FFF2-40B4-BE49-F238E27FC236}">
                                <a16:creationId xmlns:a16="http://schemas.microsoft.com/office/drawing/2014/main" id="{3B349897-1CEA-A94C-A653-306D765FA40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5" name="Rectangle 474">
                            <a:extLst>
                              <a:ext uri="{FF2B5EF4-FFF2-40B4-BE49-F238E27FC236}">
                                <a16:creationId xmlns:a16="http://schemas.microsoft.com/office/drawing/2014/main" id="{F69BAC22-0491-F446-A4FA-4F95C6B0F3D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Oval 475">
                            <a:extLst>
                              <a:ext uri="{FF2B5EF4-FFF2-40B4-BE49-F238E27FC236}">
                                <a16:creationId xmlns:a16="http://schemas.microsoft.com/office/drawing/2014/main" id="{C00F3DA7-8E3F-9547-BE97-F58D95EC59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7" name="Freeform 476">
                            <a:extLst>
                              <a:ext uri="{FF2B5EF4-FFF2-40B4-BE49-F238E27FC236}">
                                <a16:creationId xmlns:a16="http://schemas.microsoft.com/office/drawing/2014/main" id="{BF4644EF-DDFF-8D49-9FD0-2F7B3C29BC6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Freeform 477">
                            <a:extLst>
                              <a:ext uri="{FF2B5EF4-FFF2-40B4-BE49-F238E27FC236}">
                                <a16:creationId xmlns:a16="http://schemas.microsoft.com/office/drawing/2014/main" id="{EECCB299-4CD3-234D-AFCE-A2A331EA13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Freeform 478">
                            <a:extLst>
                              <a:ext uri="{FF2B5EF4-FFF2-40B4-BE49-F238E27FC236}">
                                <a16:creationId xmlns:a16="http://schemas.microsoft.com/office/drawing/2014/main" id="{7540398D-98A6-9A4C-A028-C839F9C9515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11019135-4FCC-0344-AC3D-721648028E4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1" name="Straight Connector 480">
                            <a:extLst>
                              <a:ext uri="{FF2B5EF4-FFF2-40B4-BE49-F238E27FC236}">
                                <a16:creationId xmlns:a16="http://schemas.microsoft.com/office/drawing/2014/main" id="{5C03F5EB-3AFC-4543-B2EB-4052B79EB773}"/>
                              </a:ext>
                            </a:extLst>
                          </p:cNvPr>
                          <p:cNvCxnSpPr>
                            <a:endCxn id="47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2" name="Straight Connector 481">
                            <a:extLst>
                              <a:ext uri="{FF2B5EF4-FFF2-40B4-BE49-F238E27FC236}">
                                <a16:creationId xmlns:a16="http://schemas.microsoft.com/office/drawing/2014/main" id="{50EEA529-2E3B-0A4B-9DFF-EA2E08C6C05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1" name="Group 470">
                          <a:extLst>
                            <a:ext uri="{FF2B5EF4-FFF2-40B4-BE49-F238E27FC236}">
                              <a16:creationId xmlns:a16="http://schemas.microsoft.com/office/drawing/2014/main" id="{101A36BB-F1C4-5D47-B75D-03B9E2E4054E}"/>
                            </a:ext>
                          </a:extLst>
                        </p:cNvPr>
                        <p:cNvGrpSpPr/>
                        <p:nvPr/>
                      </p:nvGrpSpPr>
                      <p:grpSpPr>
                        <a:xfrm>
                          <a:off x="1770362" y="2873352"/>
                          <a:ext cx="428460" cy="369332"/>
                          <a:chOff x="667045" y="1708643"/>
                          <a:chExt cx="428460" cy="369332"/>
                        </a:xfrm>
                      </p:grpSpPr>
                      <p:sp>
                        <p:nvSpPr>
                          <p:cNvPr id="472" name="Oval 471">
                            <a:extLst>
                              <a:ext uri="{FF2B5EF4-FFF2-40B4-BE49-F238E27FC236}">
                                <a16:creationId xmlns:a16="http://schemas.microsoft.com/office/drawing/2014/main" id="{DDF0E856-753E-FF40-89EE-E40AEF7160C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TextBox 472">
                            <a:extLst>
                              <a:ext uri="{FF2B5EF4-FFF2-40B4-BE49-F238E27FC236}">
                                <a16:creationId xmlns:a16="http://schemas.microsoft.com/office/drawing/2014/main" id="{C4BB44D7-7187-A143-ACE4-AF7AA08F6019}"/>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451" name="Group 450">
                        <a:extLst>
                          <a:ext uri="{FF2B5EF4-FFF2-40B4-BE49-F238E27FC236}">
                            <a16:creationId xmlns:a16="http://schemas.microsoft.com/office/drawing/2014/main" id="{5FF824A3-CA23-7641-9C4D-F4D836BA239C}"/>
                          </a:ext>
                        </a:extLst>
                      </p:cNvPr>
                      <p:cNvGrpSpPr/>
                      <p:nvPr/>
                    </p:nvGrpSpPr>
                    <p:grpSpPr>
                      <a:xfrm>
                        <a:off x="833331" y="3478719"/>
                        <a:ext cx="565150" cy="369332"/>
                        <a:chOff x="1736090" y="2873352"/>
                        <a:chExt cx="565150" cy="369332"/>
                      </a:xfrm>
                    </p:grpSpPr>
                    <p:grpSp>
                      <p:nvGrpSpPr>
                        <p:cNvPr id="457" name="Group 327">
                          <a:extLst>
                            <a:ext uri="{FF2B5EF4-FFF2-40B4-BE49-F238E27FC236}">
                              <a16:creationId xmlns:a16="http://schemas.microsoft.com/office/drawing/2014/main" id="{5D84546C-2908-A44F-86F0-14845830BE8E}"/>
                            </a:ext>
                          </a:extLst>
                        </p:cNvPr>
                        <p:cNvGrpSpPr>
                          <a:grpSpLocks/>
                        </p:cNvGrpSpPr>
                        <p:nvPr/>
                      </p:nvGrpSpPr>
                      <p:grpSpPr bwMode="auto">
                        <a:xfrm>
                          <a:off x="1736090" y="2893762"/>
                          <a:ext cx="565150" cy="292100"/>
                          <a:chOff x="1871277" y="1576300"/>
                          <a:chExt cx="1128371" cy="437861"/>
                        </a:xfrm>
                      </p:grpSpPr>
                      <p:sp>
                        <p:nvSpPr>
                          <p:cNvPr id="461" name="Oval 460">
                            <a:extLst>
                              <a:ext uri="{FF2B5EF4-FFF2-40B4-BE49-F238E27FC236}">
                                <a16:creationId xmlns:a16="http://schemas.microsoft.com/office/drawing/2014/main" id="{2378F29F-8CA4-2546-BAAE-ECF6F0E3705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2" name="Rectangle 461">
                            <a:extLst>
                              <a:ext uri="{FF2B5EF4-FFF2-40B4-BE49-F238E27FC236}">
                                <a16:creationId xmlns:a16="http://schemas.microsoft.com/office/drawing/2014/main" id="{4875D8E7-03DA-A244-B2C1-CE3E3E97339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3" name="Oval 462">
                            <a:extLst>
                              <a:ext uri="{FF2B5EF4-FFF2-40B4-BE49-F238E27FC236}">
                                <a16:creationId xmlns:a16="http://schemas.microsoft.com/office/drawing/2014/main" id="{69C4F070-9AD8-B349-8D3A-A7A5BA73CF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859F95D0-8F88-AF45-A522-FBF8009BB87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5" name="Freeform 464">
                            <a:extLst>
                              <a:ext uri="{FF2B5EF4-FFF2-40B4-BE49-F238E27FC236}">
                                <a16:creationId xmlns:a16="http://schemas.microsoft.com/office/drawing/2014/main" id="{C5D63CE0-DA37-6941-85D1-1E9AF858D12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6" name="Freeform 465">
                            <a:extLst>
                              <a:ext uri="{FF2B5EF4-FFF2-40B4-BE49-F238E27FC236}">
                                <a16:creationId xmlns:a16="http://schemas.microsoft.com/office/drawing/2014/main" id="{05B6304E-219D-8C4C-933C-F74A50ADB90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7" name="Freeform 466">
                            <a:extLst>
                              <a:ext uri="{FF2B5EF4-FFF2-40B4-BE49-F238E27FC236}">
                                <a16:creationId xmlns:a16="http://schemas.microsoft.com/office/drawing/2014/main" id="{7A1C8338-E034-6F46-9CFA-19E29E6DB9C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68" name="Straight Connector 467">
                            <a:extLst>
                              <a:ext uri="{FF2B5EF4-FFF2-40B4-BE49-F238E27FC236}">
                                <a16:creationId xmlns:a16="http://schemas.microsoft.com/office/drawing/2014/main" id="{D01B141C-E8C1-5F43-9AB4-C8F47DB27ABC}"/>
                              </a:ext>
                            </a:extLst>
                          </p:cNvPr>
                          <p:cNvCxnSpPr>
                            <a:endCxn id="46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69" name="Straight Connector 468">
                            <a:extLst>
                              <a:ext uri="{FF2B5EF4-FFF2-40B4-BE49-F238E27FC236}">
                                <a16:creationId xmlns:a16="http://schemas.microsoft.com/office/drawing/2014/main" id="{C76D3549-4A99-A14A-9266-5C811EF2C96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58" name="Group 457">
                          <a:extLst>
                            <a:ext uri="{FF2B5EF4-FFF2-40B4-BE49-F238E27FC236}">
                              <a16:creationId xmlns:a16="http://schemas.microsoft.com/office/drawing/2014/main" id="{50D34317-A86E-BD4A-B0A0-94B68B4DE33A}"/>
                            </a:ext>
                          </a:extLst>
                        </p:cNvPr>
                        <p:cNvGrpSpPr/>
                        <p:nvPr/>
                      </p:nvGrpSpPr>
                      <p:grpSpPr>
                        <a:xfrm>
                          <a:off x="1770362" y="2873352"/>
                          <a:ext cx="441422" cy="369332"/>
                          <a:chOff x="667045" y="1708643"/>
                          <a:chExt cx="441422" cy="369332"/>
                        </a:xfrm>
                      </p:grpSpPr>
                      <p:sp>
                        <p:nvSpPr>
                          <p:cNvPr id="459" name="Oval 458">
                            <a:extLst>
                              <a:ext uri="{FF2B5EF4-FFF2-40B4-BE49-F238E27FC236}">
                                <a16:creationId xmlns:a16="http://schemas.microsoft.com/office/drawing/2014/main" id="{955898AE-9FB9-D145-99C3-AA5FE491F62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0" name="TextBox 459">
                            <a:extLst>
                              <a:ext uri="{FF2B5EF4-FFF2-40B4-BE49-F238E27FC236}">
                                <a16:creationId xmlns:a16="http://schemas.microsoft.com/office/drawing/2014/main" id="{FDC8D372-267E-834E-B2AD-E3D0477ABC3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452" name="Straight Connector 451">
                        <a:extLst>
                          <a:ext uri="{FF2B5EF4-FFF2-40B4-BE49-F238E27FC236}">
                            <a16:creationId xmlns:a16="http://schemas.microsoft.com/office/drawing/2014/main" id="{76BB832D-E2AD-9B4A-B2CA-006ACDF19252}"/>
                          </a:ext>
                        </a:extLst>
                      </p:cNvPr>
                      <p:cNvCxnSpPr>
                        <a:stCxn id="499" idx="2"/>
                        <a:endCxn id="486"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3" name="Straight Connector 452">
                        <a:extLst>
                          <a:ext uri="{FF2B5EF4-FFF2-40B4-BE49-F238E27FC236}">
                            <a16:creationId xmlns:a16="http://schemas.microsoft.com/office/drawing/2014/main" id="{B3B0C02C-7ED9-2141-817E-0BD07EFA2441}"/>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4" name="Straight Connector 453">
                        <a:extLst>
                          <a:ext uri="{FF2B5EF4-FFF2-40B4-BE49-F238E27FC236}">
                            <a16:creationId xmlns:a16="http://schemas.microsoft.com/office/drawing/2014/main" id="{4555DBD5-470B-6741-9718-42247FE55249}"/>
                          </a:ext>
                        </a:extLst>
                      </p:cNvPr>
                      <p:cNvCxnSpPr>
                        <a:stCxn id="50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5" name="Straight Connector 454">
                        <a:extLst>
                          <a:ext uri="{FF2B5EF4-FFF2-40B4-BE49-F238E27FC236}">
                            <a16:creationId xmlns:a16="http://schemas.microsoft.com/office/drawing/2014/main" id="{C8445FE4-D43A-0F43-A2B9-579310EA2C4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6" name="Straight Connector 455">
                        <a:extLst>
                          <a:ext uri="{FF2B5EF4-FFF2-40B4-BE49-F238E27FC236}">
                            <a16:creationId xmlns:a16="http://schemas.microsoft.com/office/drawing/2014/main" id="{255E9653-31F2-2749-A41F-6F972A8AEFF9}"/>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47" name="TextBox 446">
                      <a:extLst>
                        <a:ext uri="{FF2B5EF4-FFF2-40B4-BE49-F238E27FC236}">
                          <a16:creationId xmlns:a16="http://schemas.microsoft.com/office/drawing/2014/main" id="{235FB037-F7EE-DE49-97E8-683209B5D495}"/>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377" name="Group 376">
                  <a:extLst>
                    <a:ext uri="{FF2B5EF4-FFF2-40B4-BE49-F238E27FC236}">
                      <a16:creationId xmlns:a16="http://schemas.microsoft.com/office/drawing/2014/main" id="{216FE367-F524-D446-BD8E-161F28E81098}"/>
                    </a:ext>
                  </a:extLst>
                </p:cNvPr>
                <p:cNvGrpSpPr/>
                <p:nvPr/>
              </p:nvGrpSpPr>
              <p:grpSpPr>
                <a:xfrm>
                  <a:off x="1426553" y="4136253"/>
                  <a:ext cx="3452487" cy="1719017"/>
                  <a:chOff x="1426553" y="4136253"/>
                  <a:chExt cx="3452487" cy="1719017"/>
                </a:xfrm>
              </p:grpSpPr>
              <p:grpSp>
                <p:nvGrpSpPr>
                  <p:cNvPr id="379" name="Group 378">
                    <a:extLst>
                      <a:ext uri="{FF2B5EF4-FFF2-40B4-BE49-F238E27FC236}">
                        <a16:creationId xmlns:a16="http://schemas.microsoft.com/office/drawing/2014/main" id="{DA335CF7-6A44-CD42-BB9B-0F2E679F9021}"/>
                      </a:ext>
                    </a:extLst>
                  </p:cNvPr>
                  <p:cNvGrpSpPr/>
                  <p:nvPr/>
                </p:nvGrpSpPr>
                <p:grpSpPr>
                  <a:xfrm>
                    <a:off x="1426553" y="4136253"/>
                    <a:ext cx="2557336" cy="1719017"/>
                    <a:chOff x="-2170772" y="2784954"/>
                    <a:chExt cx="2712783" cy="1853712"/>
                  </a:xfrm>
                </p:grpSpPr>
                <p:sp>
                  <p:nvSpPr>
                    <p:cNvPr id="382" name="Freeform 2">
                      <a:extLst>
                        <a:ext uri="{FF2B5EF4-FFF2-40B4-BE49-F238E27FC236}">
                          <a16:creationId xmlns:a16="http://schemas.microsoft.com/office/drawing/2014/main" id="{62629CF7-F1C0-394C-847B-14D3503FA27C}"/>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83" name="Group 382">
                      <a:extLst>
                        <a:ext uri="{FF2B5EF4-FFF2-40B4-BE49-F238E27FC236}">
                          <a16:creationId xmlns:a16="http://schemas.microsoft.com/office/drawing/2014/main" id="{5BDEBA52-B2AE-C249-B4E1-A1EA54386646}"/>
                        </a:ext>
                      </a:extLst>
                    </p:cNvPr>
                    <p:cNvGrpSpPr/>
                    <p:nvPr/>
                  </p:nvGrpSpPr>
                  <p:grpSpPr>
                    <a:xfrm>
                      <a:off x="-1935370" y="2935816"/>
                      <a:ext cx="2333625" cy="1590649"/>
                      <a:chOff x="833331" y="2873352"/>
                      <a:chExt cx="2333625" cy="1590649"/>
                    </a:xfrm>
                  </p:grpSpPr>
                  <p:grpSp>
                    <p:nvGrpSpPr>
                      <p:cNvPr id="384" name="Group 383">
                        <a:extLst>
                          <a:ext uri="{FF2B5EF4-FFF2-40B4-BE49-F238E27FC236}">
                            <a16:creationId xmlns:a16="http://schemas.microsoft.com/office/drawing/2014/main" id="{3AC0C204-2B48-AC4E-A396-049FBC6756C5}"/>
                          </a:ext>
                        </a:extLst>
                      </p:cNvPr>
                      <p:cNvGrpSpPr/>
                      <p:nvPr/>
                    </p:nvGrpSpPr>
                    <p:grpSpPr>
                      <a:xfrm>
                        <a:off x="1736090" y="2873352"/>
                        <a:ext cx="565150" cy="369332"/>
                        <a:chOff x="1736090" y="2873352"/>
                        <a:chExt cx="565150" cy="369332"/>
                      </a:xfrm>
                    </p:grpSpPr>
                    <p:grpSp>
                      <p:nvGrpSpPr>
                        <p:cNvPr id="431" name="Group 327">
                          <a:extLst>
                            <a:ext uri="{FF2B5EF4-FFF2-40B4-BE49-F238E27FC236}">
                              <a16:creationId xmlns:a16="http://schemas.microsoft.com/office/drawing/2014/main" id="{E8BC624A-2794-404A-9871-CDAC172056FC}"/>
                            </a:ext>
                          </a:extLst>
                        </p:cNvPr>
                        <p:cNvGrpSpPr>
                          <a:grpSpLocks/>
                        </p:cNvGrpSpPr>
                        <p:nvPr/>
                      </p:nvGrpSpPr>
                      <p:grpSpPr bwMode="auto">
                        <a:xfrm>
                          <a:off x="1736090" y="2893762"/>
                          <a:ext cx="565150" cy="292100"/>
                          <a:chOff x="1871277" y="1576300"/>
                          <a:chExt cx="1128371" cy="437861"/>
                        </a:xfrm>
                      </p:grpSpPr>
                      <p:sp>
                        <p:nvSpPr>
                          <p:cNvPr id="435" name="Oval 434">
                            <a:extLst>
                              <a:ext uri="{FF2B5EF4-FFF2-40B4-BE49-F238E27FC236}">
                                <a16:creationId xmlns:a16="http://schemas.microsoft.com/office/drawing/2014/main" id="{0F604F89-DD7D-A045-BAD3-BC0FEE5E57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6" name="Rectangle 435">
                            <a:extLst>
                              <a:ext uri="{FF2B5EF4-FFF2-40B4-BE49-F238E27FC236}">
                                <a16:creationId xmlns:a16="http://schemas.microsoft.com/office/drawing/2014/main" id="{9827A131-2F59-A34C-9AE3-85E42F0DCC0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7" name="Oval 436">
                            <a:extLst>
                              <a:ext uri="{FF2B5EF4-FFF2-40B4-BE49-F238E27FC236}">
                                <a16:creationId xmlns:a16="http://schemas.microsoft.com/office/drawing/2014/main" id="{0C6DC914-779E-5242-821C-14DADB3D08B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8" name="Freeform 437">
                            <a:extLst>
                              <a:ext uri="{FF2B5EF4-FFF2-40B4-BE49-F238E27FC236}">
                                <a16:creationId xmlns:a16="http://schemas.microsoft.com/office/drawing/2014/main" id="{2F342371-6C85-3742-9DED-DAE6130F816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9" name="Freeform 438">
                            <a:extLst>
                              <a:ext uri="{FF2B5EF4-FFF2-40B4-BE49-F238E27FC236}">
                                <a16:creationId xmlns:a16="http://schemas.microsoft.com/office/drawing/2014/main" id="{D4644009-EC8B-F847-A36B-128CBA181D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0" name="Freeform 439">
                            <a:extLst>
                              <a:ext uri="{FF2B5EF4-FFF2-40B4-BE49-F238E27FC236}">
                                <a16:creationId xmlns:a16="http://schemas.microsoft.com/office/drawing/2014/main" id="{17CA9A1B-B7B6-9845-8DF4-B2275030ECB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1" name="Freeform 440">
                            <a:extLst>
                              <a:ext uri="{FF2B5EF4-FFF2-40B4-BE49-F238E27FC236}">
                                <a16:creationId xmlns:a16="http://schemas.microsoft.com/office/drawing/2014/main" id="{ACE63F56-80B5-204F-90A2-8DAD52431FE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42" name="Straight Connector 441">
                            <a:extLst>
                              <a:ext uri="{FF2B5EF4-FFF2-40B4-BE49-F238E27FC236}">
                                <a16:creationId xmlns:a16="http://schemas.microsoft.com/office/drawing/2014/main" id="{ED95AA96-123A-1A43-8D1D-A05D32BEF70D}"/>
                              </a:ext>
                            </a:extLst>
                          </p:cNvPr>
                          <p:cNvCxnSpPr>
                            <a:endCxn id="43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43" name="Straight Connector 442">
                            <a:extLst>
                              <a:ext uri="{FF2B5EF4-FFF2-40B4-BE49-F238E27FC236}">
                                <a16:creationId xmlns:a16="http://schemas.microsoft.com/office/drawing/2014/main" id="{A2B69F17-16A9-1444-ABE7-3EC6094FFB5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32" name="Group 431">
                          <a:extLst>
                            <a:ext uri="{FF2B5EF4-FFF2-40B4-BE49-F238E27FC236}">
                              <a16:creationId xmlns:a16="http://schemas.microsoft.com/office/drawing/2014/main" id="{1589E35C-1627-3344-8D4D-6F8581BFE0D3}"/>
                            </a:ext>
                          </a:extLst>
                        </p:cNvPr>
                        <p:cNvGrpSpPr/>
                        <p:nvPr/>
                      </p:nvGrpSpPr>
                      <p:grpSpPr>
                        <a:xfrm>
                          <a:off x="1770362" y="2873352"/>
                          <a:ext cx="441422" cy="369332"/>
                          <a:chOff x="667045" y="1708643"/>
                          <a:chExt cx="441422" cy="369332"/>
                        </a:xfrm>
                      </p:grpSpPr>
                      <p:sp>
                        <p:nvSpPr>
                          <p:cNvPr id="433" name="Oval 432">
                            <a:extLst>
                              <a:ext uri="{FF2B5EF4-FFF2-40B4-BE49-F238E27FC236}">
                                <a16:creationId xmlns:a16="http://schemas.microsoft.com/office/drawing/2014/main" id="{A3138503-1D2C-6D4E-A5B3-A54E769C81F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4" name="TextBox 433">
                            <a:extLst>
                              <a:ext uri="{FF2B5EF4-FFF2-40B4-BE49-F238E27FC236}">
                                <a16:creationId xmlns:a16="http://schemas.microsoft.com/office/drawing/2014/main" id="{E3EF62D6-4FBE-AB47-AB76-AE3F2CE7946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385" name="Group 384">
                        <a:extLst>
                          <a:ext uri="{FF2B5EF4-FFF2-40B4-BE49-F238E27FC236}">
                            <a16:creationId xmlns:a16="http://schemas.microsoft.com/office/drawing/2014/main" id="{1E55935A-5B0A-FE4E-99A2-D8E7E254FB11}"/>
                          </a:ext>
                        </a:extLst>
                      </p:cNvPr>
                      <p:cNvGrpSpPr/>
                      <p:nvPr/>
                    </p:nvGrpSpPr>
                    <p:grpSpPr>
                      <a:xfrm>
                        <a:off x="1740320" y="4094669"/>
                        <a:ext cx="565150" cy="369332"/>
                        <a:chOff x="1736090" y="2873352"/>
                        <a:chExt cx="565150" cy="369332"/>
                      </a:xfrm>
                    </p:grpSpPr>
                    <p:grpSp>
                      <p:nvGrpSpPr>
                        <p:cNvPr id="418" name="Group 327">
                          <a:extLst>
                            <a:ext uri="{FF2B5EF4-FFF2-40B4-BE49-F238E27FC236}">
                              <a16:creationId xmlns:a16="http://schemas.microsoft.com/office/drawing/2014/main" id="{DEF1C0C5-9451-4F4C-94CF-C202129105E8}"/>
                            </a:ext>
                          </a:extLst>
                        </p:cNvPr>
                        <p:cNvGrpSpPr>
                          <a:grpSpLocks/>
                        </p:cNvGrpSpPr>
                        <p:nvPr/>
                      </p:nvGrpSpPr>
                      <p:grpSpPr bwMode="auto">
                        <a:xfrm>
                          <a:off x="1736090" y="2893762"/>
                          <a:ext cx="565150" cy="292100"/>
                          <a:chOff x="1871277" y="1576300"/>
                          <a:chExt cx="1128371" cy="437861"/>
                        </a:xfrm>
                      </p:grpSpPr>
                      <p:sp>
                        <p:nvSpPr>
                          <p:cNvPr id="422" name="Oval 421">
                            <a:extLst>
                              <a:ext uri="{FF2B5EF4-FFF2-40B4-BE49-F238E27FC236}">
                                <a16:creationId xmlns:a16="http://schemas.microsoft.com/office/drawing/2014/main" id="{F11C5FA4-D940-8243-BCF2-FABEDD3B3E8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3" name="Rectangle 422">
                            <a:extLst>
                              <a:ext uri="{FF2B5EF4-FFF2-40B4-BE49-F238E27FC236}">
                                <a16:creationId xmlns:a16="http://schemas.microsoft.com/office/drawing/2014/main" id="{1043D97B-B3FA-C641-8E63-1BBE28A3555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4" name="Oval 423">
                            <a:extLst>
                              <a:ext uri="{FF2B5EF4-FFF2-40B4-BE49-F238E27FC236}">
                                <a16:creationId xmlns:a16="http://schemas.microsoft.com/office/drawing/2014/main" id="{390272B7-C7A3-5B41-94CF-25024E0B8E6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BE4118E9-D687-DD4E-BE70-1FC7947EF0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FBACD517-9531-A64C-9DB7-12D72129163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11675EED-9A93-C142-83E1-9FD24FE6110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8" name="Freeform 427">
                            <a:extLst>
                              <a:ext uri="{FF2B5EF4-FFF2-40B4-BE49-F238E27FC236}">
                                <a16:creationId xmlns:a16="http://schemas.microsoft.com/office/drawing/2014/main" id="{50FE7B61-4724-BB48-8CA2-C94A3D4E96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9" name="Straight Connector 428">
                            <a:extLst>
                              <a:ext uri="{FF2B5EF4-FFF2-40B4-BE49-F238E27FC236}">
                                <a16:creationId xmlns:a16="http://schemas.microsoft.com/office/drawing/2014/main" id="{A0B7C404-0D5D-AB4D-99BB-4E3E117D4D84}"/>
                              </a:ext>
                            </a:extLst>
                          </p:cNvPr>
                          <p:cNvCxnSpPr>
                            <a:endCxn id="42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30" name="Straight Connector 429">
                            <a:extLst>
                              <a:ext uri="{FF2B5EF4-FFF2-40B4-BE49-F238E27FC236}">
                                <a16:creationId xmlns:a16="http://schemas.microsoft.com/office/drawing/2014/main" id="{45B743E2-CDB9-1B4D-8B0F-CDB27E3E657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9" name="Group 418">
                          <a:extLst>
                            <a:ext uri="{FF2B5EF4-FFF2-40B4-BE49-F238E27FC236}">
                              <a16:creationId xmlns:a16="http://schemas.microsoft.com/office/drawing/2014/main" id="{D4D9B8F6-1D1C-EB42-B66E-1861DABD9104}"/>
                            </a:ext>
                          </a:extLst>
                        </p:cNvPr>
                        <p:cNvGrpSpPr/>
                        <p:nvPr/>
                      </p:nvGrpSpPr>
                      <p:grpSpPr>
                        <a:xfrm>
                          <a:off x="1770362" y="2873352"/>
                          <a:ext cx="441422" cy="369332"/>
                          <a:chOff x="667045" y="1708643"/>
                          <a:chExt cx="441422" cy="369332"/>
                        </a:xfrm>
                      </p:grpSpPr>
                      <p:sp>
                        <p:nvSpPr>
                          <p:cNvPr id="420" name="Oval 419">
                            <a:extLst>
                              <a:ext uri="{FF2B5EF4-FFF2-40B4-BE49-F238E27FC236}">
                                <a16:creationId xmlns:a16="http://schemas.microsoft.com/office/drawing/2014/main" id="{45636873-8949-C64E-B8AC-D659456BD43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1" name="TextBox 420">
                            <a:extLst>
                              <a:ext uri="{FF2B5EF4-FFF2-40B4-BE49-F238E27FC236}">
                                <a16:creationId xmlns:a16="http://schemas.microsoft.com/office/drawing/2014/main" id="{1E3661C3-F545-8248-A65C-8765C235CF9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86" name="Group 385">
                        <a:extLst>
                          <a:ext uri="{FF2B5EF4-FFF2-40B4-BE49-F238E27FC236}">
                            <a16:creationId xmlns:a16="http://schemas.microsoft.com/office/drawing/2014/main" id="{E1D20916-4852-3F44-A035-3C94996D387A}"/>
                          </a:ext>
                        </a:extLst>
                      </p:cNvPr>
                      <p:cNvGrpSpPr/>
                      <p:nvPr/>
                    </p:nvGrpSpPr>
                    <p:grpSpPr>
                      <a:xfrm>
                        <a:off x="2601806" y="3485072"/>
                        <a:ext cx="565150" cy="369332"/>
                        <a:chOff x="1736090" y="2873352"/>
                        <a:chExt cx="565150" cy="369332"/>
                      </a:xfrm>
                    </p:grpSpPr>
                    <p:grpSp>
                      <p:nvGrpSpPr>
                        <p:cNvPr id="405" name="Group 327">
                          <a:extLst>
                            <a:ext uri="{FF2B5EF4-FFF2-40B4-BE49-F238E27FC236}">
                              <a16:creationId xmlns:a16="http://schemas.microsoft.com/office/drawing/2014/main" id="{5927A8F5-BEE8-C747-BE07-13461F8200B6}"/>
                            </a:ext>
                          </a:extLst>
                        </p:cNvPr>
                        <p:cNvGrpSpPr>
                          <a:grpSpLocks/>
                        </p:cNvGrpSpPr>
                        <p:nvPr/>
                      </p:nvGrpSpPr>
                      <p:grpSpPr bwMode="auto">
                        <a:xfrm>
                          <a:off x="1736090" y="2893762"/>
                          <a:ext cx="565150" cy="292100"/>
                          <a:chOff x="1871277" y="1576300"/>
                          <a:chExt cx="1128371" cy="437861"/>
                        </a:xfrm>
                      </p:grpSpPr>
                      <p:sp>
                        <p:nvSpPr>
                          <p:cNvPr id="409" name="Oval 408">
                            <a:extLst>
                              <a:ext uri="{FF2B5EF4-FFF2-40B4-BE49-F238E27FC236}">
                                <a16:creationId xmlns:a16="http://schemas.microsoft.com/office/drawing/2014/main" id="{3A77506B-029D-F741-9106-2D0BDFAA8FC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Rectangle 409">
                            <a:extLst>
                              <a:ext uri="{FF2B5EF4-FFF2-40B4-BE49-F238E27FC236}">
                                <a16:creationId xmlns:a16="http://schemas.microsoft.com/office/drawing/2014/main" id="{5B7A8252-00ED-EE41-BC3F-4B29A5DC657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Oval 410">
                            <a:extLst>
                              <a:ext uri="{FF2B5EF4-FFF2-40B4-BE49-F238E27FC236}">
                                <a16:creationId xmlns:a16="http://schemas.microsoft.com/office/drawing/2014/main" id="{B0BF4CE9-FD63-C842-A605-86FE5AA2434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093DE816-A834-344B-A35C-53AEDBC3ECD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C7091647-4973-6947-BB99-37777F8F655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2A9361F8-200B-E444-8DE8-C416151A979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5" name="Freeform 414">
                            <a:extLst>
                              <a:ext uri="{FF2B5EF4-FFF2-40B4-BE49-F238E27FC236}">
                                <a16:creationId xmlns:a16="http://schemas.microsoft.com/office/drawing/2014/main" id="{36722064-1EFB-0C46-8683-19449CE963D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6" name="Straight Connector 415">
                            <a:extLst>
                              <a:ext uri="{FF2B5EF4-FFF2-40B4-BE49-F238E27FC236}">
                                <a16:creationId xmlns:a16="http://schemas.microsoft.com/office/drawing/2014/main" id="{0089421A-D8EB-0245-AAC3-98CEA2438B41}"/>
                              </a:ext>
                            </a:extLst>
                          </p:cNvPr>
                          <p:cNvCxnSpPr>
                            <a:endCxn id="41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7" name="Straight Connector 416">
                            <a:extLst>
                              <a:ext uri="{FF2B5EF4-FFF2-40B4-BE49-F238E27FC236}">
                                <a16:creationId xmlns:a16="http://schemas.microsoft.com/office/drawing/2014/main" id="{0FEF70FB-C7B5-824A-ACC5-EFEF2637298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6" name="Group 405">
                          <a:extLst>
                            <a:ext uri="{FF2B5EF4-FFF2-40B4-BE49-F238E27FC236}">
                              <a16:creationId xmlns:a16="http://schemas.microsoft.com/office/drawing/2014/main" id="{CC53F093-34E0-AD44-AAAC-E81D1710459D}"/>
                            </a:ext>
                          </a:extLst>
                        </p:cNvPr>
                        <p:cNvGrpSpPr/>
                        <p:nvPr/>
                      </p:nvGrpSpPr>
                      <p:grpSpPr>
                        <a:xfrm>
                          <a:off x="1770362" y="2873352"/>
                          <a:ext cx="428460" cy="369332"/>
                          <a:chOff x="667045" y="1708643"/>
                          <a:chExt cx="428460" cy="369332"/>
                        </a:xfrm>
                      </p:grpSpPr>
                      <p:sp>
                        <p:nvSpPr>
                          <p:cNvPr id="407" name="Oval 406">
                            <a:extLst>
                              <a:ext uri="{FF2B5EF4-FFF2-40B4-BE49-F238E27FC236}">
                                <a16:creationId xmlns:a16="http://schemas.microsoft.com/office/drawing/2014/main" id="{71EEFB54-B047-B04C-8E06-E12B839F070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TextBox 407">
                            <a:extLst>
                              <a:ext uri="{FF2B5EF4-FFF2-40B4-BE49-F238E27FC236}">
                                <a16:creationId xmlns:a16="http://schemas.microsoft.com/office/drawing/2014/main" id="{41045F33-103E-394D-8CDC-466F17D0530E}"/>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387" name="Group 386">
                        <a:extLst>
                          <a:ext uri="{FF2B5EF4-FFF2-40B4-BE49-F238E27FC236}">
                            <a16:creationId xmlns:a16="http://schemas.microsoft.com/office/drawing/2014/main" id="{CF9FAB3E-89D0-E141-A8FA-54F95FB91439}"/>
                          </a:ext>
                        </a:extLst>
                      </p:cNvPr>
                      <p:cNvGrpSpPr/>
                      <p:nvPr/>
                    </p:nvGrpSpPr>
                    <p:grpSpPr>
                      <a:xfrm>
                        <a:off x="833331" y="3478719"/>
                        <a:ext cx="565150" cy="369332"/>
                        <a:chOff x="1736090" y="2873352"/>
                        <a:chExt cx="565150" cy="369332"/>
                      </a:xfrm>
                    </p:grpSpPr>
                    <p:grpSp>
                      <p:nvGrpSpPr>
                        <p:cNvPr id="392" name="Group 327">
                          <a:extLst>
                            <a:ext uri="{FF2B5EF4-FFF2-40B4-BE49-F238E27FC236}">
                              <a16:creationId xmlns:a16="http://schemas.microsoft.com/office/drawing/2014/main" id="{EF1D9DAA-152F-3B43-A5E6-5832E4693684}"/>
                            </a:ext>
                          </a:extLst>
                        </p:cNvPr>
                        <p:cNvGrpSpPr>
                          <a:grpSpLocks/>
                        </p:cNvGrpSpPr>
                        <p:nvPr/>
                      </p:nvGrpSpPr>
                      <p:grpSpPr bwMode="auto">
                        <a:xfrm>
                          <a:off x="1736090" y="2893762"/>
                          <a:ext cx="565150" cy="292100"/>
                          <a:chOff x="1871277" y="1576300"/>
                          <a:chExt cx="1128371" cy="437861"/>
                        </a:xfrm>
                      </p:grpSpPr>
                      <p:sp>
                        <p:nvSpPr>
                          <p:cNvPr id="396" name="Oval 395">
                            <a:extLst>
                              <a:ext uri="{FF2B5EF4-FFF2-40B4-BE49-F238E27FC236}">
                                <a16:creationId xmlns:a16="http://schemas.microsoft.com/office/drawing/2014/main" id="{7D4F535B-8429-F641-B6A0-346953CBA37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7" name="Rectangle 396">
                            <a:extLst>
                              <a:ext uri="{FF2B5EF4-FFF2-40B4-BE49-F238E27FC236}">
                                <a16:creationId xmlns:a16="http://schemas.microsoft.com/office/drawing/2014/main" id="{41766DC7-3FA8-5240-A389-76F4A17894D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Oval 397">
                            <a:extLst>
                              <a:ext uri="{FF2B5EF4-FFF2-40B4-BE49-F238E27FC236}">
                                <a16:creationId xmlns:a16="http://schemas.microsoft.com/office/drawing/2014/main" id="{5F4EAFA3-31D1-3444-B1D3-53FD0EF8E3F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9" name="Freeform 398">
                            <a:extLst>
                              <a:ext uri="{FF2B5EF4-FFF2-40B4-BE49-F238E27FC236}">
                                <a16:creationId xmlns:a16="http://schemas.microsoft.com/office/drawing/2014/main" id="{152902E8-334A-2B42-9BA6-AF188C53F52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0" name="Freeform 399">
                            <a:extLst>
                              <a:ext uri="{FF2B5EF4-FFF2-40B4-BE49-F238E27FC236}">
                                <a16:creationId xmlns:a16="http://schemas.microsoft.com/office/drawing/2014/main" id="{4DC2C0EF-9A47-6247-B211-492C383FB3D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Freeform 400">
                            <a:extLst>
                              <a:ext uri="{FF2B5EF4-FFF2-40B4-BE49-F238E27FC236}">
                                <a16:creationId xmlns:a16="http://schemas.microsoft.com/office/drawing/2014/main" id="{32FC7147-0118-BE4F-8F42-5C778952840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Freeform 401">
                            <a:extLst>
                              <a:ext uri="{FF2B5EF4-FFF2-40B4-BE49-F238E27FC236}">
                                <a16:creationId xmlns:a16="http://schemas.microsoft.com/office/drawing/2014/main" id="{AFDECA8E-8DAC-AF4F-A7A8-9F326DB99B3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3" name="Straight Connector 402">
                            <a:extLst>
                              <a:ext uri="{FF2B5EF4-FFF2-40B4-BE49-F238E27FC236}">
                                <a16:creationId xmlns:a16="http://schemas.microsoft.com/office/drawing/2014/main" id="{9FF59317-BCD5-D042-8296-2B2D746766D3}"/>
                              </a:ext>
                            </a:extLst>
                          </p:cNvPr>
                          <p:cNvCxnSpPr>
                            <a:endCxn id="39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4" name="Straight Connector 403">
                            <a:extLst>
                              <a:ext uri="{FF2B5EF4-FFF2-40B4-BE49-F238E27FC236}">
                                <a16:creationId xmlns:a16="http://schemas.microsoft.com/office/drawing/2014/main" id="{3DCFF513-F1EC-864D-8830-1468ED1B523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3" name="Group 392">
                          <a:extLst>
                            <a:ext uri="{FF2B5EF4-FFF2-40B4-BE49-F238E27FC236}">
                              <a16:creationId xmlns:a16="http://schemas.microsoft.com/office/drawing/2014/main" id="{886C351E-30BA-DF49-A85F-DD9707A366BD}"/>
                            </a:ext>
                          </a:extLst>
                        </p:cNvPr>
                        <p:cNvGrpSpPr/>
                        <p:nvPr/>
                      </p:nvGrpSpPr>
                      <p:grpSpPr>
                        <a:xfrm>
                          <a:off x="1770362" y="2873352"/>
                          <a:ext cx="441422" cy="369332"/>
                          <a:chOff x="667045" y="1708643"/>
                          <a:chExt cx="441422" cy="369332"/>
                        </a:xfrm>
                      </p:grpSpPr>
                      <p:sp>
                        <p:nvSpPr>
                          <p:cNvPr id="394" name="Oval 393">
                            <a:extLst>
                              <a:ext uri="{FF2B5EF4-FFF2-40B4-BE49-F238E27FC236}">
                                <a16:creationId xmlns:a16="http://schemas.microsoft.com/office/drawing/2014/main" id="{D4B291B3-1CC1-B94F-B091-84A1939A53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TextBox 394">
                            <a:extLst>
                              <a:ext uri="{FF2B5EF4-FFF2-40B4-BE49-F238E27FC236}">
                                <a16:creationId xmlns:a16="http://schemas.microsoft.com/office/drawing/2014/main" id="{B03C5213-0B5E-8743-8495-AB951B1DED8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388" name="Straight Connector 387">
                        <a:extLst>
                          <a:ext uri="{FF2B5EF4-FFF2-40B4-BE49-F238E27FC236}">
                            <a16:creationId xmlns:a16="http://schemas.microsoft.com/office/drawing/2014/main" id="{1FAD6D31-07E5-6C4A-B4E5-D06E206DB0C1}"/>
                          </a:ext>
                        </a:extLst>
                      </p:cNvPr>
                      <p:cNvCxnSpPr>
                        <a:stCxn id="43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 name="Straight Connector 388">
                        <a:extLst>
                          <a:ext uri="{FF2B5EF4-FFF2-40B4-BE49-F238E27FC236}">
                            <a16:creationId xmlns:a16="http://schemas.microsoft.com/office/drawing/2014/main" id="{84D21707-F898-DA49-ADF6-D789CB7063B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0" name="Straight Connector 389">
                        <a:extLst>
                          <a:ext uri="{FF2B5EF4-FFF2-40B4-BE49-F238E27FC236}">
                            <a16:creationId xmlns:a16="http://schemas.microsoft.com/office/drawing/2014/main" id="{3175D0AB-5DDF-E944-BC89-7F96A181FECD}"/>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1" name="Straight Connector 390">
                        <a:extLst>
                          <a:ext uri="{FF2B5EF4-FFF2-40B4-BE49-F238E27FC236}">
                            <a16:creationId xmlns:a16="http://schemas.microsoft.com/office/drawing/2014/main" id="{910A80D2-6B7C-3244-9790-5492E4C5AD6A}"/>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380" name="TextBox 379">
                    <a:extLst>
                      <a:ext uri="{FF2B5EF4-FFF2-40B4-BE49-F238E27FC236}">
                        <a16:creationId xmlns:a16="http://schemas.microsoft.com/office/drawing/2014/main" id="{8653EAA8-8A1D-E142-933A-15274733651B}"/>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381" name="Straight Connector 380">
                    <a:extLst>
                      <a:ext uri="{FF2B5EF4-FFF2-40B4-BE49-F238E27FC236}">
                        <a16:creationId xmlns:a16="http://schemas.microsoft.com/office/drawing/2014/main" id="{9F8FC446-700F-E64A-81CE-83BA83C51543}"/>
                      </a:ext>
                    </a:extLst>
                  </p:cNvPr>
                  <p:cNvCxnSpPr>
                    <a:cxnSpLocks/>
                    <a:stCxn id="523"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378" name="Straight Connector 377">
                  <a:extLst>
                    <a:ext uri="{FF2B5EF4-FFF2-40B4-BE49-F238E27FC236}">
                      <a16:creationId xmlns:a16="http://schemas.microsoft.com/office/drawing/2014/main" id="{60758C44-1362-5E4A-A82A-1279B011F30E}"/>
                    </a:ext>
                  </a:extLst>
                </p:cNvPr>
                <p:cNvCxnSpPr>
                  <a:cxnSpLocks/>
                  <a:stCxn id="539" idx="5"/>
                  <a:endCxn id="460"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58" name="Group 357">
                <a:extLst>
                  <a:ext uri="{FF2B5EF4-FFF2-40B4-BE49-F238E27FC236}">
                    <a16:creationId xmlns:a16="http://schemas.microsoft.com/office/drawing/2014/main" id="{115B6435-BC3A-344B-BFFA-7A1AA86CEE5D}"/>
                  </a:ext>
                </a:extLst>
              </p:cNvPr>
              <p:cNvGrpSpPr/>
              <p:nvPr/>
            </p:nvGrpSpPr>
            <p:grpSpPr>
              <a:xfrm>
                <a:off x="9525929" y="4809915"/>
                <a:ext cx="1701734" cy="616172"/>
                <a:chOff x="6935906" y="5482318"/>
                <a:chExt cx="1701734" cy="616172"/>
              </a:xfrm>
            </p:grpSpPr>
            <p:grpSp>
              <p:nvGrpSpPr>
                <p:cNvPr id="359" name="Group 358">
                  <a:extLst>
                    <a:ext uri="{FF2B5EF4-FFF2-40B4-BE49-F238E27FC236}">
                      <a16:creationId xmlns:a16="http://schemas.microsoft.com/office/drawing/2014/main" id="{FE70586D-E550-E647-AD46-064B43BBD151}"/>
                    </a:ext>
                  </a:extLst>
                </p:cNvPr>
                <p:cNvGrpSpPr/>
                <p:nvPr/>
              </p:nvGrpSpPr>
              <p:grpSpPr>
                <a:xfrm>
                  <a:off x="6935906" y="5482318"/>
                  <a:ext cx="1701734" cy="616172"/>
                  <a:chOff x="6808463" y="5108795"/>
                  <a:chExt cx="1701734" cy="616172"/>
                </a:xfrm>
              </p:grpSpPr>
              <p:sp>
                <p:nvSpPr>
                  <p:cNvPr id="361" name="Freeform 2">
                    <a:extLst>
                      <a:ext uri="{FF2B5EF4-FFF2-40B4-BE49-F238E27FC236}">
                        <a16:creationId xmlns:a16="http://schemas.microsoft.com/office/drawing/2014/main" id="{18082CBB-F3E3-724E-95BE-DB64A1600A42}"/>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62" name="Group 327">
                    <a:extLst>
                      <a:ext uri="{FF2B5EF4-FFF2-40B4-BE49-F238E27FC236}">
                        <a16:creationId xmlns:a16="http://schemas.microsoft.com/office/drawing/2014/main" id="{5B406A2C-ABA8-084A-9596-936179933241}"/>
                      </a:ext>
                    </a:extLst>
                  </p:cNvPr>
                  <p:cNvGrpSpPr>
                    <a:grpSpLocks/>
                  </p:cNvGrpSpPr>
                  <p:nvPr/>
                </p:nvGrpSpPr>
                <p:grpSpPr bwMode="auto">
                  <a:xfrm>
                    <a:off x="7908175" y="5241780"/>
                    <a:ext cx="536554" cy="263548"/>
                    <a:chOff x="1871277" y="1576300"/>
                    <a:chExt cx="1128371" cy="437861"/>
                  </a:xfrm>
                </p:grpSpPr>
                <p:sp>
                  <p:nvSpPr>
                    <p:cNvPr id="366" name="Oval 365">
                      <a:extLst>
                        <a:ext uri="{FF2B5EF4-FFF2-40B4-BE49-F238E27FC236}">
                          <a16:creationId xmlns:a16="http://schemas.microsoft.com/office/drawing/2014/main" id="{39FC7CDD-91D7-FF44-B916-78088DE675C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A080E9B6-A37A-044C-A833-E7F1E0233B0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14A74E6C-0FCA-E749-86E8-EE93E2BEF92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9F9BDD36-691A-E144-B65E-1F4CB601737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0B2530CD-DBD0-FA45-836C-9AB9E06564B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3595C9D1-2901-184D-A963-958CAB68BDA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0A2F7FCA-3D9A-B842-B550-A9E8284929C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3" name="Straight Connector 372">
                      <a:extLst>
                        <a:ext uri="{FF2B5EF4-FFF2-40B4-BE49-F238E27FC236}">
                          <a16:creationId xmlns:a16="http://schemas.microsoft.com/office/drawing/2014/main" id="{89A20473-B361-5949-83B2-2F0577111864}"/>
                        </a:ext>
                      </a:extLst>
                    </p:cNvPr>
                    <p:cNvCxnSpPr>
                      <a:endCxn id="36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4" name="Straight Connector 373">
                      <a:extLst>
                        <a:ext uri="{FF2B5EF4-FFF2-40B4-BE49-F238E27FC236}">
                          <a16:creationId xmlns:a16="http://schemas.microsoft.com/office/drawing/2014/main" id="{90860BE3-3974-E745-8C7F-38607816CAA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3" name="Group 362">
                    <a:extLst>
                      <a:ext uri="{FF2B5EF4-FFF2-40B4-BE49-F238E27FC236}">
                        <a16:creationId xmlns:a16="http://schemas.microsoft.com/office/drawing/2014/main" id="{2003A570-A32D-6B45-8339-609AA01FD40F}"/>
                      </a:ext>
                    </a:extLst>
                  </p:cNvPr>
                  <p:cNvGrpSpPr/>
                  <p:nvPr/>
                </p:nvGrpSpPr>
                <p:grpSpPr>
                  <a:xfrm>
                    <a:off x="7876581" y="5223365"/>
                    <a:ext cx="466894" cy="369332"/>
                    <a:chOff x="599495" y="1708643"/>
                    <a:chExt cx="491778" cy="409344"/>
                  </a:xfrm>
                </p:grpSpPr>
                <p:sp>
                  <p:nvSpPr>
                    <p:cNvPr id="364" name="Oval 363">
                      <a:extLst>
                        <a:ext uri="{FF2B5EF4-FFF2-40B4-BE49-F238E27FC236}">
                          <a16:creationId xmlns:a16="http://schemas.microsoft.com/office/drawing/2014/main" id="{15965660-1CBF-3444-A652-4E7C3B982A6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TextBox 364">
                      <a:extLst>
                        <a:ext uri="{FF2B5EF4-FFF2-40B4-BE49-F238E27FC236}">
                          <a16:creationId xmlns:a16="http://schemas.microsoft.com/office/drawing/2014/main" id="{FCA1E01E-CAF4-5B4C-898F-4D5EFFEA0145}"/>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360" name="Straight Connector 359">
                  <a:extLst>
                    <a:ext uri="{FF2B5EF4-FFF2-40B4-BE49-F238E27FC236}">
                      <a16:creationId xmlns:a16="http://schemas.microsoft.com/office/drawing/2014/main" id="{AA520213-7841-F244-A739-93A10DDB840E}"/>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338" name="Straight Connector 337">
              <a:extLst>
                <a:ext uri="{FF2B5EF4-FFF2-40B4-BE49-F238E27FC236}">
                  <a16:creationId xmlns:a16="http://schemas.microsoft.com/office/drawing/2014/main" id="{7B5F4AAD-1676-DE46-9374-3849783B3490}"/>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 name="Group 2">
            <a:extLst>
              <a:ext uri="{FF2B5EF4-FFF2-40B4-BE49-F238E27FC236}">
                <a16:creationId xmlns:a16="http://schemas.microsoft.com/office/drawing/2014/main" id="{8B6172EC-1C66-9548-BD40-54A7291593E3}"/>
              </a:ext>
            </a:extLst>
          </p:cNvPr>
          <p:cNvGrpSpPr/>
          <p:nvPr/>
        </p:nvGrpSpPr>
        <p:grpSpPr>
          <a:xfrm>
            <a:off x="1833953" y="1828797"/>
            <a:ext cx="1544009" cy="1075913"/>
            <a:chOff x="393081" y="3061853"/>
            <a:chExt cx="1544009" cy="1075913"/>
          </a:xfrm>
        </p:grpSpPr>
        <p:grpSp>
          <p:nvGrpSpPr>
            <p:cNvPr id="239" name="Group 238">
              <a:extLst>
                <a:ext uri="{FF2B5EF4-FFF2-40B4-BE49-F238E27FC236}">
                  <a16:creationId xmlns:a16="http://schemas.microsoft.com/office/drawing/2014/main" id="{C548851F-680B-D545-9271-741E53DFFC88}"/>
                </a:ext>
              </a:extLst>
            </p:cNvPr>
            <p:cNvGrpSpPr/>
            <p:nvPr/>
          </p:nvGrpSpPr>
          <p:grpSpPr>
            <a:xfrm>
              <a:off x="393081" y="3198229"/>
              <a:ext cx="1118837" cy="826267"/>
              <a:chOff x="4052000" y="2820739"/>
              <a:chExt cx="1118837" cy="826267"/>
            </a:xfrm>
          </p:grpSpPr>
          <p:cxnSp>
            <p:nvCxnSpPr>
              <p:cNvPr id="251" name="Straight Arrow Connector 250">
                <a:extLst>
                  <a:ext uri="{FF2B5EF4-FFF2-40B4-BE49-F238E27FC236}">
                    <a16:creationId xmlns:a16="http://schemas.microsoft.com/office/drawing/2014/main" id="{C2C3A3C7-5D27-3244-9114-4FD4A6CFDE62}"/>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2" name="Straight Arrow Connector 251">
                <a:extLst>
                  <a:ext uri="{FF2B5EF4-FFF2-40B4-BE49-F238E27FC236}">
                    <a16:creationId xmlns:a16="http://schemas.microsoft.com/office/drawing/2014/main" id="{A43E81FE-9362-C342-9329-16CA170975F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3" name="Straight Arrow Connector 252">
                <a:extLst>
                  <a:ext uri="{FF2B5EF4-FFF2-40B4-BE49-F238E27FC236}">
                    <a16:creationId xmlns:a16="http://schemas.microsoft.com/office/drawing/2014/main" id="{9FDC4FBB-AECF-7140-BFCB-0E0EF44FE98A}"/>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 name="TextBox 1">
              <a:extLst>
                <a:ext uri="{FF2B5EF4-FFF2-40B4-BE49-F238E27FC236}">
                  <a16:creationId xmlns:a16="http://schemas.microsoft.com/office/drawing/2014/main" id="{353F2BED-A174-0F4E-8BBD-9FA0B782AF79}"/>
                </a:ext>
              </a:extLst>
            </p:cNvPr>
            <p:cNvSpPr txBox="1"/>
            <p:nvPr/>
          </p:nvSpPr>
          <p:spPr>
            <a:xfrm>
              <a:off x="536696" y="3269672"/>
              <a:ext cx="717889" cy="369332"/>
            </a:xfrm>
            <a:prstGeom prst="rect">
              <a:avLst/>
            </a:prstGeom>
            <a:noFill/>
          </p:spPr>
          <p:txBody>
            <a:bodyPr wrap="none" rtlCol="0">
              <a:spAutoFit/>
            </a:bodyPr>
            <a:lstStyle/>
            <a:p>
              <a:r>
                <a:rPr lang="en-US" i="1">
                  <a:solidFill>
                    <a:srgbClr val="C00000"/>
                  </a:solidFill>
                </a:rPr>
                <a:t>AS3,X</a:t>
              </a:r>
            </a:p>
          </p:txBody>
        </p:sp>
        <p:sp>
          <p:nvSpPr>
            <p:cNvPr id="254" name="TextBox 253">
              <a:extLst>
                <a:ext uri="{FF2B5EF4-FFF2-40B4-BE49-F238E27FC236}">
                  <a16:creationId xmlns:a16="http://schemas.microsoft.com/office/drawing/2014/main" id="{2C4D7934-CE6B-5840-B759-5CF1993AD81F}"/>
                </a:ext>
              </a:extLst>
            </p:cNvPr>
            <p:cNvSpPr txBox="1"/>
            <p:nvPr/>
          </p:nvSpPr>
          <p:spPr>
            <a:xfrm>
              <a:off x="1219201" y="3061853"/>
              <a:ext cx="717889" cy="369332"/>
            </a:xfrm>
            <a:prstGeom prst="rect">
              <a:avLst/>
            </a:prstGeom>
            <a:noFill/>
          </p:spPr>
          <p:txBody>
            <a:bodyPr wrap="none" rtlCol="0">
              <a:spAutoFit/>
            </a:bodyPr>
            <a:lstStyle/>
            <a:p>
              <a:r>
                <a:rPr lang="en-US" i="1">
                  <a:solidFill>
                    <a:srgbClr val="C00000"/>
                  </a:solidFill>
                </a:rPr>
                <a:t>AS3,X</a:t>
              </a:r>
            </a:p>
          </p:txBody>
        </p:sp>
        <p:sp>
          <p:nvSpPr>
            <p:cNvPr id="255" name="TextBox 254">
              <a:extLst>
                <a:ext uri="{FF2B5EF4-FFF2-40B4-BE49-F238E27FC236}">
                  <a16:creationId xmlns:a16="http://schemas.microsoft.com/office/drawing/2014/main" id="{D2A89D34-FE63-3C45-B2F9-2082E2A167C9}"/>
                </a:ext>
              </a:extLst>
            </p:cNvPr>
            <p:cNvSpPr txBox="1"/>
            <p:nvPr/>
          </p:nvSpPr>
          <p:spPr>
            <a:xfrm>
              <a:off x="1177638" y="3768434"/>
              <a:ext cx="717889" cy="369332"/>
            </a:xfrm>
            <a:prstGeom prst="rect">
              <a:avLst/>
            </a:prstGeom>
            <a:noFill/>
          </p:spPr>
          <p:txBody>
            <a:bodyPr wrap="none" rtlCol="0">
              <a:spAutoFit/>
            </a:bodyPr>
            <a:lstStyle/>
            <a:p>
              <a:r>
                <a:rPr lang="en-US" i="1">
                  <a:solidFill>
                    <a:srgbClr val="C00000"/>
                  </a:solidFill>
                </a:rPr>
                <a:t>AS3,X</a:t>
              </a:r>
            </a:p>
          </p:txBody>
        </p:sp>
      </p:grpSp>
      <p:sp>
        <p:nvSpPr>
          <p:cNvPr id="8" name="Title 5">
            <a:extLst>
              <a:ext uri="{FF2B5EF4-FFF2-40B4-BE49-F238E27FC236}">
                <a16:creationId xmlns:a16="http://schemas.microsoft.com/office/drawing/2014/main" id="{4F2D8B6E-E303-7C52-0E04-1F80133269D7}"/>
              </a:ext>
            </a:extLst>
          </p:cNvPr>
          <p:cNvSpPr>
            <a:spLocks noGrp="1"/>
          </p:cNvSpPr>
          <p:nvPr>
            <p:ph type="title"/>
          </p:nvPr>
        </p:nvSpPr>
        <p:spPr>
          <a:xfrm>
            <a:off x="838200" y="389191"/>
            <a:ext cx="10515600" cy="894622"/>
          </a:xfrm>
        </p:spPr>
        <p:txBody>
          <a:bodyPr/>
          <a:lstStyle/>
          <a:p>
            <a:r>
              <a:rPr lang="en-US"/>
              <a:t>BGP path advertisement: multiple paths</a:t>
            </a:r>
          </a:p>
        </p:txBody>
      </p:sp>
    </p:spTree>
    <p:extLst>
      <p:ext uri="{BB962C8B-B14F-4D97-AF65-F5344CB8AC3E}">
        <p14:creationId xmlns:p14="http://schemas.microsoft.com/office/powerpoint/2010/main" val="207765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wipe(right)">
                                      <p:cBhvr>
                                        <p:cTn id="7" dur="1000"/>
                                        <p:tgtEl>
                                          <p:spTgt spid="335"/>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231"/>
                                        </p:tgtEl>
                                        <p:attrNameLst>
                                          <p:attrName>style.visibility</p:attrName>
                                        </p:attrNameLst>
                                      </p:cBhvr>
                                      <p:to>
                                        <p:strVal val="visible"/>
                                      </p:to>
                                    </p:set>
                                    <p:animEffect transition="in" filter="wipe(right)">
                                      <p:cBhvr>
                                        <p:cTn id="11" dur="1000"/>
                                        <p:tgtEl>
                                          <p:spTgt spid="231"/>
                                        </p:tgtEl>
                                      </p:cBhvr>
                                    </p:animEffect>
                                  </p:childTnLst>
                                </p:cTn>
                              </p:par>
                            </p:childTnLst>
                          </p:cTn>
                        </p:par>
                        <p:par>
                          <p:cTn id="12" fill="hold">
                            <p:stCondLst>
                              <p:cond delay="2000"/>
                            </p:stCondLst>
                            <p:childTnLst>
                              <p:par>
                                <p:cTn id="13" presetID="9" presetClass="entr" presetSubtype="0" fill="hold" nodeType="afterEffect">
                                  <p:stCondLst>
                                    <p:cond delay="0"/>
                                  </p:stCondLst>
                                  <p:childTnLst>
                                    <p:set>
                                      <p:cBhvr>
                                        <p:cTn id="14" dur="1" fill="hold">
                                          <p:stCondLst>
                                            <p:cond delay="0"/>
                                          </p:stCondLst>
                                        </p:cTn>
                                        <p:tgtEl>
                                          <p:spTgt spid="240">
                                            <p:txEl>
                                              <p:pRg st="0" end="0"/>
                                            </p:txEl>
                                          </p:spTgt>
                                        </p:tgtEl>
                                        <p:attrNameLst>
                                          <p:attrName>style.visibility</p:attrName>
                                        </p:attrNameLst>
                                      </p:cBhvr>
                                      <p:to>
                                        <p:strVal val="visible"/>
                                      </p:to>
                                    </p:set>
                                    <p:animEffect transition="in" filter="dissolve">
                                      <p:cBhvr>
                                        <p:cTn id="15" dur="500"/>
                                        <p:tgtEl>
                                          <p:spTgt spid="24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46"/>
                                        </p:tgtEl>
                                        <p:attrNameLst>
                                          <p:attrName>style.visibility</p:attrName>
                                        </p:attrNameLst>
                                      </p:cBhvr>
                                      <p:to>
                                        <p:strVal val="visible"/>
                                      </p:to>
                                    </p:set>
                                    <p:animEffect transition="in" filter="wipe(right)">
                                      <p:cBhvr>
                                        <p:cTn id="20" dur="1000"/>
                                        <p:tgtEl>
                                          <p:spTgt spid="246"/>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49"/>
                                        </p:tgtEl>
                                        <p:attrNameLst>
                                          <p:attrName>style.visibility</p:attrName>
                                        </p:attrNameLst>
                                      </p:cBhvr>
                                      <p:to>
                                        <p:strVal val="visible"/>
                                      </p:to>
                                    </p:set>
                                    <p:animEffect transition="in" filter="dissolve">
                                      <p:cBhvr>
                                        <p:cTn id="24" dur="500"/>
                                        <p:tgtEl>
                                          <p:spTgt spid="24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50"/>
                                        </p:tgtEl>
                                        <p:attrNameLst>
                                          <p:attrName>style.visibility</p:attrName>
                                        </p:attrNameLst>
                                      </p:cBhvr>
                                      <p:to>
                                        <p:strVal val="visible"/>
                                      </p:to>
                                    </p:set>
                                    <p:animEffect transition="in" filter="dissolve">
                                      <p:cBhvr>
                                        <p:cTn id="29" dur="500"/>
                                        <p:tgtEl>
                                          <p:spTgt spid="250"/>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242"/>
                                        </p:tgtEl>
                                        <p:attrNameLst>
                                          <p:attrName>style.visibility</p:attrName>
                                        </p:attrNameLst>
                                      </p:cBhvr>
                                      <p:to>
                                        <p:strVal val="visible"/>
                                      </p:to>
                                    </p:set>
                                    <p:animEffect transition="in" filter="wipe(right)">
                                      <p:cBhvr>
                                        <p:cTn id="33" dur="500"/>
                                        <p:tgtEl>
                                          <p:spTgt spid="242"/>
                                        </p:tgtEl>
                                      </p:cBhvr>
                                    </p:animEffect>
                                  </p:childTnLst>
                                </p:cTn>
                              </p:par>
                              <p:par>
                                <p:cTn id="34" presetID="22" presetClass="entr" presetSubtype="2"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right)">
                                      <p:cBhvr>
                                        <p:cTn id="3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p:bldP spid="2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C99B995-DF9B-954B-BF35-D3DB0A1E5B16}"/>
              </a:ext>
            </a:extLst>
          </p:cNvPr>
          <p:cNvSpPr>
            <a:spLocks noGrp="1"/>
          </p:cNvSpPr>
          <p:nvPr>
            <p:ph idx="1"/>
          </p:nvPr>
        </p:nvSpPr>
        <p:spPr>
          <a:xfrm>
            <a:off x="813148" y="1573714"/>
            <a:ext cx="10515600" cy="4351338"/>
          </a:xfrm>
        </p:spPr>
        <p:txBody>
          <a:bodyPr/>
          <a:lstStyle/>
          <a:p>
            <a:pPr marL="346075" indent="-346075">
              <a:defRPr/>
            </a:pPr>
            <a:r>
              <a:rPr lang="en-US" sz="3200"/>
              <a:t>router may learn about more than one route to destination AS, selects route based on:</a:t>
            </a:r>
          </a:p>
          <a:p>
            <a:pPr marL="1084263" lvl="1" indent="-457200">
              <a:buFont typeface="ZapfDingbats" charset="0"/>
              <a:buAutoNum type="arabicPeriod"/>
              <a:defRPr/>
            </a:pPr>
            <a:r>
              <a:rPr lang="en-US" sz="2800"/>
              <a:t>local preference value attribute: policy decision</a:t>
            </a:r>
          </a:p>
          <a:p>
            <a:pPr marL="1084263" lvl="1" indent="-457200">
              <a:buFont typeface="ZapfDingbats" charset="0"/>
              <a:buAutoNum type="arabicPeriod"/>
              <a:defRPr/>
            </a:pPr>
            <a:r>
              <a:rPr lang="en-US" sz="2800"/>
              <a:t>shortest AS-PATH </a:t>
            </a:r>
          </a:p>
          <a:p>
            <a:pPr marL="1084263" lvl="1" indent="-457200">
              <a:buFont typeface="ZapfDingbats" charset="0"/>
              <a:buAutoNum type="arabicPeriod"/>
              <a:defRPr/>
            </a:pPr>
            <a:r>
              <a:rPr lang="en-US" sz="2800"/>
              <a:t>closest NEXT-HOP router: hot potato routing</a:t>
            </a:r>
          </a:p>
          <a:p>
            <a:pPr marL="1084263" lvl="1" indent="-457200">
              <a:buFont typeface="ZapfDingbats" charset="0"/>
              <a:buAutoNum type="arabicPeriod"/>
              <a:defRPr/>
            </a:pPr>
            <a:r>
              <a:rPr lang="en-US" sz="2800"/>
              <a:t>additional criteria </a:t>
            </a:r>
          </a:p>
          <a:p>
            <a:pPr marL="130175" indent="0">
              <a:buNone/>
            </a:pPr>
            <a:endParaRPr lang="en-US"/>
          </a:p>
        </p:txBody>
      </p:sp>
      <p:sp>
        <p:nvSpPr>
          <p:cNvPr id="6" name="Title 5">
            <a:extLst>
              <a:ext uri="{FF2B5EF4-FFF2-40B4-BE49-F238E27FC236}">
                <a16:creationId xmlns:a16="http://schemas.microsoft.com/office/drawing/2014/main" id="{AFDCD413-006B-ED4B-AEF9-134A3BF97F67}"/>
              </a:ext>
            </a:extLst>
          </p:cNvPr>
          <p:cNvSpPr>
            <a:spLocks noGrp="1"/>
          </p:cNvSpPr>
          <p:nvPr>
            <p:ph type="title"/>
          </p:nvPr>
        </p:nvSpPr>
        <p:spPr/>
        <p:txBody>
          <a:bodyPr/>
          <a:lstStyle/>
          <a:p>
            <a:r>
              <a:rPr lang="en-US"/>
              <a:t>BGP route selection</a:t>
            </a:r>
          </a:p>
        </p:txBody>
      </p:sp>
    </p:spTree>
    <p:extLst>
      <p:ext uri="{BB962C8B-B14F-4D97-AF65-F5344CB8AC3E}">
        <p14:creationId xmlns:p14="http://schemas.microsoft.com/office/powerpoint/2010/main" val="206466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5" name="Group 434">
            <a:extLst>
              <a:ext uri="{FF2B5EF4-FFF2-40B4-BE49-F238E27FC236}">
                <a16:creationId xmlns:a16="http://schemas.microsoft.com/office/drawing/2014/main" id="{9B190D51-3F91-BB49-80DD-9032908A3D1B}"/>
              </a:ext>
            </a:extLst>
          </p:cNvPr>
          <p:cNvGrpSpPr/>
          <p:nvPr/>
        </p:nvGrpSpPr>
        <p:grpSpPr>
          <a:xfrm>
            <a:off x="1163507" y="1064076"/>
            <a:ext cx="9801110" cy="2876474"/>
            <a:chOff x="1113403" y="1064076"/>
            <a:chExt cx="9801110" cy="2876474"/>
          </a:xfrm>
        </p:grpSpPr>
        <p:grpSp>
          <p:nvGrpSpPr>
            <p:cNvPr id="436" name="Group 435">
              <a:extLst>
                <a:ext uri="{FF2B5EF4-FFF2-40B4-BE49-F238E27FC236}">
                  <a16:creationId xmlns:a16="http://schemas.microsoft.com/office/drawing/2014/main" id="{19D5242C-DE5A-454E-933F-9AE21F2D36E9}"/>
                </a:ext>
              </a:extLst>
            </p:cNvPr>
            <p:cNvGrpSpPr/>
            <p:nvPr/>
          </p:nvGrpSpPr>
          <p:grpSpPr>
            <a:xfrm>
              <a:off x="1113403" y="1064076"/>
              <a:ext cx="9801110" cy="2876474"/>
              <a:chOff x="1426553" y="3694542"/>
              <a:chExt cx="9801110" cy="2876474"/>
            </a:xfrm>
          </p:grpSpPr>
          <p:grpSp>
            <p:nvGrpSpPr>
              <p:cNvPr id="438" name="Group 437">
                <a:extLst>
                  <a:ext uri="{FF2B5EF4-FFF2-40B4-BE49-F238E27FC236}">
                    <a16:creationId xmlns:a16="http://schemas.microsoft.com/office/drawing/2014/main" id="{55950833-A415-6143-811C-F2862281561C}"/>
                  </a:ext>
                </a:extLst>
              </p:cNvPr>
              <p:cNvGrpSpPr/>
              <p:nvPr/>
            </p:nvGrpSpPr>
            <p:grpSpPr>
              <a:xfrm>
                <a:off x="1426553" y="3694542"/>
                <a:ext cx="9249542" cy="2876474"/>
                <a:chOff x="1426553" y="3694542"/>
                <a:chExt cx="9249542" cy="2876474"/>
              </a:xfrm>
            </p:grpSpPr>
            <p:grpSp>
              <p:nvGrpSpPr>
                <p:cNvPr id="456" name="Group 455">
                  <a:extLst>
                    <a:ext uri="{FF2B5EF4-FFF2-40B4-BE49-F238E27FC236}">
                      <a16:creationId xmlns:a16="http://schemas.microsoft.com/office/drawing/2014/main" id="{EE855E88-EC1D-0B40-BD1E-872A68C83D3F}"/>
                    </a:ext>
                  </a:extLst>
                </p:cNvPr>
                <p:cNvGrpSpPr/>
                <p:nvPr/>
              </p:nvGrpSpPr>
              <p:grpSpPr>
                <a:xfrm>
                  <a:off x="4625977" y="4850481"/>
                  <a:ext cx="2545688" cy="1720535"/>
                  <a:chOff x="4625977" y="4850481"/>
                  <a:chExt cx="2545688" cy="1720535"/>
                </a:xfrm>
              </p:grpSpPr>
              <p:grpSp>
                <p:nvGrpSpPr>
                  <p:cNvPr id="590" name="Group 589">
                    <a:extLst>
                      <a:ext uri="{FF2B5EF4-FFF2-40B4-BE49-F238E27FC236}">
                        <a16:creationId xmlns:a16="http://schemas.microsoft.com/office/drawing/2014/main" id="{1E77D5B7-EF83-E34E-B4BA-FEB82E2D2B60}"/>
                      </a:ext>
                    </a:extLst>
                  </p:cNvPr>
                  <p:cNvGrpSpPr/>
                  <p:nvPr/>
                </p:nvGrpSpPr>
                <p:grpSpPr>
                  <a:xfrm>
                    <a:off x="4625977" y="4850481"/>
                    <a:ext cx="2545688" cy="1720535"/>
                    <a:chOff x="-2170772" y="2784954"/>
                    <a:chExt cx="2712783" cy="1853712"/>
                  </a:xfrm>
                </p:grpSpPr>
                <p:sp>
                  <p:nvSpPr>
                    <p:cNvPr id="592" name="Freeform 2">
                      <a:extLst>
                        <a:ext uri="{FF2B5EF4-FFF2-40B4-BE49-F238E27FC236}">
                          <a16:creationId xmlns:a16="http://schemas.microsoft.com/office/drawing/2014/main" id="{DF4E89F3-1D69-E44D-BF50-7E078D217905}"/>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593" name="Group 592">
                      <a:extLst>
                        <a:ext uri="{FF2B5EF4-FFF2-40B4-BE49-F238E27FC236}">
                          <a16:creationId xmlns:a16="http://schemas.microsoft.com/office/drawing/2014/main" id="{54C50EFE-08A9-5B4A-AFAF-94F7B2B0FC1F}"/>
                        </a:ext>
                      </a:extLst>
                    </p:cNvPr>
                    <p:cNvGrpSpPr/>
                    <p:nvPr/>
                  </p:nvGrpSpPr>
                  <p:grpSpPr>
                    <a:xfrm>
                      <a:off x="-1935370" y="2935816"/>
                      <a:ext cx="2333625" cy="1590649"/>
                      <a:chOff x="833331" y="2873352"/>
                      <a:chExt cx="2333625" cy="1590649"/>
                    </a:xfrm>
                  </p:grpSpPr>
                  <p:grpSp>
                    <p:nvGrpSpPr>
                      <p:cNvPr id="594" name="Group 593">
                        <a:extLst>
                          <a:ext uri="{FF2B5EF4-FFF2-40B4-BE49-F238E27FC236}">
                            <a16:creationId xmlns:a16="http://schemas.microsoft.com/office/drawing/2014/main" id="{03DF6DE0-C498-A446-8283-49EB29459E85}"/>
                          </a:ext>
                        </a:extLst>
                      </p:cNvPr>
                      <p:cNvGrpSpPr/>
                      <p:nvPr/>
                    </p:nvGrpSpPr>
                    <p:grpSpPr>
                      <a:xfrm>
                        <a:off x="1736090" y="2873352"/>
                        <a:ext cx="565150" cy="369332"/>
                        <a:chOff x="1736090" y="2873352"/>
                        <a:chExt cx="565150" cy="369332"/>
                      </a:xfrm>
                    </p:grpSpPr>
                    <p:grpSp>
                      <p:nvGrpSpPr>
                        <p:cNvPr id="640" name="Group 327">
                          <a:extLst>
                            <a:ext uri="{FF2B5EF4-FFF2-40B4-BE49-F238E27FC236}">
                              <a16:creationId xmlns:a16="http://schemas.microsoft.com/office/drawing/2014/main" id="{F6EE3929-FE3F-0840-AF38-D3E15F455633}"/>
                            </a:ext>
                          </a:extLst>
                        </p:cNvPr>
                        <p:cNvGrpSpPr>
                          <a:grpSpLocks/>
                        </p:cNvGrpSpPr>
                        <p:nvPr/>
                      </p:nvGrpSpPr>
                      <p:grpSpPr bwMode="auto">
                        <a:xfrm>
                          <a:off x="1736090" y="2893762"/>
                          <a:ext cx="565150" cy="292100"/>
                          <a:chOff x="1871277" y="1576300"/>
                          <a:chExt cx="1128371" cy="437861"/>
                        </a:xfrm>
                      </p:grpSpPr>
                      <p:sp>
                        <p:nvSpPr>
                          <p:cNvPr id="644" name="Oval 643">
                            <a:extLst>
                              <a:ext uri="{FF2B5EF4-FFF2-40B4-BE49-F238E27FC236}">
                                <a16:creationId xmlns:a16="http://schemas.microsoft.com/office/drawing/2014/main" id="{3D78710C-FB43-914A-A1F0-D7D04F3E940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45" name="Rectangle 644">
                            <a:extLst>
                              <a:ext uri="{FF2B5EF4-FFF2-40B4-BE49-F238E27FC236}">
                                <a16:creationId xmlns:a16="http://schemas.microsoft.com/office/drawing/2014/main" id="{142CC03F-1C47-5747-B965-E0E0229EBD1A}"/>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46" name="Oval 645">
                            <a:extLst>
                              <a:ext uri="{FF2B5EF4-FFF2-40B4-BE49-F238E27FC236}">
                                <a16:creationId xmlns:a16="http://schemas.microsoft.com/office/drawing/2014/main" id="{10E248B9-65B9-5D48-A407-80D61F6C6DA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47" name="Freeform 646">
                            <a:extLst>
                              <a:ext uri="{FF2B5EF4-FFF2-40B4-BE49-F238E27FC236}">
                                <a16:creationId xmlns:a16="http://schemas.microsoft.com/office/drawing/2014/main" id="{A3188F9F-97B7-CD44-8C26-2F45B943144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48" name="Freeform 647">
                            <a:extLst>
                              <a:ext uri="{FF2B5EF4-FFF2-40B4-BE49-F238E27FC236}">
                                <a16:creationId xmlns:a16="http://schemas.microsoft.com/office/drawing/2014/main" id="{046126A5-CA11-F844-8FBA-806B6B33164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49" name="Freeform 648">
                            <a:extLst>
                              <a:ext uri="{FF2B5EF4-FFF2-40B4-BE49-F238E27FC236}">
                                <a16:creationId xmlns:a16="http://schemas.microsoft.com/office/drawing/2014/main" id="{12F3F20C-B31A-594F-8298-C3AE33C0174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50" name="Freeform 649">
                            <a:extLst>
                              <a:ext uri="{FF2B5EF4-FFF2-40B4-BE49-F238E27FC236}">
                                <a16:creationId xmlns:a16="http://schemas.microsoft.com/office/drawing/2014/main" id="{B455C4DD-C50B-4F48-A571-AD2D900D3B0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651" name="Straight Connector 650">
                            <a:extLst>
                              <a:ext uri="{FF2B5EF4-FFF2-40B4-BE49-F238E27FC236}">
                                <a16:creationId xmlns:a16="http://schemas.microsoft.com/office/drawing/2014/main" id="{1B7B51A7-4770-D946-B654-02479FD39AB8}"/>
                              </a:ext>
                            </a:extLst>
                          </p:cNvPr>
                          <p:cNvCxnSpPr>
                            <a:endCxn id="64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52" name="Straight Connector 651">
                            <a:extLst>
                              <a:ext uri="{FF2B5EF4-FFF2-40B4-BE49-F238E27FC236}">
                                <a16:creationId xmlns:a16="http://schemas.microsoft.com/office/drawing/2014/main" id="{A76EA74D-6D4B-9A4B-B2DF-2209341D19A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641" name="Group 640">
                          <a:extLst>
                            <a:ext uri="{FF2B5EF4-FFF2-40B4-BE49-F238E27FC236}">
                              <a16:creationId xmlns:a16="http://schemas.microsoft.com/office/drawing/2014/main" id="{166A6FB6-E2EB-FA49-8569-A25F59897CDD}"/>
                            </a:ext>
                          </a:extLst>
                        </p:cNvPr>
                        <p:cNvGrpSpPr/>
                        <p:nvPr/>
                      </p:nvGrpSpPr>
                      <p:grpSpPr>
                        <a:xfrm>
                          <a:off x="1770362" y="2873352"/>
                          <a:ext cx="441422" cy="369332"/>
                          <a:chOff x="667045" y="1708643"/>
                          <a:chExt cx="441422" cy="369332"/>
                        </a:xfrm>
                      </p:grpSpPr>
                      <p:sp>
                        <p:nvSpPr>
                          <p:cNvPr id="642" name="Oval 641">
                            <a:extLst>
                              <a:ext uri="{FF2B5EF4-FFF2-40B4-BE49-F238E27FC236}">
                                <a16:creationId xmlns:a16="http://schemas.microsoft.com/office/drawing/2014/main" id="{5CC28C02-B28B-DA48-8B0F-F04E8514D83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43" name="TextBox 642">
                            <a:extLst>
                              <a:ext uri="{FF2B5EF4-FFF2-40B4-BE49-F238E27FC236}">
                                <a16:creationId xmlns:a16="http://schemas.microsoft.com/office/drawing/2014/main" id="{81ED97F5-EA07-014B-8BAC-134C34676271}"/>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2b</a:t>
                            </a:r>
                          </a:p>
                        </p:txBody>
                      </p:sp>
                    </p:grpSp>
                  </p:grpSp>
                  <p:grpSp>
                    <p:nvGrpSpPr>
                      <p:cNvPr id="595" name="Group 594">
                        <a:extLst>
                          <a:ext uri="{FF2B5EF4-FFF2-40B4-BE49-F238E27FC236}">
                            <a16:creationId xmlns:a16="http://schemas.microsoft.com/office/drawing/2014/main" id="{EB024165-248C-504E-B05F-4AAFD69CC57C}"/>
                          </a:ext>
                        </a:extLst>
                      </p:cNvPr>
                      <p:cNvGrpSpPr/>
                      <p:nvPr/>
                    </p:nvGrpSpPr>
                    <p:grpSpPr>
                      <a:xfrm>
                        <a:off x="1740320" y="4094669"/>
                        <a:ext cx="565150" cy="369332"/>
                        <a:chOff x="1736090" y="2873352"/>
                        <a:chExt cx="565150" cy="369332"/>
                      </a:xfrm>
                    </p:grpSpPr>
                    <p:grpSp>
                      <p:nvGrpSpPr>
                        <p:cNvPr id="627" name="Group 327">
                          <a:extLst>
                            <a:ext uri="{FF2B5EF4-FFF2-40B4-BE49-F238E27FC236}">
                              <a16:creationId xmlns:a16="http://schemas.microsoft.com/office/drawing/2014/main" id="{DD160B2D-31E2-FC4D-9077-3FEF425A0167}"/>
                            </a:ext>
                          </a:extLst>
                        </p:cNvPr>
                        <p:cNvGrpSpPr>
                          <a:grpSpLocks/>
                        </p:cNvGrpSpPr>
                        <p:nvPr/>
                      </p:nvGrpSpPr>
                      <p:grpSpPr bwMode="auto">
                        <a:xfrm>
                          <a:off x="1736090" y="2893762"/>
                          <a:ext cx="565150" cy="292100"/>
                          <a:chOff x="1871277" y="1576300"/>
                          <a:chExt cx="1128371" cy="437861"/>
                        </a:xfrm>
                      </p:grpSpPr>
                      <p:sp>
                        <p:nvSpPr>
                          <p:cNvPr id="631" name="Oval 630">
                            <a:extLst>
                              <a:ext uri="{FF2B5EF4-FFF2-40B4-BE49-F238E27FC236}">
                                <a16:creationId xmlns:a16="http://schemas.microsoft.com/office/drawing/2014/main" id="{ECF28E28-15D0-FF44-8638-18424FC9CB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32" name="Rectangle 631">
                            <a:extLst>
                              <a:ext uri="{FF2B5EF4-FFF2-40B4-BE49-F238E27FC236}">
                                <a16:creationId xmlns:a16="http://schemas.microsoft.com/office/drawing/2014/main" id="{02599EAE-DE11-9343-B29B-9BA456A3CF9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3" name="Oval 632">
                            <a:extLst>
                              <a:ext uri="{FF2B5EF4-FFF2-40B4-BE49-F238E27FC236}">
                                <a16:creationId xmlns:a16="http://schemas.microsoft.com/office/drawing/2014/main" id="{8054D897-D2E7-8545-B236-ED4C9934D7B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34" name="Freeform 633">
                            <a:extLst>
                              <a:ext uri="{FF2B5EF4-FFF2-40B4-BE49-F238E27FC236}">
                                <a16:creationId xmlns:a16="http://schemas.microsoft.com/office/drawing/2014/main" id="{6129CAD0-E2F0-5241-B15A-6D42EB5B98B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5" name="Freeform 634">
                            <a:extLst>
                              <a:ext uri="{FF2B5EF4-FFF2-40B4-BE49-F238E27FC236}">
                                <a16:creationId xmlns:a16="http://schemas.microsoft.com/office/drawing/2014/main" id="{E2AB3C1A-C478-584A-86AE-803CDCDBD82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6" name="Freeform 635">
                            <a:extLst>
                              <a:ext uri="{FF2B5EF4-FFF2-40B4-BE49-F238E27FC236}">
                                <a16:creationId xmlns:a16="http://schemas.microsoft.com/office/drawing/2014/main" id="{627E4CAC-4C76-F248-AD15-664DE8AB626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7" name="Freeform 636">
                            <a:extLst>
                              <a:ext uri="{FF2B5EF4-FFF2-40B4-BE49-F238E27FC236}">
                                <a16:creationId xmlns:a16="http://schemas.microsoft.com/office/drawing/2014/main" id="{39AB6165-7B2D-EA48-B7BD-43E457819A0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638" name="Straight Connector 637">
                            <a:extLst>
                              <a:ext uri="{FF2B5EF4-FFF2-40B4-BE49-F238E27FC236}">
                                <a16:creationId xmlns:a16="http://schemas.microsoft.com/office/drawing/2014/main" id="{05C021F3-7F1B-A340-8ACF-BA9BF665DFA6}"/>
                              </a:ext>
                            </a:extLst>
                          </p:cNvPr>
                          <p:cNvCxnSpPr>
                            <a:endCxn id="63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39" name="Straight Connector 638">
                            <a:extLst>
                              <a:ext uri="{FF2B5EF4-FFF2-40B4-BE49-F238E27FC236}">
                                <a16:creationId xmlns:a16="http://schemas.microsoft.com/office/drawing/2014/main" id="{C524E941-5A71-014D-AB18-D63BD506028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628" name="Group 627">
                          <a:extLst>
                            <a:ext uri="{FF2B5EF4-FFF2-40B4-BE49-F238E27FC236}">
                              <a16:creationId xmlns:a16="http://schemas.microsoft.com/office/drawing/2014/main" id="{AB184B24-4A56-6944-B6BB-37C279466F54}"/>
                            </a:ext>
                          </a:extLst>
                        </p:cNvPr>
                        <p:cNvGrpSpPr/>
                        <p:nvPr/>
                      </p:nvGrpSpPr>
                      <p:grpSpPr>
                        <a:xfrm>
                          <a:off x="1770362" y="2873352"/>
                          <a:ext cx="441422" cy="369332"/>
                          <a:chOff x="667045" y="1708643"/>
                          <a:chExt cx="441422" cy="369332"/>
                        </a:xfrm>
                      </p:grpSpPr>
                      <p:sp>
                        <p:nvSpPr>
                          <p:cNvPr id="629" name="Oval 628">
                            <a:extLst>
                              <a:ext uri="{FF2B5EF4-FFF2-40B4-BE49-F238E27FC236}">
                                <a16:creationId xmlns:a16="http://schemas.microsoft.com/office/drawing/2014/main" id="{F4D2E6E9-3828-FD42-A509-8B6DEBDDE61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0" name="TextBox 629">
                            <a:extLst>
                              <a:ext uri="{FF2B5EF4-FFF2-40B4-BE49-F238E27FC236}">
                                <a16:creationId xmlns:a16="http://schemas.microsoft.com/office/drawing/2014/main" id="{F82B5F78-56CC-8142-BC80-D638602E1ECF}"/>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2d</a:t>
                            </a:r>
                          </a:p>
                        </p:txBody>
                      </p:sp>
                    </p:grpSp>
                  </p:grpSp>
                  <p:grpSp>
                    <p:nvGrpSpPr>
                      <p:cNvPr id="596" name="Group 595">
                        <a:extLst>
                          <a:ext uri="{FF2B5EF4-FFF2-40B4-BE49-F238E27FC236}">
                            <a16:creationId xmlns:a16="http://schemas.microsoft.com/office/drawing/2014/main" id="{A221FFF4-777B-6440-8972-AE4FC6B4487B}"/>
                          </a:ext>
                        </a:extLst>
                      </p:cNvPr>
                      <p:cNvGrpSpPr/>
                      <p:nvPr/>
                    </p:nvGrpSpPr>
                    <p:grpSpPr>
                      <a:xfrm>
                        <a:off x="2601806" y="3485072"/>
                        <a:ext cx="565150" cy="369332"/>
                        <a:chOff x="1736090" y="2873352"/>
                        <a:chExt cx="565150" cy="369332"/>
                      </a:xfrm>
                    </p:grpSpPr>
                    <p:grpSp>
                      <p:nvGrpSpPr>
                        <p:cNvPr id="614" name="Group 327">
                          <a:extLst>
                            <a:ext uri="{FF2B5EF4-FFF2-40B4-BE49-F238E27FC236}">
                              <a16:creationId xmlns:a16="http://schemas.microsoft.com/office/drawing/2014/main" id="{EB88614E-D225-BD40-9214-930832E6F97B}"/>
                            </a:ext>
                          </a:extLst>
                        </p:cNvPr>
                        <p:cNvGrpSpPr>
                          <a:grpSpLocks/>
                        </p:cNvGrpSpPr>
                        <p:nvPr/>
                      </p:nvGrpSpPr>
                      <p:grpSpPr bwMode="auto">
                        <a:xfrm>
                          <a:off x="1736090" y="2893762"/>
                          <a:ext cx="565150" cy="292100"/>
                          <a:chOff x="1871277" y="1576300"/>
                          <a:chExt cx="1128371" cy="437861"/>
                        </a:xfrm>
                      </p:grpSpPr>
                      <p:sp>
                        <p:nvSpPr>
                          <p:cNvPr id="618" name="Oval 617">
                            <a:extLst>
                              <a:ext uri="{FF2B5EF4-FFF2-40B4-BE49-F238E27FC236}">
                                <a16:creationId xmlns:a16="http://schemas.microsoft.com/office/drawing/2014/main" id="{CCA0168E-191E-DE4B-B872-FDBF59D3D9E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19" name="Rectangle 618">
                            <a:extLst>
                              <a:ext uri="{FF2B5EF4-FFF2-40B4-BE49-F238E27FC236}">
                                <a16:creationId xmlns:a16="http://schemas.microsoft.com/office/drawing/2014/main" id="{EBE8450D-849D-0842-B14A-E427B384447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20" name="Oval 619">
                            <a:extLst>
                              <a:ext uri="{FF2B5EF4-FFF2-40B4-BE49-F238E27FC236}">
                                <a16:creationId xmlns:a16="http://schemas.microsoft.com/office/drawing/2014/main" id="{4174AA8D-050E-9841-BB57-37374C0B142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21" name="Freeform 620">
                            <a:extLst>
                              <a:ext uri="{FF2B5EF4-FFF2-40B4-BE49-F238E27FC236}">
                                <a16:creationId xmlns:a16="http://schemas.microsoft.com/office/drawing/2014/main" id="{28A093E8-B975-9442-8118-247936E3766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22" name="Freeform 621">
                            <a:extLst>
                              <a:ext uri="{FF2B5EF4-FFF2-40B4-BE49-F238E27FC236}">
                                <a16:creationId xmlns:a16="http://schemas.microsoft.com/office/drawing/2014/main" id="{F524B6B7-972E-AC4C-A09C-52336B37B28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23" name="Freeform 622">
                            <a:extLst>
                              <a:ext uri="{FF2B5EF4-FFF2-40B4-BE49-F238E27FC236}">
                                <a16:creationId xmlns:a16="http://schemas.microsoft.com/office/drawing/2014/main" id="{86F5315E-8BBA-1841-BB44-FD2560EFF91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24" name="Freeform 623">
                            <a:extLst>
                              <a:ext uri="{FF2B5EF4-FFF2-40B4-BE49-F238E27FC236}">
                                <a16:creationId xmlns:a16="http://schemas.microsoft.com/office/drawing/2014/main" id="{C487AB37-38B2-8646-91F0-2D2B5353D02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625" name="Straight Connector 624">
                            <a:extLst>
                              <a:ext uri="{FF2B5EF4-FFF2-40B4-BE49-F238E27FC236}">
                                <a16:creationId xmlns:a16="http://schemas.microsoft.com/office/drawing/2014/main" id="{1D2DADBE-9AB2-B04B-93EF-3527AA4AF224}"/>
                              </a:ext>
                            </a:extLst>
                          </p:cNvPr>
                          <p:cNvCxnSpPr>
                            <a:endCxn id="6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26" name="Straight Connector 625">
                            <a:extLst>
                              <a:ext uri="{FF2B5EF4-FFF2-40B4-BE49-F238E27FC236}">
                                <a16:creationId xmlns:a16="http://schemas.microsoft.com/office/drawing/2014/main" id="{76CB4F3E-805B-4647-95EB-5434B730410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615" name="Group 614">
                          <a:extLst>
                            <a:ext uri="{FF2B5EF4-FFF2-40B4-BE49-F238E27FC236}">
                              <a16:creationId xmlns:a16="http://schemas.microsoft.com/office/drawing/2014/main" id="{19017220-5E4C-6E49-ACBE-4AFA30CF6503}"/>
                            </a:ext>
                          </a:extLst>
                        </p:cNvPr>
                        <p:cNvGrpSpPr/>
                        <p:nvPr/>
                      </p:nvGrpSpPr>
                      <p:grpSpPr>
                        <a:xfrm>
                          <a:off x="1770362" y="2873352"/>
                          <a:ext cx="428460" cy="369332"/>
                          <a:chOff x="667045" y="1708643"/>
                          <a:chExt cx="428460" cy="369332"/>
                        </a:xfrm>
                      </p:grpSpPr>
                      <p:sp>
                        <p:nvSpPr>
                          <p:cNvPr id="616" name="Oval 615">
                            <a:extLst>
                              <a:ext uri="{FF2B5EF4-FFF2-40B4-BE49-F238E27FC236}">
                                <a16:creationId xmlns:a16="http://schemas.microsoft.com/office/drawing/2014/main" id="{1DE9A77B-D108-964E-B641-D2D6DE28297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17" name="TextBox 616">
                            <a:extLst>
                              <a:ext uri="{FF2B5EF4-FFF2-40B4-BE49-F238E27FC236}">
                                <a16:creationId xmlns:a16="http://schemas.microsoft.com/office/drawing/2014/main" id="{4D4380C6-51EB-E24D-9E71-00551BA89E05}"/>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2c</a:t>
                            </a:r>
                          </a:p>
                        </p:txBody>
                      </p:sp>
                    </p:grpSp>
                  </p:grpSp>
                  <p:grpSp>
                    <p:nvGrpSpPr>
                      <p:cNvPr id="597" name="Group 596">
                        <a:extLst>
                          <a:ext uri="{FF2B5EF4-FFF2-40B4-BE49-F238E27FC236}">
                            <a16:creationId xmlns:a16="http://schemas.microsoft.com/office/drawing/2014/main" id="{81417A1E-D6B9-7444-8FBF-5CE562F73571}"/>
                          </a:ext>
                        </a:extLst>
                      </p:cNvPr>
                      <p:cNvGrpSpPr/>
                      <p:nvPr/>
                    </p:nvGrpSpPr>
                    <p:grpSpPr>
                      <a:xfrm>
                        <a:off x="833331" y="3478719"/>
                        <a:ext cx="565150" cy="369332"/>
                        <a:chOff x="1736090" y="2873352"/>
                        <a:chExt cx="565150" cy="369332"/>
                      </a:xfrm>
                    </p:grpSpPr>
                    <p:grpSp>
                      <p:nvGrpSpPr>
                        <p:cNvPr id="601" name="Group 327">
                          <a:extLst>
                            <a:ext uri="{FF2B5EF4-FFF2-40B4-BE49-F238E27FC236}">
                              <a16:creationId xmlns:a16="http://schemas.microsoft.com/office/drawing/2014/main" id="{A322A3A9-B31F-5A41-A54A-A0F3B828A573}"/>
                            </a:ext>
                          </a:extLst>
                        </p:cNvPr>
                        <p:cNvGrpSpPr>
                          <a:grpSpLocks/>
                        </p:cNvGrpSpPr>
                        <p:nvPr/>
                      </p:nvGrpSpPr>
                      <p:grpSpPr bwMode="auto">
                        <a:xfrm>
                          <a:off x="1736090" y="2893762"/>
                          <a:ext cx="565150" cy="292100"/>
                          <a:chOff x="1871277" y="1576300"/>
                          <a:chExt cx="1128371" cy="437861"/>
                        </a:xfrm>
                      </p:grpSpPr>
                      <p:sp>
                        <p:nvSpPr>
                          <p:cNvPr id="605" name="Oval 604">
                            <a:extLst>
                              <a:ext uri="{FF2B5EF4-FFF2-40B4-BE49-F238E27FC236}">
                                <a16:creationId xmlns:a16="http://schemas.microsoft.com/office/drawing/2014/main" id="{94E61F22-9440-9941-B3C5-98B1FF82D3C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06" name="Rectangle 605">
                            <a:extLst>
                              <a:ext uri="{FF2B5EF4-FFF2-40B4-BE49-F238E27FC236}">
                                <a16:creationId xmlns:a16="http://schemas.microsoft.com/office/drawing/2014/main" id="{560713D5-39B5-C24C-85CB-21A5D86DADC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07" name="Oval 606">
                            <a:extLst>
                              <a:ext uri="{FF2B5EF4-FFF2-40B4-BE49-F238E27FC236}">
                                <a16:creationId xmlns:a16="http://schemas.microsoft.com/office/drawing/2014/main" id="{37C0F383-4349-374C-BB7B-B7F9E9746B9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08" name="Freeform 607">
                            <a:extLst>
                              <a:ext uri="{FF2B5EF4-FFF2-40B4-BE49-F238E27FC236}">
                                <a16:creationId xmlns:a16="http://schemas.microsoft.com/office/drawing/2014/main" id="{62B1D68C-8951-0842-B7E0-325E3DE1E3C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09" name="Freeform 608">
                            <a:extLst>
                              <a:ext uri="{FF2B5EF4-FFF2-40B4-BE49-F238E27FC236}">
                                <a16:creationId xmlns:a16="http://schemas.microsoft.com/office/drawing/2014/main" id="{13246BF0-8D05-3D4F-9BBD-B0CC7D8D2E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10" name="Freeform 609">
                            <a:extLst>
                              <a:ext uri="{FF2B5EF4-FFF2-40B4-BE49-F238E27FC236}">
                                <a16:creationId xmlns:a16="http://schemas.microsoft.com/office/drawing/2014/main" id="{593834BB-E882-6A4F-9133-15170ED473E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11" name="Freeform 610">
                            <a:extLst>
                              <a:ext uri="{FF2B5EF4-FFF2-40B4-BE49-F238E27FC236}">
                                <a16:creationId xmlns:a16="http://schemas.microsoft.com/office/drawing/2014/main" id="{7692C0A4-25BB-C640-8679-581F713394B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612" name="Straight Connector 611">
                            <a:extLst>
                              <a:ext uri="{FF2B5EF4-FFF2-40B4-BE49-F238E27FC236}">
                                <a16:creationId xmlns:a16="http://schemas.microsoft.com/office/drawing/2014/main" id="{4DB46916-FA8C-8647-823E-4891699AA6E9}"/>
                              </a:ext>
                            </a:extLst>
                          </p:cNvPr>
                          <p:cNvCxnSpPr>
                            <a:endCxn id="6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13" name="Straight Connector 612">
                            <a:extLst>
                              <a:ext uri="{FF2B5EF4-FFF2-40B4-BE49-F238E27FC236}">
                                <a16:creationId xmlns:a16="http://schemas.microsoft.com/office/drawing/2014/main" id="{C7B50B1B-6FBF-1F4A-BB26-B12A7FA1847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602" name="Group 601">
                          <a:extLst>
                            <a:ext uri="{FF2B5EF4-FFF2-40B4-BE49-F238E27FC236}">
                              <a16:creationId xmlns:a16="http://schemas.microsoft.com/office/drawing/2014/main" id="{1B8EB25A-01DD-AD42-B0BF-139FB0C1470F}"/>
                            </a:ext>
                          </a:extLst>
                        </p:cNvPr>
                        <p:cNvGrpSpPr/>
                        <p:nvPr/>
                      </p:nvGrpSpPr>
                      <p:grpSpPr>
                        <a:xfrm>
                          <a:off x="1770362" y="2873352"/>
                          <a:ext cx="441422" cy="369332"/>
                          <a:chOff x="667045" y="1708643"/>
                          <a:chExt cx="441422" cy="369332"/>
                        </a:xfrm>
                      </p:grpSpPr>
                      <p:sp>
                        <p:nvSpPr>
                          <p:cNvPr id="603" name="Oval 602">
                            <a:extLst>
                              <a:ext uri="{FF2B5EF4-FFF2-40B4-BE49-F238E27FC236}">
                                <a16:creationId xmlns:a16="http://schemas.microsoft.com/office/drawing/2014/main" id="{D7C15E68-27D3-624D-8350-6D21F7FA607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04" name="TextBox 603">
                            <a:extLst>
                              <a:ext uri="{FF2B5EF4-FFF2-40B4-BE49-F238E27FC236}">
                                <a16:creationId xmlns:a16="http://schemas.microsoft.com/office/drawing/2014/main" id="{ACE74693-E5E5-DB4F-9930-5C32B9C87438}"/>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2a</a:t>
                            </a:r>
                          </a:p>
                        </p:txBody>
                      </p:sp>
                    </p:grpSp>
                  </p:grpSp>
                  <p:cxnSp>
                    <p:nvCxnSpPr>
                      <p:cNvPr id="598" name="Straight Connector 597">
                        <a:extLst>
                          <a:ext uri="{FF2B5EF4-FFF2-40B4-BE49-F238E27FC236}">
                            <a16:creationId xmlns:a16="http://schemas.microsoft.com/office/drawing/2014/main" id="{51B99E99-08D3-3D47-A888-94250D87FE72}"/>
                          </a:ext>
                        </a:extLst>
                      </p:cNvPr>
                      <p:cNvCxnSpPr>
                        <a:stCxn id="644"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99" name="Straight Connector 598">
                        <a:extLst>
                          <a:ext uri="{FF2B5EF4-FFF2-40B4-BE49-F238E27FC236}">
                            <a16:creationId xmlns:a16="http://schemas.microsoft.com/office/drawing/2014/main" id="{45D0CFF0-9AE1-5E41-ABD1-6EEAA6D7BD3B}"/>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0" name="Straight Connector 599">
                        <a:extLst>
                          <a:ext uri="{FF2B5EF4-FFF2-40B4-BE49-F238E27FC236}">
                            <a16:creationId xmlns:a16="http://schemas.microsoft.com/office/drawing/2014/main" id="{1A40A125-3A4F-7C41-9910-62CBBBE4067F}"/>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591" name="TextBox 590">
                    <a:extLst>
                      <a:ext uri="{FF2B5EF4-FFF2-40B4-BE49-F238E27FC236}">
                        <a16:creationId xmlns:a16="http://schemas.microsoft.com/office/drawing/2014/main" id="{2F2EDC74-B7B1-6149-BC4F-66632A203F35}"/>
                      </a:ext>
                    </a:extLst>
                  </p:cNvPr>
                  <p:cNvSpPr txBox="1"/>
                  <p:nvPr/>
                </p:nvSpPr>
                <p:spPr>
                  <a:xfrm>
                    <a:off x="4833576" y="4910165"/>
                    <a:ext cx="753532"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2</a:t>
                    </a:r>
                  </a:p>
                </p:txBody>
              </p:sp>
            </p:grpSp>
            <p:grpSp>
              <p:nvGrpSpPr>
                <p:cNvPr id="457" name="Group 456">
                  <a:extLst>
                    <a:ext uri="{FF2B5EF4-FFF2-40B4-BE49-F238E27FC236}">
                      <a16:creationId xmlns:a16="http://schemas.microsoft.com/office/drawing/2014/main" id="{DDC5C5CE-E997-F04B-B576-FAFFC8CD20F3}"/>
                    </a:ext>
                  </a:extLst>
                </p:cNvPr>
                <p:cNvGrpSpPr/>
                <p:nvPr/>
              </p:nvGrpSpPr>
              <p:grpSpPr>
                <a:xfrm>
                  <a:off x="8100574" y="3694542"/>
                  <a:ext cx="2575521" cy="1672516"/>
                  <a:chOff x="8100574" y="3694542"/>
                  <a:chExt cx="2575521" cy="1672516"/>
                </a:xfrm>
              </p:grpSpPr>
              <p:sp>
                <p:nvSpPr>
                  <p:cNvPr id="525" name="Freeform 2">
                    <a:extLst>
                      <a:ext uri="{FF2B5EF4-FFF2-40B4-BE49-F238E27FC236}">
                        <a16:creationId xmlns:a16="http://schemas.microsoft.com/office/drawing/2014/main" id="{9FF2DF1D-33FE-8545-B72C-6473EDAC87FF}"/>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nvGrpSpPr>
                  <p:cNvPr id="526" name="Group 525">
                    <a:extLst>
                      <a:ext uri="{FF2B5EF4-FFF2-40B4-BE49-F238E27FC236}">
                        <a16:creationId xmlns:a16="http://schemas.microsoft.com/office/drawing/2014/main" id="{A93AC3A4-A2AD-AF4E-95AB-EC02A1E1EDF5}"/>
                      </a:ext>
                    </a:extLst>
                  </p:cNvPr>
                  <p:cNvGrpSpPr/>
                  <p:nvPr/>
                </p:nvGrpSpPr>
                <p:grpSpPr>
                  <a:xfrm>
                    <a:off x="8136838" y="3735782"/>
                    <a:ext cx="2402775" cy="1530043"/>
                    <a:chOff x="8136838" y="3735782"/>
                    <a:chExt cx="2402775" cy="1530043"/>
                  </a:xfrm>
                </p:grpSpPr>
                <p:grpSp>
                  <p:nvGrpSpPr>
                    <p:cNvPr id="527" name="Group 526">
                      <a:extLst>
                        <a:ext uri="{FF2B5EF4-FFF2-40B4-BE49-F238E27FC236}">
                          <a16:creationId xmlns:a16="http://schemas.microsoft.com/office/drawing/2014/main" id="{C1A715EB-D27A-4A44-8AE4-4AA6DC4FC558}"/>
                        </a:ext>
                      </a:extLst>
                    </p:cNvPr>
                    <p:cNvGrpSpPr/>
                    <p:nvPr/>
                  </p:nvGrpSpPr>
                  <p:grpSpPr>
                    <a:xfrm>
                      <a:off x="8324065" y="3830658"/>
                      <a:ext cx="2215548" cy="1435167"/>
                      <a:chOff x="833331" y="2873352"/>
                      <a:chExt cx="2333625" cy="1590649"/>
                    </a:xfrm>
                  </p:grpSpPr>
                  <p:grpSp>
                    <p:nvGrpSpPr>
                      <p:cNvPr id="529" name="Group 528">
                        <a:extLst>
                          <a:ext uri="{FF2B5EF4-FFF2-40B4-BE49-F238E27FC236}">
                            <a16:creationId xmlns:a16="http://schemas.microsoft.com/office/drawing/2014/main" id="{859F74A6-CC94-0442-9A8E-3B611986661C}"/>
                          </a:ext>
                        </a:extLst>
                      </p:cNvPr>
                      <p:cNvGrpSpPr/>
                      <p:nvPr/>
                    </p:nvGrpSpPr>
                    <p:grpSpPr>
                      <a:xfrm>
                        <a:off x="1736090" y="2873352"/>
                        <a:ext cx="565150" cy="369332"/>
                        <a:chOff x="1736090" y="2873352"/>
                        <a:chExt cx="565150" cy="369332"/>
                      </a:xfrm>
                    </p:grpSpPr>
                    <p:grpSp>
                      <p:nvGrpSpPr>
                        <p:cNvPr id="577" name="Group 327">
                          <a:extLst>
                            <a:ext uri="{FF2B5EF4-FFF2-40B4-BE49-F238E27FC236}">
                              <a16:creationId xmlns:a16="http://schemas.microsoft.com/office/drawing/2014/main" id="{B4244E56-5899-2D45-94E8-CAD7798327A2}"/>
                            </a:ext>
                          </a:extLst>
                        </p:cNvPr>
                        <p:cNvGrpSpPr>
                          <a:grpSpLocks/>
                        </p:cNvGrpSpPr>
                        <p:nvPr/>
                      </p:nvGrpSpPr>
                      <p:grpSpPr bwMode="auto">
                        <a:xfrm>
                          <a:off x="1736090" y="2893762"/>
                          <a:ext cx="565150" cy="292100"/>
                          <a:chOff x="1871277" y="1576300"/>
                          <a:chExt cx="1128371" cy="437861"/>
                        </a:xfrm>
                      </p:grpSpPr>
                      <p:sp>
                        <p:nvSpPr>
                          <p:cNvPr id="581" name="Oval 580">
                            <a:extLst>
                              <a:ext uri="{FF2B5EF4-FFF2-40B4-BE49-F238E27FC236}">
                                <a16:creationId xmlns:a16="http://schemas.microsoft.com/office/drawing/2014/main" id="{9BAEFBD8-C450-CF43-835D-77BD5BF0BBD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82" name="Rectangle 581">
                            <a:extLst>
                              <a:ext uri="{FF2B5EF4-FFF2-40B4-BE49-F238E27FC236}">
                                <a16:creationId xmlns:a16="http://schemas.microsoft.com/office/drawing/2014/main" id="{D467B76A-8F8D-B74B-A29C-C75FB3D903F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3" name="Oval 582">
                            <a:extLst>
                              <a:ext uri="{FF2B5EF4-FFF2-40B4-BE49-F238E27FC236}">
                                <a16:creationId xmlns:a16="http://schemas.microsoft.com/office/drawing/2014/main" id="{53D6D2B6-30BD-CD47-B4EA-CEA3714B9D5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84" name="Freeform 583">
                            <a:extLst>
                              <a:ext uri="{FF2B5EF4-FFF2-40B4-BE49-F238E27FC236}">
                                <a16:creationId xmlns:a16="http://schemas.microsoft.com/office/drawing/2014/main" id="{F6F4D0BF-DEC2-5B40-B2DF-8BAF0B7E001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5" name="Freeform 584">
                            <a:extLst>
                              <a:ext uri="{FF2B5EF4-FFF2-40B4-BE49-F238E27FC236}">
                                <a16:creationId xmlns:a16="http://schemas.microsoft.com/office/drawing/2014/main" id="{8CD2DEC8-2D90-DF43-9CC7-5BD433CED18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6" name="Freeform 585">
                            <a:extLst>
                              <a:ext uri="{FF2B5EF4-FFF2-40B4-BE49-F238E27FC236}">
                                <a16:creationId xmlns:a16="http://schemas.microsoft.com/office/drawing/2014/main" id="{5D0A8C39-37AB-9741-93FC-3CE6E8168D2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7" name="Freeform 586">
                            <a:extLst>
                              <a:ext uri="{FF2B5EF4-FFF2-40B4-BE49-F238E27FC236}">
                                <a16:creationId xmlns:a16="http://schemas.microsoft.com/office/drawing/2014/main" id="{E1293B82-C527-9043-BDDC-AB6DDD77C64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88" name="Straight Connector 587">
                            <a:extLst>
                              <a:ext uri="{FF2B5EF4-FFF2-40B4-BE49-F238E27FC236}">
                                <a16:creationId xmlns:a16="http://schemas.microsoft.com/office/drawing/2014/main" id="{C68D1DCC-647F-4C49-918A-7FA409A8169A}"/>
                              </a:ext>
                            </a:extLst>
                          </p:cNvPr>
                          <p:cNvCxnSpPr>
                            <a:endCxn id="58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89" name="Straight Connector 588">
                            <a:extLst>
                              <a:ext uri="{FF2B5EF4-FFF2-40B4-BE49-F238E27FC236}">
                                <a16:creationId xmlns:a16="http://schemas.microsoft.com/office/drawing/2014/main" id="{5E24273E-9336-4B40-9FB7-57ED34FDD64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78" name="Group 577">
                          <a:extLst>
                            <a:ext uri="{FF2B5EF4-FFF2-40B4-BE49-F238E27FC236}">
                              <a16:creationId xmlns:a16="http://schemas.microsoft.com/office/drawing/2014/main" id="{A34ECE23-E5FD-6F49-8FCB-55B513E39EDA}"/>
                            </a:ext>
                          </a:extLst>
                        </p:cNvPr>
                        <p:cNvGrpSpPr/>
                        <p:nvPr/>
                      </p:nvGrpSpPr>
                      <p:grpSpPr>
                        <a:xfrm>
                          <a:off x="1770362" y="2873352"/>
                          <a:ext cx="441422" cy="369332"/>
                          <a:chOff x="667045" y="1708643"/>
                          <a:chExt cx="441422" cy="369332"/>
                        </a:xfrm>
                      </p:grpSpPr>
                      <p:sp>
                        <p:nvSpPr>
                          <p:cNvPr id="579" name="Oval 578">
                            <a:extLst>
                              <a:ext uri="{FF2B5EF4-FFF2-40B4-BE49-F238E27FC236}">
                                <a16:creationId xmlns:a16="http://schemas.microsoft.com/office/drawing/2014/main" id="{70EF2E63-05C8-584A-A22B-BCCDCA81834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0" name="TextBox 579">
                            <a:extLst>
                              <a:ext uri="{FF2B5EF4-FFF2-40B4-BE49-F238E27FC236}">
                                <a16:creationId xmlns:a16="http://schemas.microsoft.com/office/drawing/2014/main" id="{C56ECDB8-12BE-664B-BE62-F61BE9CE901E}"/>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3b</a:t>
                            </a:r>
                          </a:p>
                        </p:txBody>
                      </p:sp>
                    </p:grpSp>
                  </p:grpSp>
                  <p:grpSp>
                    <p:nvGrpSpPr>
                      <p:cNvPr id="530" name="Group 529">
                        <a:extLst>
                          <a:ext uri="{FF2B5EF4-FFF2-40B4-BE49-F238E27FC236}">
                            <a16:creationId xmlns:a16="http://schemas.microsoft.com/office/drawing/2014/main" id="{4C1BC9CD-9DB3-9047-BE14-3A6F26C1A5AE}"/>
                          </a:ext>
                        </a:extLst>
                      </p:cNvPr>
                      <p:cNvGrpSpPr/>
                      <p:nvPr/>
                    </p:nvGrpSpPr>
                    <p:grpSpPr>
                      <a:xfrm>
                        <a:off x="1740320" y="4094669"/>
                        <a:ext cx="565150" cy="369332"/>
                        <a:chOff x="1736090" y="2873352"/>
                        <a:chExt cx="565150" cy="369332"/>
                      </a:xfrm>
                    </p:grpSpPr>
                    <p:grpSp>
                      <p:nvGrpSpPr>
                        <p:cNvPr id="564" name="Group 327">
                          <a:extLst>
                            <a:ext uri="{FF2B5EF4-FFF2-40B4-BE49-F238E27FC236}">
                              <a16:creationId xmlns:a16="http://schemas.microsoft.com/office/drawing/2014/main" id="{5A0CE9BE-FC88-3E48-96C9-0860795988EA}"/>
                            </a:ext>
                          </a:extLst>
                        </p:cNvPr>
                        <p:cNvGrpSpPr>
                          <a:grpSpLocks/>
                        </p:cNvGrpSpPr>
                        <p:nvPr/>
                      </p:nvGrpSpPr>
                      <p:grpSpPr bwMode="auto">
                        <a:xfrm>
                          <a:off x="1736090" y="2893762"/>
                          <a:ext cx="565150" cy="292100"/>
                          <a:chOff x="1871277" y="1576300"/>
                          <a:chExt cx="1128371" cy="437861"/>
                        </a:xfrm>
                      </p:grpSpPr>
                      <p:sp>
                        <p:nvSpPr>
                          <p:cNvPr id="568" name="Oval 567">
                            <a:extLst>
                              <a:ext uri="{FF2B5EF4-FFF2-40B4-BE49-F238E27FC236}">
                                <a16:creationId xmlns:a16="http://schemas.microsoft.com/office/drawing/2014/main" id="{D6E42DE9-9477-594F-A8C5-FB6DDD8071E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9" name="Rectangle 568">
                            <a:extLst>
                              <a:ext uri="{FF2B5EF4-FFF2-40B4-BE49-F238E27FC236}">
                                <a16:creationId xmlns:a16="http://schemas.microsoft.com/office/drawing/2014/main" id="{13065E77-F323-E545-A27B-295AFED8087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0" name="Oval 569">
                            <a:extLst>
                              <a:ext uri="{FF2B5EF4-FFF2-40B4-BE49-F238E27FC236}">
                                <a16:creationId xmlns:a16="http://schemas.microsoft.com/office/drawing/2014/main" id="{AB90A644-5BFE-854C-86F8-1152257B212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71" name="Freeform 570">
                            <a:extLst>
                              <a:ext uri="{FF2B5EF4-FFF2-40B4-BE49-F238E27FC236}">
                                <a16:creationId xmlns:a16="http://schemas.microsoft.com/office/drawing/2014/main" id="{E4FB4237-93C8-9442-8D7D-AD19A4AB55B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2" name="Freeform 571">
                            <a:extLst>
                              <a:ext uri="{FF2B5EF4-FFF2-40B4-BE49-F238E27FC236}">
                                <a16:creationId xmlns:a16="http://schemas.microsoft.com/office/drawing/2014/main" id="{AF99B5E1-5B17-E740-BB5B-4B47AD5707B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3" name="Freeform 572">
                            <a:extLst>
                              <a:ext uri="{FF2B5EF4-FFF2-40B4-BE49-F238E27FC236}">
                                <a16:creationId xmlns:a16="http://schemas.microsoft.com/office/drawing/2014/main" id="{8029664A-BE57-C447-A488-2AE7AD67CF2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4" name="Freeform 573">
                            <a:extLst>
                              <a:ext uri="{FF2B5EF4-FFF2-40B4-BE49-F238E27FC236}">
                                <a16:creationId xmlns:a16="http://schemas.microsoft.com/office/drawing/2014/main" id="{1562452F-7C00-B74F-9689-4C5AA8F3598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75" name="Straight Connector 574">
                            <a:extLst>
                              <a:ext uri="{FF2B5EF4-FFF2-40B4-BE49-F238E27FC236}">
                                <a16:creationId xmlns:a16="http://schemas.microsoft.com/office/drawing/2014/main" id="{5B80F9DA-4701-1542-A5C1-1F5DD20C8B99}"/>
                              </a:ext>
                            </a:extLst>
                          </p:cNvPr>
                          <p:cNvCxnSpPr>
                            <a:endCxn id="57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76" name="Straight Connector 575">
                            <a:extLst>
                              <a:ext uri="{FF2B5EF4-FFF2-40B4-BE49-F238E27FC236}">
                                <a16:creationId xmlns:a16="http://schemas.microsoft.com/office/drawing/2014/main" id="{4EACDBCD-CAC4-1747-90B7-DCB947759B8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65" name="Group 564">
                          <a:extLst>
                            <a:ext uri="{FF2B5EF4-FFF2-40B4-BE49-F238E27FC236}">
                              <a16:creationId xmlns:a16="http://schemas.microsoft.com/office/drawing/2014/main" id="{4D735D73-8BBE-A042-B417-69B391954B57}"/>
                            </a:ext>
                          </a:extLst>
                        </p:cNvPr>
                        <p:cNvGrpSpPr/>
                        <p:nvPr/>
                      </p:nvGrpSpPr>
                      <p:grpSpPr>
                        <a:xfrm>
                          <a:off x="1770362" y="2873352"/>
                          <a:ext cx="441422" cy="369332"/>
                          <a:chOff x="667045" y="1708643"/>
                          <a:chExt cx="441422" cy="369332"/>
                        </a:xfrm>
                      </p:grpSpPr>
                      <p:sp>
                        <p:nvSpPr>
                          <p:cNvPr id="566" name="Oval 565">
                            <a:extLst>
                              <a:ext uri="{FF2B5EF4-FFF2-40B4-BE49-F238E27FC236}">
                                <a16:creationId xmlns:a16="http://schemas.microsoft.com/office/drawing/2014/main" id="{DC119F60-C5E9-3845-9643-535DF0A9FAA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7" name="TextBox 566">
                            <a:extLst>
                              <a:ext uri="{FF2B5EF4-FFF2-40B4-BE49-F238E27FC236}">
                                <a16:creationId xmlns:a16="http://schemas.microsoft.com/office/drawing/2014/main" id="{B290D367-06C5-5E43-BDBF-BBD33E2AB8CA}"/>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3d</a:t>
                            </a:r>
                          </a:p>
                        </p:txBody>
                      </p:sp>
                    </p:grpSp>
                  </p:grpSp>
                  <p:grpSp>
                    <p:nvGrpSpPr>
                      <p:cNvPr id="531" name="Group 530">
                        <a:extLst>
                          <a:ext uri="{FF2B5EF4-FFF2-40B4-BE49-F238E27FC236}">
                            <a16:creationId xmlns:a16="http://schemas.microsoft.com/office/drawing/2014/main" id="{3F2C4964-5F1D-F04B-90A3-F7931F36F1D9}"/>
                          </a:ext>
                        </a:extLst>
                      </p:cNvPr>
                      <p:cNvGrpSpPr/>
                      <p:nvPr/>
                    </p:nvGrpSpPr>
                    <p:grpSpPr>
                      <a:xfrm>
                        <a:off x="2601806" y="3485072"/>
                        <a:ext cx="565150" cy="369332"/>
                        <a:chOff x="1736090" y="2873352"/>
                        <a:chExt cx="565150" cy="369332"/>
                      </a:xfrm>
                    </p:grpSpPr>
                    <p:grpSp>
                      <p:nvGrpSpPr>
                        <p:cNvPr id="551" name="Group 327">
                          <a:extLst>
                            <a:ext uri="{FF2B5EF4-FFF2-40B4-BE49-F238E27FC236}">
                              <a16:creationId xmlns:a16="http://schemas.microsoft.com/office/drawing/2014/main" id="{CBA021FB-BD0A-E343-A632-E248196ABA0D}"/>
                            </a:ext>
                          </a:extLst>
                        </p:cNvPr>
                        <p:cNvGrpSpPr>
                          <a:grpSpLocks/>
                        </p:cNvGrpSpPr>
                        <p:nvPr/>
                      </p:nvGrpSpPr>
                      <p:grpSpPr bwMode="auto">
                        <a:xfrm>
                          <a:off x="1736090" y="2893762"/>
                          <a:ext cx="565150" cy="292100"/>
                          <a:chOff x="1871277" y="1576300"/>
                          <a:chExt cx="1128371" cy="437861"/>
                        </a:xfrm>
                      </p:grpSpPr>
                      <p:sp>
                        <p:nvSpPr>
                          <p:cNvPr id="555" name="Oval 554">
                            <a:extLst>
                              <a:ext uri="{FF2B5EF4-FFF2-40B4-BE49-F238E27FC236}">
                                <a16:creationId xmlns:a16="http://schemas.microsoft.com/office/drawing/2014/main" id="{CE0D0413-B2C9-8444-9FD9-87AEC801FFE9}"/>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6" name="Rectangle 555">
                            <a:extLst>
                              <a:ext uri="{FF2B5EF4-FFF2-40B4-BE49-F238E27FC236}">
                                <a16:creationId xmlns:a16="http://schemas.microsoft.com/office/drawing/2014/main" id="{791EF2B0-19B3-EC4A-88D2-7A6E77380F5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7" name="Oval 556">
                            <a:extLst>
                              <a:ext uri="{FF2B5EF4-FFF2-40B4-BE49-F238E27FC236}">
                                <a16:creationId xmlns:a16="http://schemas.microsoft.com/office/drawing/2014/main" id="{4C2018B8-5720-C049-82D7-AFB4094B6E5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8" name="Freeform 557">
                            <a:extLst>
                              <a:ext uri="{FF2B5EF4-FFF2-40B4-BE49-F238E27FC236}">
                                <a16:creationId xmlns:a16="http://schemas.microsoft.com/office/drawing/2014/main" id="{90162171-5BA3-3F45-A1AB-BEC01535A43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9" name="Freeform 558">
                            <a:extLst>
                              <a:ext uri="{FF2B5EF4-FFF2-40B4-BE49-F238E27FC236}">
                                <a16:creationId xmlns:a16="http://schemas.microsoft.com/office/drawing/2014/main" id="{6BB1AE51-2D14-3D4B-A24D-8ACEF8F1E01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0" name="Freeform 559">
                            <a:extLst>
                              <a:ext uri="{FF2B5EF4-FFF2-40B4-BE49-F238E27FC236}">
                                <a16:creationId xmlns:a16="http://schemas.microsoft.com/office/drawing/2014/main" id="{F97BC771-45A7-394D-B367-CF55880295D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1" name="Freeform 560">
                            <a:extLst>
                              <a:ext uri="{FF2B5EF4-FFF2-40B4-BE49-F238E27FC236}">
                                <a16:creationId xmlns:a16="http://schemas.microsoft.com/office/drawing/2014/main" id="{59BCB5EC-7B6C-244D-855B-743CCFE5ACA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62" name="Straight Connector 561">
                            <a:extLst>
                              <a:ext uri="{FF2B5EF4-FFF2-40B4-BE49-F238E27FC236}">
                                <a16:creationId xmlns:a16="http://schemas.microsoft.com/office/drawing/2014/main" id="{71F9F1A5-5C6F-3B4C-8C03-7E0C4F37F60D}"/>
                              </a:ext>
                            </a:extLst>
                          </p:cNvPr>
                          <p:cNvCxnSpPr>
                            <a:endCxn id="5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63" name="Straight Connector 562">
                            <a:extLst>
                              <a:ext uri="{FF2B5EF4-FFF2-40B4-BE49-F238E27FC236}">
                                <a16:creationId xmlns:a16="http://schemas.microsoft.com/office/drawing/2014/main" id="{1DCE987B-5F72-5A4A-BFA4-54EAB8D39B0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52" name="Group 551">
                          <a:extLst>
                            <a:ext uri="{FF2B5EF4-FFF2-40B4-BE49-F238E27FC236}">
                              <a16:creationId xmlns:a16="http://schemas.microsoft.com/office/drawing/2014/main" id="{55354FEF-B5FF-D041-B952-BC410A34DB77}"/>
                            </a:ext>
                          </a:extLst>
                        </p:cNvPr>
                        <p:cNvGrpSpPr/>
                        <p:nvPr/>
                      </p:nvGrpSpPr>
                      <p:grpSpPr>
                        <a:xfrm>
                          <a:off x="1770362" y="2873352"/>
                          <a:ext cx="428460" cy="369332"/>
                          <a:chOff x="667045" y="1708643"/>
                          <a:chExt cx="428460" cy="369332"/>
                        </a:xfrm>
                      </p:grpSpPr>
                      <p:sp>
                        <p:nvSpPr>
                          <p:cNvPr id="553" name="Oval 552">
                            <a:extLst>
                              <a:ext uri="{FF2B5EF4-FFF2-40B4-BE49-F238E27FC236}">
                                <a16:creationId xmlns:a16="http://schemas.microsoft.com/office/drawing/2014/main" id="{258CE428-D5B0-2143-8D6B-31AF00CE973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4" name="TextBox 553">
                            <a:extLst>
                              <a:ext uri="{FF2B5EF4-FFF2-40B4-BE49-F238E27FC236}">
                                <a16:creationId xmlns:a16="http://schemas.microsoft.com/office/drawing/2014/main" id="{3D003D96-E04A-5043-B964-7B05ED266AD8}"/>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3c</a:t>
                            </a:r>
                          </a:p>
                        </p:txBody>
                      </p:sp>
                    </p:grpSp>
                  </p:grpSp>
                  <p:grpSp>
                    <p:nvGrpSpPr>
                      <p:cNvPr id="532" name="Group 531">
                        <a:extLst>
                          <a:ext uri="{FF2B5EF4-FFF2-40B4-BE49-F238E27FC236}">
                            <a16:creationId xmlns:a16="http://schemas.microsoft.com/office/drawing/2014/main" id="{86EACEB8-45DC-D341-BB11-896A5F2C4228}"/>
                          </a:ext>
                        </a:extLst>
                      </p:cNvPr>
                      <p:cNvGrpSpPr/>
                      <p:nvPr/>
                    </p:nvGrpSpPr>
                    <p:grpSpPr>
                      <a:xfrm>
                        <a:off x="833331" y="3478719"/>
                        <a:ext cx="565150" cy="369332"/>
                        <a:chOff x="1736090" y="2873352"/>
                        <a:chExt cx="565150" cy="369332"/>
                      </a:xfrm>
                    </p:grpSpPr>
                    <p:grpSp>
                      <p:nvGrpSpPr>
                        <p:cNvPr id="538" name="Group 327">
                          <a:extLst>
                            <a:ext uri="{FF2B5EF4-FFF2-40B4-BE49-F238E27FC236}">
                              <a16:creationId xmlns:a16="http://schemas.microsoft.com/office/drawing/2014/main" id="{8E0CFDB5-BF1D-4344-929E-8169D0BCB542}"/>
                            </a:ext>
                          </a:extLst>
                        </p:cNvPr>
                        <p:cNvGrpSpPr>
                          <a:grpSpLocks/>
                        </p:cNvGrpSpPr>
                        <p:nvPr/>
                      </p:nvGrpSpPr>
                      <p:grpSpPr bwMode="auto">
                        <a:xfrm>
                          <a:off x="1736090" y="2893762"/>
                          <a:ext cx="565150" cy="292100"/>
                          <a:chOff x="1871277" y="1576300"/>
                          <a:chExt cx="1128371" cy="437861"/>
                        </a:xfrm>
                      </p:grpSpPr>
                      <p:sp>
                        <p:nvSpPr>
                          <p:cNvPr id="542" name="Oval 541">
                            <a:extLst>
                              <a:ext uri="{FF2B5EF4-FFF2-40B4-BE49-F238E27FC236}">
                                <a16:creationId xmlns:a16="http://schemas.microsoft.com/office/drawing/2014/main" id="{AFFF79DD-157D-4F45-92C5-F93096E03E0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3" name="Rectangle 542">
                            <a:extLst>
                              <a:ext uri="{FF2B5EF4-FFF2-40B4-BE49-F238E27FC236}">
                                <a16:creationId xmlns:a16="http://schemas.microsoft.com/office/drawing/2014/main" id="{D3A64467-E91E-0F4E-A829-E1B314EEB58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4" name="Oval 543">
                            <a:extLst>
                              <a:ext uri="{FF2B5EF4-FFF2-40B4-BE49-F238E27FC236}">
                                <a16:creationId xmlns:a16="http://schemas.microsoft.com/office/drawing/2014/main" id="{675476A8-3A2F-E84E-9DA0-FD8E5C70E0F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5" name="Freeform 544">
                            <a:extLst>
                              <a:ext uri="{FF2B5EF4-FFF2-40B4-BE49-F238E27FC236}">
                                <a16:creationId xmlns:a16="http://schemas.microsoft.com/office/drawing/2014/main" id="{A7774258-9B1C-2B49-9E60-6CDAC8A7624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6" name="Freeform 545">
                            <a:extLst>
                              <a:ext uri="{FF2B5EF4-FFF2-40B4-BE49-F238E27FC236}">
                                <a16:creationId xmlns:a16="http://schemas.microsoft.com/office/drawing/2014/main" id="{A6B50924-0909-C442-AEA7-9532D237BFA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7" name="Freeform 546">
                            <a:extLst>
                              <a:ext uri="{FF2B5EF4-FFF2-40B4-BE49-F238E27FC236}">
                                <a16:creationId xmlns:a16="http://schemas.microsoft.com/office/drawing/2014/main" id="{AEFD234B-5A55-8048-945D-B580612080E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8" name="Freeform 547">
                            <a:extLst>
                              <a:ext uri="{FF2B5EF4-FFF2-40B4-BE49-F238E27FC236}">
                                <a16:creationId xmlns:a16="http://schemas.microsoft.com/office/drawing/2014/main" id="{05DF0001-ADEB-DA48-8E74-B111E994F2B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49" name="Straight Connector 548">
                            <a:extLst>
                              <a:ext uri="{FF2B5EF4-FFF2-40B4-BE49-F238E27FC236}">
                                <a16:creationId xmlns:a16="http://schemas.microsoft.com/office/drawing/2014/main" id="{E10C1034-E0D9-824C-9E37-2B02908D59EB}"/>
                              </a:ext>
                            </a:extLst>
                          </p:cNvPr>
                          <p:cNvCxnSpPr>
                            <a:endCxn id="54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50" name="Straight Connector 549">
                            <a:extLst>
                              <a:ext uri="{FF2B5EF4-FFF2-40B4-BE49-F238E27FC236}">
                                <a16:creationId xmlns:a16="http://schemas.microsoft.com/office/drawing/2014/main" id="{19170C2D-B2BE-4B46-BC01-C349B71F4AC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39" name="Group 538">
                          <a:extLst>
                            <a:ext uri="{FF2B5EF4-FFF2-40B4-BE49-F238E27FC236}">
                              <a16:creationId xmlns:a16="http://schemas.microsoft.com/office/drawing/2014/main" id="{80C9C206-2CB8-FD48-A7E1-4F5CFB7B3F84}"/>
                            </a:ext>
                          </a:extLst>
                        </p:cNvPr>
                        <p:cNvGrpSpPr/>
                        <p:nvPr/>
                      </p:nvGrpSpPr>
                      <p:grpSpPr>
                        <a:xfrm>
                          <a:off x="1770362" y="2873352"/>
                          <a:ext cx="441422" cy="369332"/>
                          <a:chOff x="667045" y="1708643"/>
                          <a:chExt cx="441422" cy="369332"/>
                        </a:xfrm>
                      </p:grpSpPr>
                      <p:sp>
                        <p:nvSpPr>
                          <p:cNvPr id="540" name="Oval 539">
                            <a:extLst>
                              <a:ext uri="{FF2B5EF4-FFF2-40B4-BE49-F238E27FC236}">
                                <a16:creationId xmlns:a16="http://schemas.microsoft.com/office/drawing/2014/main" id="{C4697F01-1A22-6D47-9505-974BCCC4A9AB}"/>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1" name="TextBox 540">
                            <a:extLst>
                              <a:ext uri="{FF2B5EF4-FFF2-40B4-BE49-F238E27FC236}">
                                <a16:creationId xmlns:a16="http://schemas.microsoft.com/office/drawing/2014/main" id="{9CC1F1E4-EB35-9343-8EDD-99ACC748D4B2}"/>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3a</a:t>
                            </a:r>
                          </a:p>
                        </p:txBody>
                      </p:sp>
                    </p:grpSp>
                  </p:grpSp>
                  <p:cxnSp>
                    <p:nvCxnSpPr>
                      <p:cNvPr id="533" name="Straight Connector 532">
                        <a:extLst>
                          <a:ext uri="{FF2B5EF4-FFF2-40B4-BE49-F238E27FC236}">
                            <a16:creationId xmlns:a16="http://schemas.microsoft.com/office/drawing/2014/main" id="{C293A059-8A3C-024F-AA53-650554F8DC6F}"/>
                          </a:ext>
                        </a:extLst>
                      </p:cNvPr>
                      <p:cNvCxnSpPr>
                        <a:stCxn id="580" idx="2"/>
                        <a:endCxn id="567"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4" name="Straight Connector 533">
                        <a:extLst>
                          <a:ext uri="{FF2B5EF4-FFF2-40B4-BE49-F238E27FC236}">
                            <a16:creationId xmlns:a16="http://schemas.microsoft.com/office/drawing/2014/main" id="{9F4E8B6E-DAE5-6146-B51F-12485C6CA19D}"/>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5" name="Straight Connector 534">
                        <a:extLst>
                          <a:ext uri="{FF2B5EF4-FFF2-40B4-BE49-F238E27FC236}">
                            <a16:creationId xmlns:a16="http://schemas.microsoft.com/office/drawing/2014/main" id="{41BC9BB6-8108-794C-907A-0331A2DF81DE}"/>
                          </a:ext>
                        </a:extLst>
                      </p:cNvPr>
                      <p:cNvCxnSpPr>
                        <a:stCxn id="581"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6" name="Straight Connector 535">
                        <a:extLst>
                          <a:ext uri="{FF2B5EF4-FFF2-40B4-BE49-F238E27FC236}">
                            <a16:creationId xmlns:a16="http://schemas.microsoft.com/office/drawing/2014/main" id="{5F947CE4-1DEB-6F46-8652-1C72F4A1BC7E}"/>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7" name="Straight Connector 536">
                        <a:extLst>
                          <a:ext uri="{FF2B5EF4-FFF2-40B4-BE49-F238E27FC236}">
                            <a16:creationId xmlns:a16="http://schemas.microsoft.com/office/drawing/2014/main" id="{3224CC0D-C47A-A841-9B46-BE98B728F10B}"/>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528" name="TextBox 527">
                      <a:extLst>
                        <a:ext uri="{FF2B5EF4-FFF2-40B4-BE49-F238E27FC236}">
                          <a16:creationId xmlns:a16="http://schemas.microsoft.com/office/drawing/2014/main" id="{5B2EC710-E1F0-FA41-ACAA-EC95039870CB}"/>
                        </a:ext>
                      </a:extLst>
                    </p:cNvPr>
                    <p:cNvSpPr txBox="1"/>
                    <p:nvPr/>
                  </p:nvSpPr>
                  <p:spPr>
                    <a:xfrm>
                      <a:off x="8136838" y="3735782"/>
                      <a:ext cx="753532"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3</a:t>
                      </a:r>
                    </a:p>
                  </p:txBody>
                </p:sp>
              </p:grpSp>
            </p:grpSp>
            <p:grpSp>
              <p:nvGrpSpPr>
                <p:cNvPr id="458" name="Group 457">
                  <a:extLst>
                    <a:ext uri="{FF2B5EF4-FFF2-40B4-BE49-F238E27FC236}">
                      <a16:creationId xmlns:a16="http://schemas.microsoft.com/office/drawing/2014/main" id="{E110CFB8-C99B-4143-8A98-B36A64C63DA4}"/>
                    </a:ext>
                  </a:extLst>
                </p:cNvPr>
                <p:cNvGrpSpPr/>
                <p:nvPr/>
              </p:nvGrpSpPr>
              <p:grpSpPr>
                <a:xfrm>
                  <a:off x="1426553" y="4136253"/>
                  <a:ext cx="3452487" cy="1719017"/>
                  <a:chOff x="1426553" y="4136253"/>
                  <a:chExt cx="3452487" cy="1719017"/>
                </a:xfrm>
              </p:grpSpPr>
              <p:grpSp>
                <p:nvGrpSpPr>
                  <p:cNvPr id="460" name="Group 459">
                    <a:extLst>
                      <a:ext uri="{FF2B5EF4-FFF2-40B4-BE49-F238E27FC236}">
                        <a16:creationId xmlns:a16="http://schemas.microsoft.com/office/drawing/2014/main" id="{F279981F-31D7-184D-997B-7A532AF25061}"/>
                      </a:ext>
                    </a:extLst>
                  </p:cNvPr>
                  <p:cNvGrpSpPr/>
                  <p:nvPr/>
                </p:nvGrpSpPr>
                <p:grpSpPr>
                  <a:xfrm>
                    <a:off x="1426553" y="4136253"/>
                    <a:ext cx="2557336" cy="1719017"/>
                    <a:chOff x="-2170772" y="2784954"/>
                    <a:chExt cx="2712783" cy="1853712"/>
                  </a:xfrm>
                </p:grpSpPr>
                <p:sp>
                  <p:nvSpPr>
                    <p:cNvPr id="463" name="Freeform 2">
                      <a:extLst>
                        <a:ext uri="{FF2B5EF4-FFF2-40B4-BE49-F238E27FC236}">
                          <a16:creationId xmlns:a16="http://schemas.microsoft.com/office/drawing/2014/main" id="{B884EFD9-6E17-3A4D-A3C9-25A2B5961F51}"/>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64" name="Group 463">
                      <a:extLst>
                        <a:ext uri="{FF2B5EF4-FFF2-40B4-BE49-F238E27FC236}">
                          <a16:creationId xmlns:a16="http://schemas.microsoft.com/office/drawing/2014/main" id="{D298706C-B2F7-F841-A764-530B84A45BA7}"/>
                        </a:ext>
                      </a:extLst>
                    </p:cNvPr>
                    <p:cNvGrpSpPr/>
                    <p:nvPr/>
                  </p:nvGrpSpPr>
                  <p:grpSpPr>
                    <a:xfrm>
                      <a:off x="-1935370" y="2935816"/>
                      <a:ext cx="2333625" cy="1590649"/>
                      <a:chOff x="833331" y="2873352"/>
                      <a:chExt cx="2333625" cy="1590649"/>
                    </a:xfrm>
                  </p:grpSpPr>
                  <p:grpSp>
                    <p:nvGrpSpPr>
                      <p:cNvPr id="465" name="Group 464">
                        <a:extLst>
                          <a:ext uri="{FF2B5EF4-FFF2-40B4-BE49-F238E27FC236}">
                            <a16:creationId xmlns:a16="http://schemas.microsoft.com/office/drawing/2014/main" id="{EF87C3DF-25E9-3541-81DD-687B3BC5CFC9}"/>
                          </a:ext>
                        </a:extLst>
                      </p:cNvPr>
                      <p:cNvGrpSpPr/>
                      <p:nvPr/>
                    </p:nvGrpSpPr>
                    <p:grpSpPr>
                      <a:xfrm>
                        <a:off x="1736090" y="2873352"/>
                        <a:ext cx="565150" cy="369332"/>
                        <a:chOff x="1736090" y="2873352"/>
                        <a:chExt cx="565150" cy="369332"/>
                      </a:xfrm>
                    </p:grpSpPr>
                    <p:grpSp>
                      <p:nvGrpSpPr>
                        <p:cNvPr id="512" name="Group 327">
                          <a:extLst>
                            <a:ext uri="{FF2B5EF4-FFF2-40B4-BE49-F238E27FC236}">
                              <a16:creationId xmlns:a16="http://schemas.microsoft.com/office/drawing/2014/main" id="{D9D88DEB-2F6C-EE4E-8204-5373F2059160}"/>
                            </a:ext>
                          </a:extLst>
                        </p:cNvPr>
                        <p:cNvGrpSpPr>
                          <a:grpSpLocks/>
                        </p:cNvGrpSpPr>
                        <p:nvPr/>
                      </p:nvGrpSpPr>
                      <p:grpSpPr bwMode="auto">
                        <a:xfrm>
                          <a:off x="1736090" y="2893762"/>
                          <a:ext cx="565150" cy="292100"/>
                          <a:chOff x="1871277" y="1576300"/>
                          <a:chExt cx="1128371" cy="437861"/>
                        </a:xfrm>
                      </p:grpSpPr>
                      <p:sp>
                        <p:nvSpPr>
                          <p:cNvPr id="516" name="Oval 515">
                            <a:extLst>
                              <a:ext uri="{FF2B5EF4-FFF2-40B4-BE49-F238E27FC236}">
                                <a16:creationId xmlns:a16="http://schemas.microsoft.com/office/drawing/2014/main" id="{E43738C6-48CA-5848-B446-486E3074B61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17" name="Rectangle 516">
                            <a:extLst>
                              <a:ext uri="{FF2B5EF4-FFF2-40B4-BE49-F238E27FC236}">
                                <a16:creationId xmlns:a16="http://schemas.microsoft.com/office/drawing/2014/main" id="{FF6997EC-4653-7249-AC8E-1C53512F553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8" name="Oval 517">
                            <a:extLst>
                              <a:ext uri="{FF2B5EF4-FFF2-40B4-BE49-F238E27FC236}">
                                <a16:creationId xmlns:a16="http://schemas.microsoft.com/office/drawing/2014/main" id="{33D17D99-B68F-E849-B145-C31DBCBD9B3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19" name="Freeform 518">
                            <a:extLst>
                              <a:ext uri="{FF2B5EF4-FFF2-40B4-BE49-F238E27FC236}">
                                <a16:creationId xmlns:a16="http://schemas.microsoft.com/office/drawing/2014/main" id="{28E88DB5-94BB-5F44-ACF2-64ABB2C8202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0" name="Freeform 519">
                            <a:extLst>
                              <a:ext uri="{FF2B5EF4-FFF2-40B4-BE49-F238E27FC236}">
                                <a16:creationId xmlns:a16="http://schemas.microsoft.com/office/drawing/2014/main" id="{4501DDE3-CDDF-944A-8911-33E367ABD56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1" name="Freeform 520">
                            <a:extLst>
                              <a:ext uri="{FF2B5EF4-FFF2-40B4-BE49-F238E27FC236}">
                                <a16:creationId xmlns:a16="http://schemas.microsoft.com/office/drawing/2014/main" id="{DDA93EA0-229B-604B-A7D5-5E58BF30501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2" name="Freeform 521">
                            <a:extLst>
                              <a:ext uri="{FF2B5EF4-FFF2-40B4-BE49-F238E27FC236}">
                                <a16:creationId xmlns:a16="http://schemas.microsoft.com/office/drawing/2014/main" id="{569D7415-C54E-A548-8791-7D6143E93A4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23" name="Straight Connector 522">
                            <a:extLst>
                              <a:ext uri="{FF2B5EF4-FFF2-40B4-BE49-F238E27FC236}">
                                <a16:creationId xmlns:a16="http://schemas.microsoft.com/office/drawing/2014/main" id="{24029CFB-2D28-6049-A390-1329E7E9F461}"/>
                              </a:ext>
                            </a:extLst>
                          </p:cNvPr>
                          <p:cNvCxnSpPr>
                            <a:endCxn id="5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24" name="Straight Connector 523">
                            <a:extLst>
                              <a:ext uri="{FF2B5EF4-FFF2-40B4-BE49-F238E27FC236}">
                                <a16:creationId xmlns:a16="http://schemas.microsoft.com/office/drawing/2014/main" id="{B70FB568-4766-D04B-A395-4A95B5CEAB3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13" name="Group 512">
                          <a:extLst>
                            <a:ext uri="{FF2B5EF4-FFF2-40B4-BE49-F238E27FC236}">
                              <a16:creationId xmlns:a16="http://schemas.microsoft.com/office/drawing/2014/main" id="{D17F5CC6-04D2-4E4A-BFA5-437A34354125}"/>
                            </a:ext>
                          </a:extLst>
                        </p:cNvPr>
                        <p:cNvGrpSpPr/>
                        <p:nvPr/>
                      </p:nvGrpSpPr>
                      <p:grpSpPr>
                        <a:xfrm>
                          <a:off x="1770362" y="2873352"/>
                          <a:ext cx="441422" cy="369332"/>
                          <a:chOff x="667045" y="1708643"/>
                          <a:chExt cx="441422" cy="369332"/>
                        </a:xfrm>
                      </p:grpSpPr>
                      <p:sp>
                        <p:nvSpPr>
                          <p:cNvPr id="514" name="Oval 513">
                            <a:extLst>
                              <a:ext uri="{FF2B5EF4-FFF2-40B4-BE49-F238E27FC236}">
                                <a16:creationId xmlns:a16="http://schemas.microsoft.com/office/drawing/2014/main" id="{486E8057-40E8-E248-A0B9-649E50FBE46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5" name="TextBox 514">
                            <a:extLst>
                              <a:ext uri="{FF2B5EF4-FFF2-40B4-BE49-F238E27FC236}">
                                <a16:creationId xmlns:a16="http://schemas.microsoft.com/office/drawing/2014/main" id="{69D8711F-8683-FA43-A03C-8CDE2A04C09F}"/>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1b</a:t>
                            </a:r>
                          </a:p>
                        </p:txBody>
                      </p:sp>
                    </p:grpSp>
                  </p:grpSp>
                  <p:grpSp>
                    <p:nvGrpSpPr>
                      <p:cNvPr id="466" name="Group 465">
                        <a:extLst>
                          <a:ext uri="{FF2B5EF4-FFF2-40B4-BE49-F238E27FC236}">
                            <a16:creationId xmlns:a16="http://schemas.microsoft.com/office/drawing/2014/main" id="{E689C27A-92C8-A842-97D7-650FB39FDC69}"/>
                          </a:ext>
                        </a:extLst>
                      </p:cNvPr>
                      <p:cNvGrpSpPr/>
                      <p:nvPr/>
                    </p:nvGrpSpPr>
                    <p:grpSpPr>
                      <a:xfrm>
                        <a:off x="1740320" y="4094669"/>
                        <a:ext cx="565150" cy="369332"/>
                        <a:chOff x="1736090" y="2873352"/>
                        <a:chExt cx="565150" cy="369332"/>
                      </a:xfrm>
                    </p:grpSpPr>
                    <p:grpSp>
                      <p:nvGrpSpPr>
                        <p:cNvPr id="499" name="Group 327">
                          <a:extLst>
                            <a:ext uri="{FF2B5EF4-FFF2-40B4-BE49-F238E27FC236}">
                              <a16:creationId xmlns:a16="http://schemas.microsoft.com/office/drawing/2014/main" id="{2AB0919D-BBC9-604A-A982-1A690D52C50C}"/>
                            </a:ext>
                          </a:extLst>
                        </p:cNvPr>
                        <p:cNvGrpSpPr>
                          <a:grpSpLocks/>
                        </p:cNvGrpSpPr>
                        <p:nvPr/>
                      </p:nvGrpSpPr>
                      <p:grpSpPr bwMode="auto">
                        <a:xfrm>
                          <a:off x="1736090" y="2893762"/>
                          <a:ext cx="565150" cy="292100"/>
                          <a:chOff x="1871277" y="1576300"/>
                          <a:chExt cx="1128371" cy="437861"/>
                        </a:xfrm>
                      </p:grpSpPr>
                      <p:sp>
                        <p:nvSpPr>
                          <p:cNvPr id="503" name="Oval 502">
                            <a:extLst>
                              <a:ext uri="{FF2B5EF4-FFF2-40B4-BE49-F238E27FC236}">
                                <a16:creationId xmlns:a16="http://schemas.microsoft.com/office/drawing/2014/main" id="{F7B460AC-BA55-3C4F-90BF-42BB06267F9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4" name="Rectangle 503">
                            <a:extLst>
                              <a:ext uri="{FF2B5EF4-FFF2-40B4-BE49-F238E27FC236}">
                                <a16:creationId xmlns:a16="http://schemas.microsoft.com/office/drawing/2014/main" id="{E76F29D8-09F3-284E-A34E-E199DA5DF64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Oval 504">
                            <a:extLst>
                              <a:ext uri="{FF2B5EF4-FFF2-40B4-BE49-F238E27FC236}">
                                <a16:creationId xmlns:a16="http://schemas.microsoft.com/office/drawing/2014/main" id="{411ADD42-EE73-954C-B5A5-DCD02E6AEAB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7CC0D659-48BB-B74B-A977-FCAD9BD2A07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7" name="Freeform 506">
                            <a:extLst>
                              <a:ext uri="{FF2B5EF4-FFF2-40B4-BE49-F238E27FC236}">
                                <a16:creationId xmlns:a16="http://schemas.microsoft.com/office/drawing/2014/main" id="{5DA9457F-1851-A246-983E-0DEFDE13B64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8" name="Freeform 507">
                            <a:extLst>
                              <a:ext uri="{FF2B5EF4-FFF2-40B4-BE49-F238E27FC236}">
                                <a16:creationId xmlns:a16="http://schemas.microsoft.com/office/drawing/2014/main" id="{1BA7FCE9-F0B1-FE48-ADC0-00396F1349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9" name="Freeform 508">
                            <a:extLst>
                              <a:ext uri="{FF2B5EF4-FFF2-40B4-BE49-F238E27FC236}">
                                <a16:creationId xmlns:a16="http://schemas.microsoft.com/office/drawing/2014/main" id="{452AD62F-940E-2B45-A96E-6BC2B81FA3B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10" name="Straight Connector 509">
                            <a:extLst>
                              <a:ext uri="{FF2B5EF4-FFF2-40B4-BE49-F238E27FC236}">
                                <a16:creationId xmlns:a16="http://schemas.microsoft.com/office/drawing/2014/main" id="{47F8D05D-8E49-C446-B534-E847920D5D53}"/>
                              </a:ext>
                            </a:extLst>
                          </p:cNvPr>
                          <p:cNvCxnSpPr>
                            <a:endCxn id="50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11" name="Straight Connector 510">
                            <a:extLst>
                              <a:ext uri="{FF2B5EF4-FFF2-40B4-BE49-F238E27FC236}">
                                <a16:creationId xmlns:a16="http://schemas.microsoft.com/office/drawing/2014/main" id="{9A42E28D-0853-1C44-B41C-8BEAD828E11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00" name="Group 499">
                          <a:extLst>
                            <a:ext uri="{FF2B5EF4-FFF2-40B4-BE49-F238E27FC236}">
                              <a16:creationId xmlns:a16="http://schemas.microsoft.com/office/drawing/2014/main" id="{31B8BA72-B2AE-FD4E-A27C-F33438337794}"/>
                            </a:ext>
                          </a:extLst>
                        </p:cNvPr>
                        <p:cNvGrpSpPr/>
                        <p:nvPr/>
                      </p:nvGrpSpPr>
                      <p:grpSpPr>
                        <a:xfrm>
                          <a:off x="1770362" y="2873352"/>
                          <a:ext cx="441422" cy="369332"/>
                          <a:chOff x="667045" y="1708643"/>
                          <a:chExt cx="441422" cy="369332"/>
                        </a:xfrm>
                      </p:grpSpPr>
                      <p:sp>
                        <p:nvSpPr>
                          <p:cNvPr id="501" name="Oval 500">
                            <a:extLst>
                              <a:ext uri="{FF2B5EF4-FFF2-40B4-BE49-F238E27FC236}">
                                <a16:creationId xmlns:a16="http://schemas.microsoft.com/office/drawing/2014/main" id="{EF30D03D-6EA4-6345-9F63-F711C01F894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TextBox 501">
                            <a:extLst>
                              <a:ext uri="{FF2B5EF4-FFF2-40B4-BE49-F238E27FC236}">
                                <a16:creationId xmlns:a16="http://schemas.microsoft.com/office/drawing/2014/main" id="{863E235B-107C-B74D-B3D1-105D9A09D6B7}"/>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1d</a:t>
                            </a:r>
                          </a:p>
                        </p:txBody>
                      </p:sp>
                    </p:grpSp>
                  </p:grpSp>
                  <p:grpSp>
                    <p:nvGrpSpPr>
                      <p:cNvPr id="467" name="Group 466">
                        <a:extLst>
                          <a:ext uri="{FF2B5EF4-FFF2-40B4-BE49-F238E27FC236}">
                            <a16:creationId xmlns:a16="http://schemas.microsoft.com/office/drawing/2014/main" id="{0C0DE8D3-30E3-844C-92F8-5F3CA6D81B3B}"/>
                          </a:ext>
                        </a:extLst>
                      </p:cNvPr>
                      <p:cNvGrpSpPr/>
                      <p:nvPr/>
                    </p:nvGrpSpPr>
                    <p:grpSpPr>
                      <a:xfrm>
                        <a:off x="2601806" y="3485072"/>
                        <a:ext cx="565150" cy="369332"/>
                        <a:chOff x="1736090" y="2873352"/>
                        <a:chExt cx="565150" cy="369332"/>
                      </a:xfrm>
                    </p:grpSpPr>
                    <p:grpSp>
                      <p:nvGrpSpPr>
                        <p:cNvPr id="486" name="Group 327">
                          <a:extLst>
                            <a:ext uri="{FF2B5EF4-FFF2-40B4-BE49-F238E27FC236}">
                              <a16:creationId xmlns:a16="http://schemas.microsoft.com/office/drawing/2014/main" id="{66FA26A0-31A0-B54A-8194-5F50C01132A2}"/>
                            </a:ext>
                          </a:extLst>
                        </p:cNvPr>
                        <p:cNvGrpSpPr>
                          <a:grpSpLocks/>
                        </p:cNvGrpSpPr>
                        <p:nvPr/>
                      </p:nvGrpSpPr>
                      <p:grpSpPr bwMode="auto">
                        <a:xfrm>
                          <a:off x="1736090" y="2893762"/>
                          <a:ext cx="565150" cy="292100"/>
                          <a:chOff x="1871277" y="1576300"/>
                          <a:chExt cx="1128371" cy="437861"/>
                        </a:xfrm>
                      </p:grpSpPr>
                      <p:sp>
                        <p:nvSpPr>
                          <p:cNvPr id="490" name="Oval 489">
                            <a:extLst>
                              <a:ext uri="{FF2B5EF4-FFF2-40B4-BE49-F238E27FC236}">
                                <a16:creationId xmlns:a16="http://schemas.microsoft.com/office/drawing/2014/main" id="{2A63EF29-1D39-FD40-A478-2074470DBB7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1" name="Rectangle 490">
                            <a:extLst>
                              <a:ext uri="{FF2B5EF4-FFF2-40B4-BE49-F238E27FC236}">
                                <a16:creationId xmlns:a16="http://schemas.microsoft.com/office/drawing/2014/main" id="{7C17B272-7A30-2B43-8CFE-590E4D3CFD0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Oval 491">
                            <a:extLst>
                              <a:ext uri="{FF2B5EF4-FFF2-40B4-BE49-F238E27FC236}">
                                <a16:creationId xmlns:a16="http://schemas.microsoft.com/office/drawing/2014/main" id="{437A4583-A63F-5246-BEAB-9B6589523C8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B0412DE0-58FC-2D49-8B3E-07D71A27CD5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4" name="Freeform 493">
                            <a:extLst>
                              <a:ext uri="{FF2B5EF4-FFF2-40B4-BE49-F238E27FC236}">
                                <a16:creationId xmlns:a16="http://schemas.microsoft.com/office/drawing/2014/main" id="{F3DFB717-0CF2-D34E-8B87-0A7D9C16EE4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5" name="Freeform 494">
                            <a:extLst>
                              <a:ext uri="{FF2B5EF4-FFF2-40B4-BE49-F238E27FC236}">
                                <a16:creationId xmlns:a16="http://schemas.microsoft.com/office/drawing/2014/main" id="{504E2D79-42EA-A343-A894-4AA22D756FA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6" name="Freeform 495">
                            <a:extLst>
                              <a:ext uri="{FF2B5EF4-FFF2-40B4-BE49-F238E27FC236}">
                                <a16:creationId xmlns:a16="http://schemas.microsoft.com/office/drawing/2014/main" id="{49DEE305-7A11-884C-96B0-9319FD988D5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7" name="Straight Connector 496">
                            <a:extLst>
                              <a:ext uri="{FF2B5EF4-FFF2-40B4-BE49-F238E27FC236}">
                                <a16:creationId xmlns:a16="http://schemas.microsoft.com/office/drawing/2014/main" id="{DEA98786-AC56-B344-897D-6DA5F04FFE07}"/>
                              </a:ext>
                            </a:extLst>
                          </p:cNvPr>
                          <p:cNvCxnSpPr>
                            <a:endCxn id="49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8" name="Straight Connector 497">
                            <a:extLst>
                              <a:ext uri="{FF2B5EF4-FFF2-40B4-BE49-F238E27FC236}">
                                <a16:creationId xmlns:a16="http://schemas.microsoft.com/office/drawing/2014/main" id="{41ACE58E-6844-3E40-A09E-5A6DDF0EB6E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7" name="Group 486">
                          <a:extLst>
                            <a:ext uri="{FF2B5EF4-FFF2-40B4-BE49-F238E27FC236}">
                              <a16:creationId xmlns:a16="http://schemas.microsoft.com/office/drawing/2014/main" id="{63611D02-499D-094A-ADE0-1D41CB9CF511}"/>
                            </a:ext>
                          </a:extLst>
                        </p:cNvPr>
                        <p:cNvGrpSpPr/>
                        <p:nvPr/>
                      </p:nvGrpSpPr>
                      <p:grpSpPr>
                        <a:xfrm>
                          <a:off x="1770362" y="2873352"/>
                          <a:ext cx="428460" cy="369332"/>
                          <a:chOff x="667045" y="1708643"/>
                          <a:chExt cx="428460" cy="369332"/>
                        </a:xfrm>
                      </p:grpSpPr>
                      <p:sp>
                        <p:nvSpPr>
                          <p:cNvPr id="488" name="Oval 487">
                            <a:extLst>
                              <a:ext uri="{FF2B5EF4-FFF2-40B4-BE49-F238E27FC236}">
                                <a16:creationId xmlns:a16="http://schemas.microsoft.com/office/drawing/2014/main" id="{9A2043F1-5AB7-FA40-9FF4-8DC9482D3AE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TextBox 488">
                            <a:extLst>
                              <a:ext uri="{FF2B5EF4-FFF2-40B4-BE49-F238E27FC236}">
                                <a16:creationId xmlns:a16="http://schemas.microsoft.com/office/drawing/2014/main" id="{CD73D8BA-83A3-D642-8484-0429C2D81A55}"/>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1c</a:t>
                            </a:r>
                          </a:p>
                        </p:txBody>
                      </p:sp>
                    </p:grpSp>
                  </p:grpSp>
                  <p:grpSp>
                    <p:nvGrpSpPr>
                      <p:cNvPr id="468" name="Group 467">
                        <a:extLst>
                          <a:ext uri="{FF2B5EF4-FFF2-40B4-BE49-F238E27FC236}">
                            <a16:creationId xmlns:a16="http://schemas.microsoft.com/office/drawing/2014/main" id="{63DB2835-5F1C-7347-A376-73C9FEC84A81}"/>
                          </a:ext>
                        </a:extLst>
                      </p:cNvPr>
                      <p:cNvGrpSpPr/>
                      <p:nvPr/>
                    </p:nvGrpSpPr>
                    <p:grpSpPr>
                      <a:xfrm>
                        <a:off x="833331" y="3478719"/>
                        <a:ext cx="565150" cy="369332"/>
                        <a:chOff x="1736090" y="2873352"/>
                        <a:chExt cx="565150" cy="369332"/>
                      </a:xfrm>
                    </p:grpSpPr>
                    <p:grpSp>
                      <p:nvGrpSpPr>
                        <p:cNvPr id="473" name="Group 327">
                          <a:extLst>
                            <a:ext uri="{FF2B5EF4-FFF2-40B4-BE49-F238E27FC236}">
                              <a16:creationId xmlns:a16="http://schemas.microsoft.com/office/drawing/2014/main" id="{B320BBF0-3147-9D43-B536-A6F3A31152B1}"/>
                            </a:ext>
                          </a:extLst>
                        </p:cNvPr>
                        <p:cNvGrpSpPr>
                          <a:grpSpLocks/>
                        </p:cNvGrpSpPr>
                        <p:nvPr/>
                      </p:nvGrpSpPr>
                      <p:grpSpPr bwMode="auto">
                        <a:xfrm>
                          <a:off x="1736090" y="2893762"/>
                          <a:ext cx="565150" cy="292100"/>
                          <a:chOff x="1871277" y="1576300"/>
                          <a:chExt cx="1128371" cy="437861"/>
                        </a:xfrm>
                      </p:grpSpPr>
                      <p:sp>
                        <p:nvSpPr>
                          <p:cNvPr id="477" name="Oval 476">
                            <a:extLst>
                              <a:ext uri="{FF2B5EF4-FFF2-40B4-BE49-F238E27FC236}">
                                <a16:creationId xmlns:a16="http://schemas.microsoft.com/office/drawing/2014/main" id="{0D39F6A3-B426-944F-95EA-C7142D92061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8" name="Rectangle 477">
                            <a:extLst>
                              <a:ext uri="{FF2B5EF4-FFF2-40B4-BE49-F238E27FC236}">
                                <a16:creationId xmlns:a16="http://schemas.microsoft.com/office/drawing/2014/main" id="{EEDBD6C3-57F4-6E41-823C-AA1C9B35818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Oval 478">
                            <a:extLst>
                              <a:ext uri="{FF2B5EF4-FFF2-40B4-BE49-F238E27FC236}">
                                <a16:creationId xmlns:a16="http://schemas.microsoft.com/office/drawing/2014/main" id="{76475411-BE17-AD41-8B12-8A8FC25935B3}"/>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6F6F7AEF-EE85-5D47-887C-5A7B355F76D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1" name="Freeform 480">
                            <a:extLst>
                              <a:ext uri="{FF2B5EF4-FFF2-40B4-BE49-F238E27FC236}">
                                <a16:creationId xmlns:a16="http://schemas.microsoft.com/office/drawing/2014/main" id="{9DCFFFD1-2A5C-FD49-9CA0-D0FBC8F92D6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2" name="Freeform 481">
                            <a:extLst>
                              <a:ext uri="{FF2B5EF4-FFF2-40B4-BE49-F238E27FC236}">
                                <a16:creationId xmlns:a16="http://schemas.microsoft.com/office/drawing/2014/main" id="{F9E1AEF9-E510-3844-A58F-BFFA13F7030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3" name="Freeform 482">
                            <a:extLst>
                              <a:ext uri="{FF2B5EF4-FFF2-40B4-BE49-F238E27FC236}">
                                <a16:creationId xmlns:a16="http://schemas.microsoft.com/office/drawing/2014/main" id="{768A55E9-55CD-414C-AB3D-C235C8B6F52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4" name="Straight Connector 483">
                            <a:extLst>
                              <a:ext uri="{FF2B5EF4-FFF2-40B4-BE49-F238E27FC236}">
                                <a16:creationId xmlns:a16="http://schemas.microsoft.com/office/drawing/2014/main" id="{E31B9245-02A1-7B44-8F9D-9C88F6451EF4}"/>
                              </a:ext>
                            </a:extLst>
                          </p:cNvPr>
                          <p:cNvCxnSpPr>
                            <a:endCxn id="47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5" name="Straight Connector 484">
                            <a:extLst>
                              <a:ext uri="{FF2B5EF4-FFF2-40B4-BE49-F238E27FC236}">
                                <a16:creationId xmlns:a16="http://schemas.microsoft.com/office/drawing/2014/main" id="{B5A7E77A-0BF3-BF4A-BC0D-3B5CB27A996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4" name="Group 473">
                          <a:extLst>
                            <a:ext uri="{FF2B5EF4-FFF2-40B4-BE49-F238E27FC236}">
                              <a16:creationId xmlns:a16="http://schemas.microsoft.com/office/drawing/2014/main" id="{06FC63B7-6F6B-8F4A-A179-A41B8CBB0D23}"/>
                            </a:ext>
                          </a:extLst>
                        </p:cNvPr>
                        <p:cNvGrpSpPr/>
                        <p:nvPr/>
                      </p:nvGrpSpPr>
                      <p:grpSpPr>
                        <a:xfrm>
                          <a:off x="1770362" y="2873352"/>
                          <a:ext cx="441422" cy="369332"/>
                          <a:chOff x="667045" y="1708643"/>
                          <a:chExt cx="441422" cy="369332"/>
                        </a:xfrm>
                      </p:grpSpPr>
                      <p:sp>
                        <p:nvSpPr>
                          <p:cNvPr id="475" name="Oval 474">
                            <a:extLst>
                              <a:ext uri="{FF2B5EF4-FFF2-40B4-BE49-F238E27FC236}">
                                <a16:creationId xmlns:a16="http://schemas.microsoft.com/office/drawing/2014/main" id="{CBB918C7-31B8-8544-9320-D105C039AAD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TextBox 475">
                            <a:extLst>
                              <a:ext uri="{FF2B5EF4-FFF2-40B4-BE49-F238E27FC236}">
                                <a16:creationId xmlns:a16="http://schemas.microsoft.com/office/drawing/2014/main" id="{F973F749-A47E-2544-A795-FB223DBC4FB5}"/>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1a</a:t>
                            </a:r>
                          </a:p>
                        </p:txBody>
                      </p:sp>
                    </p:grpSp>
                  </p:grpSp>
                  <p:cxnSp>
                    <p:nvCxnSpPr>
                      <p:cNvPr id="469" name="Straight Connector 468">
                        <a:extLst>
                          <a:ext uri="{FF2B5EF4-FFF2-40B4-BE49-F238E27FC236}">
                            <a16:creationId xmlns:a16="http://schemas.microsoft.com/office/drawing/2014/main" id="{2808BFDC-ADC0-D641-A7A1-A441C6EED68D}"/>
                          </a:ext>
                        </a:extLst>
                      </p:cNvPr>
                      <p:cNvCxnSpPr>
                        <a:stCxn id="516"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70" name="Straight Connector 469">
                        <a:extLst>
                          <a:ext uri="{FF2B5EF4-FFF2-40B4-BE49-F238E27FC236}">
                            <a16:creationId xmlns:a16="http://schemas.microsoft.com/office/drawing/2014/main" id="{9DD73B58-25D9-E846-8E1C-0A8D8F7E2EF4}"/>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71" name="Straight Connector 470">
                        <a:extLst>
                          <a:ext uri="{FF2B5EF4-FFF2-40B4-BE49-F238E27FC236}">
                            <a16:creationId xmlns:a16="http://schemas.microsoft.com/office/drawing/2014/main" id="{1A8A1487-5C05-8F4E-84DE-1623D4C0BEA1}"/>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72" name="Straight Connector 471">
                        <a:extLst>
                          <a:ext uri="{FF2B5EF4-FFF2-40B4-BE49-F238E27FC236}">
                            <a16:creationId xmlns:a16="http://schemas.microsoft.com/office/drawing/2014/main" id="{8C4CE07A-C5DB-0D45-8EDF-7E2C78B5FF7C}"/>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461" name="TextBox 460">
                    <a:extLst>
                      <a:ext uri="{FF2B5EF4-FFF2-40B4-BE49-F238E27FC236}">
                        <a16:creationId xmlns:a16="http://schemas.microsoft.com/office/drawing/2014/main" id="{6C119B01-EFFB-7643-8878-5C39A6C7C3A0}"/>
                      </a:ext>
                    </a:extLst>
                  </p:cNvPr>
                  <p:cNvSpPr txBox="1"/>
                  <p:nvPr/>
                </p:nvSpPr>
                <p:spPr>
                  <a:xfrm>
                    <a:off x="1430686" y="4247082"/>
                    <a:ext cx="75353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1</a:t>
                    </a:r>
                  </a:p>
                </p:txBody>
              </p:sp>
              <p:cxnSp>
                <p:nvCxnSpPr>
                  <p:cNvPr id="462" name="Straight Connector 461">
                    <a:extLst>
                      <a:ext uri="{FF2B5EF4-FFF2-40B4-BE49-F238E27FC236}">
                        <a16:creationId xmlns:a16="http://schemas.microsoft.com/office/drawing/2014/main" id="{EF26B4D3-7D6B-F741-B4A8-9DBFF6E211DD}"/>
                      </a:ext>
                    </a:extLst>
                  </p:cNvPr>
                  <p:cNvCxnSpPr>
                    <a:cxnSpLocks/>
                    <a:stCxn id="604"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459" name="Straight Connector 458">
                  <a:extLst>
                    <a:ext uri="{FF2B5EF4-FFF2-40B4-BE49-F238E27FC236}">
                      <a16:creationId xmlns:a16="http://schemas.microsoft.com/office/drawing/2014/main" id="{FBE62631-9AF2-944F-8492-536EAA2FA731}"/>
                    </a:ext>
                  </a:extLst>
                </p:cNvPr>
                <p:cNvCxnSpPr>
                  <a:cxnSpLocks/>
                  <a:stCxn id="620" idx="5"/>
                  <a:endCxn id="541"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39" name="Group 438">
                <a:extLst>
                  <a:ext uri="{FF2B5EF4-FFF2-40B4-BE49-F238E27FC236}">
                    <a16:creationId xmlns:a16="http://schemas.microsoft.com/office/drawing/2014/main" id="{B5796782-9600-D04D-B089-2589417579E5}"/>
                  </a:ext>
                </a:extLst>
              </p:cNvPr>
              <p:cNvGrpSpPr/>
              <p:nvPr/>
            </p:nvGrpSpPr>
            <p:grpSpPr>
              <a:xfrm>
                <a:off x="9525929" y="4809915"/>
                <a:ext cx="1701734" cy="616172"/>
                <a:chOff x="6935906" y="5482318"/>
                <a:chExt cx="1701734" cy="616172"/>
              </a:xfrm>
            </p:grpSpPr>
            <p:grpSp>
              <p:nvGrpSpPr>
                <p:cNvPr id="440" name="Group 439">
                  <a:extLst>
                    <a:ext uri="{FF2B5EF4-FFF2-40B4-BE49-F238E27FC236}">
                      <a16:creationId xmlns:a16="http://schemas.microsoft.com/office/drawing/2014/main" id="{F5808F52-99A6-8440-8669-9706B7665BCD}"/>
                    </a:ext>
                  </a:extLst>
                </p:cNvPr>
                <p:cNvGrpSpPr/>
                <p:nvPr/>
              </p:nvGrpSpPr>
              <p:grpSpPr>
                <a:xfrm>
                  <a:off x="6935906" y="5482318"/>
                  <a:ext cx="1701734" cy="616172"/>
                  <a:chOff x="6808463" y="5108795"/>
                  <a:chExt cx="1701734" cy="616172"/>
                </a:xfrm>
              </p:grpSpPr>
              <p:sp>
                <p:nvSpPr>
                  <p:cNvPr id="442" name="Freeform 2">
                    <a:extLst>
                      <a:ext uri="{FF2B5EF4-FFF2-40B4-BE49-F238E27FC236}">
                        <a16:creationId xmlns:a16="http://schemas.microsoft.com/office/drawing/2014/main" id="{CAEC4A1D-BC8E-6841-8F8E-939CC3A88A84}"/>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43" name="Group 327">
                    <a:extLst>
                      <a:ext uri="{FF2B5EF4-FFF2-40B4-BE49-F238E27FC236}">
                        <a16:creationId xmlns:a16="http://schemas.microsoft.com/office/drawing/2014/main" id="{B302F307-EE0E-E84A-ACDA-8027013912F4}"/>
                      </a:ext>
                    </a:extLst>
                  </p:cNvPr>
                  <p:cNvGrpSpPr>
                    <a:grpSpLocks/>
                  </p:cNvGrpSpPr>
                  <p:nvPr/>
                </p:nvGrpSpPr>
                <p:grpSpPr bwMode="auto">
                  <a:xfrm>
                    <a:off x="7908175" y="5241780"/>
                    <a:ext cx="536554" cy="263548"/>
                    <a:chOff x="1871277" y="1576300"/>
                    <a:chExt cx="1128371" cy="437861"/>
                  </a:xfrm>
                </p:grpSpPr>
                <p:sp>
                  <p:nvSpPr>
                    <p:cNvPr id="447" name="Oval 446">
                      <a:extLst>
                        <a:ext uri="{FF2B5EF4-FFF2-40B4-BE49-F238E27FC236}">
                          <a16:creationId xmlns:a16="http://schemas.microsoft.com/office/drawing/2014/main" id="{707CB259-DA5F-E240-83EA-2DD45DBCFDC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48" name="Rectangle 447">
                      <a:extLst>
                        <a:ext uri="{FF2B5EF4-FFF2-40B4-BE49-F238E27FC236}">
                          <a16:creationId xmlns:a16="http://schemas.microsoft.com/office/drawing/2014/main" id="{AAC973CC-1523-9340-8FDD-2FA6E4A1B04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9" name="Oval 448">
                      <a:extLst>
                        <a:ext uri="{FF2B5EF4-FFF2-40B4-BE49-F238E27FC236}">
                          <a16:creationId xmlns:a16="http://schemas.microsoft.com/office/drawing/2014/main" id="{04E1B12A-1578-4B4E-A1FA-AA609DC0B78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50" name="Freeform 449">
                      <a:extLst>
                        <a:ext uri="{FF2B5EF4-FFF2-40B4-BE49-F238E27FC236}">
                          <a16:creationId xmlns:a16="http://schemas.microsoft.com/office/drawing/2014/main" id="{8DB20521-328A-BE45-8D15-D5A4DE635A6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1" name="Freeform 450">
                      <a:extLst>
                        <a:ext uri="{FF2B5EF4-FFF2-40B4-BE49-F238E27FC236}">
                          <a16:creationId xmlns:a16="http://schemas.microsoft.com/office/drawing/2014/main" id="{02D88EAC-AB6D-FC4A-AB92-4A3AF4C6E61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2" name="Freeform 451">
                      <a:extLst>
                        <a:ext uri="{FF2B5EF4-FFF2-40B4-BE49-F238E27FC236}">
                          <a16:creationId xmlns:a16="http://schemas.microsoft.com/office/drawing/2014/main" id="{5FA24BC7-3F1A-1340-AD5B-26D87B0BF30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3" name="Freeform 452">
                      <a:extLst>
                        <a:ext uri="{FF2B5EF4-FFF2-40B4-BE49-F238E27FC236}">
                          <a16:creationId xmlns:a16="http://schemas.microsoft.com/office/drawing/2014/main" id="{00442BDA-C71C-8444-A5E8-5C85D12C259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54" name="Straight Connector 453">
                      <a:extLst>
                        <a:ext uri="{FF2B5EF4-FFF2-40B4-BE49-F238E27FC236}">
                          <a16:creationId xmlns:a16="http://schemas.microsoft.com/office/drawing/2014/main" id="{AAB1AEFD-7F05-AA43-9999-88D28637B1E5}"/>
                        </a:ext>
                      </a:extLst>
                    </p:cNvPr>
                    <p:cNvCxnSpPr>
                      <a:endCxn id="44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55" name="Straight Connector 454">
                      <a:extLst>
                        <a:ext uri="{FF2B5EF4-FFF2-40B4-BE49-F238E27FC236}">
                          <a16:creationId xmlns:a16="http://schemas.microsoft.com/office/drawing/2014/main" id="{B67B6012-E782-3A4B-BBF2-12A7981B83F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44" name="Group 443">
                    <a:extLst>
                      <a:ext uri="{FF2B5EF4-FFF2-40B4-BE49-F238E27FC236}">
                        <a16:creationId xmlns:a16="http://schemas.microsoft.com/office/drawing/2014/main" id="{F018FD91-8A28-C546-8820-7EF9598C9AF5}"/>
                      </a:ext>
                    </a:extLst>
                  </p:cNvPr>
                  <p:cNvGrpSpPr/>
                  <p:nvPr/>
                </p:nvGrpSpPr>
                <p:grpSpPr>
                  <a:xfrm>
                    <a:off x="7876581" y="5223365"/>
                    <a:ext cx="466894" cy="369332"/>
                    <a:chOff x="599495" y="1708643"/>
                    <a:chExt cx="491778" cy="409344"/>
                  </a:xfrm>
                </p:grpSpPr>
                <p:sp>
                  <p:nvSpPr>
                    <p:cNvPr id="445" name="Oval 444">
                      <a:extLst>
                        <a:ext uri="{FF2B5EF4-FFF2-40B4-BE49-F238E27FC236}">
                          <a16:creationId xmlns:a16="http://schemas.microsoft.com/office/drawing/2014/main" id="{E7BB7781-F378-EF4F-A664-FAA0EF81837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6" name="TextBox 445">
                      <a:extLst>
                        <a:ext uri="{FF2B5EF4-FFF2-40B4-BE49-F238E27FC236}">
                          <a16:creationId xmlns:a16="http://schemas.microsoft.com/office/drawing/2014/main" id="{ABD9D14B-FC69-E74C-831F-BDBB4F306AC9}"/>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  X</a:t>
                      </a:r>
                    </a:p>
                  </p:txBody>
                </p:sp>
              </p:grpSp>
            </p:grpSp>
            <p:cxnSp>
              <p:nvCxnSpPr>
                <p:cNvPr id="441" name="Straight Connector 440">
                  <a:extLst>
                    <a:ext uri="{FF2B5EF4-FFF2-40B4-BE49-F238E27FC236}">
                      <a16:creationId xmlns:a16="http://schemas.microsoft.com/office/drawing/2014/main" id="{43D36ED5-0E6A-3D49-A992-B924DAE2D0E0}"/>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437" name="Straight Connector 436">
              <a:extLst>
                <a:ext uri="{FF2B5EF4-FFF2-40B4-BE49-F238E27FC236}">
                  <a16:creationId xmlns:a16="http://schemas.microsoft.com/office/drawing/2014/main" id="{A5C0BEBA-E8E4-FA43-9FA6-2154085EB460}"/>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populating forwarding tables </a:t>
            </a:r>
          </a:p>
        </p:txBody>
      </p:sp>
      <p:grpSp>
        <p:nvGrpSpPr>
          <p:cNvPr id="231" name="Group 230">
            <a:extLst>
              <a:ext uri="{FF2B5EF4-FFF2-40B4-BE49-F238E27FC236}">
                <a16:creationId xmlns:a16="http://schemas.microsoft.com/office/drawing/2014/main" id="{F0AA8416-2A13-9841-830D-36339E62435B}"/>
              </a:ext>
            </a:extLst>
          </p:cNvPr>
          <p:cNvGrpSpPr/>
          <p:nvPr/>
        </p:nvGrpSpPr>
        <p:grpSpPr>
          <a:xfrm>
            <a:off x="2993331" y="2659614"/>
            <a:ext cx="1261444" cy="642543"/>
            <a:chOff x="2241770" y="2684666"/>
            <a:chExt cx="1261444" cy="642543"/>
          </a:xfrm>
        </p:grpSpPr>
        <p:sp>
          <p:nvSpPr>
            <p:cNvPr id="232" name="Text Box 119">
              <a:extLst>
                <a:ext uri="{FF2B5EF4-FFF2-40B4-BE49-F238E27FC236}">
                  <a16:creationId xmlns:a16="http://schemas.microsoft.com/office/drawing/2014/main" id="{923BE177-E2E4-8A48-9459-31E94732588B}"/>
                </a:ext>
              </a:extLst>
            </p:cNvPr>
            <p:cNvSpPr txBox="1">
              <a:spLocks noChangeArrowheads="1"/>
            </p:cNvSpPr>
            <p:nvPr/>
          </p:nvSpPr>
          <p:spPr bwMode="auto">
            <a:xfrm>
              <a:off x="2241770" y="3019432"/>
              <a:ext cx="126015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600" b="0" i="1" u="none" strike="noStrike" kern="1200" cap="none" spc="0" normalizeH="0" baseline="0" noProof="0">
                  <a:ln>
                    <a:noFill/>
                  </a:ln>
                  <a:solidFill>
                    <a:srgbClr val="CC0000"/>
                  </a:solidFill>
                  <a:effectLst/>
                  <a:uLnTx/>
                  <a:uFillTx/>
                  <a:latin typeface="Arial" charset="0"/>
                  <a:ea typeface="ＭＳ Ｐゴシック" charset="0"/>
                </a:rPr>
                <a:t>AS2,AS3,X </a:t>
              </a:r>
            </a:p>
          </p:txBody>
        </p:sp>
        <p:sp>
          <p:nvSpPr>
            <p:cNvPr id="233" name="AutoShape 118">
              <a:extLst>
                <a:ext uri="{FF2B5EF4-FFF2-40B4-BE49-F238E27FC236}">
                  <a16:creationId xmlns:a16="http://schemas.microsoft.com/office/drawing/2014/main" id="{92B03788-407A-084E-8682-283C69D5DF3C}"/>
                </a:ext>
              </a:extLst>
            </p:cNvPr>
            <p:cNvSpPr>
              <a:spLocks noChangeArrowheads="1"/>
            </p:cNvSpPr>
            <p:nvPr/>
          </p:nvSpPr>
          <p:spPr bwMode="auto">
            <a:xfrm rot="1968210">
              <a:off x="2734864" y="2684666"/>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6" name="Group 245">
            <a:extLst>
              <a:ext uri="{FF2B5EF4-FFF2-40B4-BE49-F238E27FC236}">
                <a16:creationId xmlns:a16="http://schemas.microsoft.com/office/drawing/2014/main" id="{CB6EBD89-7C58-E647-8259-C3CC0DA3FBFE}"/>
              </a:ext>
            </a:extLst>
          </p:cNvPr>
          <p:cNvGrpSpPr/>
          <p:nvPr/>
        </p:nvGrpSpPr>
        <p:grpSpPr>
          <a:xfrm>
            <a:off x="3743662" y="1671430"/>
            <a:ext cx="928664" cy="573008"/>
            <a:chOff x="4482698" y="1658905"/>
            <a:chExt cx="928664" cy="573008"/>
          </a:xfrm>
        </p:grpSpPr>
        <p:sp>
          <p:nvSpPr>
            <p:cNvPr id="247" name="AutoShape 118">
              <a:extLst>
                <a:ext uri="{FF2B5EF4-FFF2-40B4-BE49-F238E27FC236}">
                  <a16:creationId xmlns:a16="http://schemas.microsoft.com/office/drawing/2014/main" id="{C4DDF1A3-A046-ED42-ACAC-5927DA6AC10C}"/>
                </a:ext>
              </a:extLst>
            </p:cNvPr>
            <p:cNvSpPr>
              <a:spLocks noChangeArrowheads="1"/>
            </p:cNvSpPr>
            <p:nvPr/>
          </p:nvSpPr>
          <p:spPr bwMode="auto">
            <a:xfrm rot="21210880">
              <a:off x="4643012" y="1955688"/>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TextBox 247">
              <a:extLst>
                <a:ext uri="{FF2B5EF4-FFF2-40B4-BE49-F238E27FC236}">
                  <a16:creationId xmlns:a16="http://schemas.microsoft.com/office/drawing/2014/main" id="{DC604320-3281-9C46-A4A2-C7947827CBE2}"/>
                </a:ext>
              </a:extLst>
            </p:cNvPr>
            <p:cNvSpPr txBox="1"/>
            <p:nvPr/>
          </p:nvSpPr>
          <p:spPr>
            <a:xfrm>
              <a:off x="4482698" y="1658905"/>
              <a:ext cx="7649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CC0000"/>
                  </a:solidFill>
                  <a:effectLst/>
                  <a:uLnTx/>
                  <a:uFillTx/>
                  <a:latin typeface="Arial" panose="020B0604020202020204" pitchFamily="34" charset="0"/>
                  <a:ea typeface="+mn-ea"/>
                  <a:cs typeface="Arial" panose="020B0604020202020204" pitchFamily="34" charset="0"/>
                </a:rPr>
                <a:t>AS3,X</a:t>
              </a:r>
            </a:p>
          </p:txBody>
        </p:sp>
      </p:grpSp>
      <p:grpSp>
        <p:nvGrpSpPr>
          <p:cNvPr id="335" name="Group 117">
            <a:extLst>
              <a:ext uri="{FF2B5EF4-FFF2-40B4-BE49-F238E27FC236}">
                <a16:creationId xmlns:a16="http://schemas.microsoft.com/office/drawing/2014/main" id="{499578B2-9337-6441-BD75-B09C9CAC1963}"/>
              </a:ext>
            </a:extLst>
          </p:cNvPr>
          <p:cNvGrpSpPr>
            <a:grpSpLocks/>
          </p:cNvGrpSpPr>
          <p:nvPr/>
        </p:nvGrpSpPr>
        <p:grpSpPr bwMode="auto">
          <a:xfrm>
            <a:off x="7038891" y="2604083"/>
            <a:ext cx="1290638" cy="481013"/>
            <a:chOff x="2282" y="2446"/>
            <a:chExt cx="813" cy="303"/>
          </a:xfrm>
        </p:grpSpPr>
        <p:sp>
          <p:nvSpPr>
            <p:cNvPr id="336" name="AutoShape 118">
              <a:extLst>
                <a:ext uri="{FF2B5EF4-FFF2-40B4-BE49-F238E27FC236}">
                  <a16:creationId xmlns:a16="http://schemas.microsoft.com/office/drawing/2014/main" id="{87CF43BB-9638-1849-BCC0-3D8B346AB96B}"/>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337" name="Text Box 119">
              <a:extLst>
                <a:ext uri="{FF2B5EF4-FFF2-40B4-BE49-F238E27FC236}">
                  <a16:creationId xmlns:a16="http://schemas.microsoft.com/office/drawing/2014/main" id="{F6316E17-9D4A-514F-B9C2-2CE5C2F0F227}"/>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sp>
        <p:nvSpPr>
          <p:cNvPr id="382" name="Rectangle 4">
            <a:extLst>
              <a:ext uri="{FF2B5EF4-FFF2-40B4-BE49-F238E27FC236}">
                <a16:creationId xmlns:a16="http://schemas.microsoft.com/office/drawing/2014/main" id="{150C22F5-5F48-A74D-BE4D-A010E505643C}"/>
              </a:ext>
            </a:extLst>
          </p:cNvPr>
          <p:cNvSpPr txBox="1">
            <a:spLocks noChangeArrowheads="1"/>
          </p:cNvSpPr>
          <p:nvPr/>
        </p:nvSpPr>
        <p:spPr bwMode="auto">
          <a:xfrm>
            <a:off x="3131508" y="4506640"/>
            <a:ext cx="8943583" cy="5519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2100" marR="0" lvl="0" indent="-292100"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recall: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a,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b,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d learn via iBGP from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c: “path to X goes through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c”</a:t>
            </a:r>
          </a:p>
        </p:txBody>
      </p:sp>
      <p:sp>
        <p:nvSpPr>
          <p:cNvPr id="383" name="Rectangle 4">
            <a:extLst>
              <a:ext uri="{FF2B5EF4-FFF2-40B4-BE49-F238E27FC236}">
                <a16:creationId xmlns:a16="http://schemas.microsoft.com/office/drawing/2014/main" id="{A936D0A1-022F-4647-A4D0-30D9C829DC21}"/>
              </a:ext>
            </a:extLst>
          </p:cNvPr>
          <p:cNvSpPr txBox="1">
            <a:spLocks noChangeArrowheads="1"/>
          </p:cNvSpPr>
          <p:nvPr/>
        </p:nvSpPr>
        <p:spPr bwMode="auto">
          <a:xfrm>
            <a:off x="3127771" y="4950493"/>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d: OSPF intra-domain routing: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c,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p>
        </p:txBody>
      </p:sp>
      <p:grpSp>
        <p:nvGrpSpPr>
          <p:cNvPr id="384" name="Group 383">
            <a:extLst>
              <a:ext uri="{FF2B5EF4-FFF2-40B4-BE49-F238E27FC236}">
                <a16:creationId xmlns:a16="http://schemas.microsoft.com/office/drawing/2014/main" id="{ADFAD506-B45C-4B4C-8FC1-4EDFC6AC0ACA}"/>
              </a:ext>
            </a:extLst>
          </p:cNvPr>
          <p:cNvGrpSpPr/>
          <p:nvPr/>
        </p:nvGrpSpPr>
        <p:grpSpPr>
          <a:xfrm>
            <a:off x="1643507" y="1934647"/>
            <a:ext cx="1360744" cy="1068501"/>
            <a:chOff x="1089218" y="2245331"/>
            <a:chExt cx="1360744" cy="1068501"/>
          </a:xfrm>
        </p:grpSpPr>
        <p:sp>
          <p:nvSpPr>
            <p:cNvPr id="385" name="TextBox 384">
              <a:extLst>
                <a:ext uri="{FF2B5EF4-FFF2-40B4-BE49-F238E27FC236}">
                  <a16:creationId xmlns:a16="http://schemas.microsoft.com/office/drawing/2014/main" id="{0C7CB6AF-AE67-DA45-926C-00F012056ED6}"/>
                </a:ext>
              </a:extLst>
            </p:cNvPr>
            <p:cNvSpPr txBox="1"/>
            <p:nvPr/>
          </p:nvSpPr>
          <p:spPr>
            <a:xfrm>
              <a:off x="2165447" y="2998844"/>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a:t>
              </a:r>
            </a:p>
          </p:txBody>
        </p:sp>
        <p:sp>
          <p:nvSpPr>
            <p:cNvPr id="386" name="TextBox 385">
              <a:extLst>
                <a:ext uri="{FF2B5EF4-FFF2-40B4-BE49-F238E27FC236}">
                  <a16:creationId xmlns:a16="http://schemas.microsoft.com/office/drawing/2014/main" id="{A2533861-3F3D-FD42-B091-B8BC85B9C48A}"/>
                </a:ext>
              </a:extLst>
            </p:cNvPr>
            <p:cNvSpPr txBox="1"/>
            <p:nvPr/>
          </p:nvSpPr>
          <p:spPr>
            <a:xfrm>
              <a:off x="1458923" y="3006055"/>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2</a:t>
              </a:r>
            </a:p>
          </p:txBody>
        </p:sp>
        <p:sp>
          <p:nvSpPr>
            <p:cNvPr id="387" name="TextBox 386">
              <a:extLst>
                <a:ext uri="{FF2B5EF4-FFF2-40B4-BE49-F238E27FC236}">
                  <a16:creationId xmlns:a16="http://schemas.microsoft.com/office/drawing/2014/main" id="{F68B4CB0-326C-0D42-86AB-C27CF60EE3D4}"/>
                </a:ext>
              </a:extLst>
            </p:cNvPr>
            <p:cNvSpPr txBox="1"/>
            <p:nvPr/>
          </p:nvSpPr>
          <p:spPr>
            <a:xfrm>
              <a:off x="1149470" y="2245331"/>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a:t>
              </a:r>
            </a:p>
          </p:txBody>
        </p:sp>
        <p:sp>
          <p:nvSpPr>
            <p:cNvPr id="388" name="TextBox 387">
              <a:extLst>
                <a:ext uri="{FF2B5EF4-FFF2-40B4-BE49-F238E27FC236}">
                  <a16:creationId xmlns:a16="http://schemas.microsoft.com/office/drawing/2014/main" id="{8B800090-4615-2944-BDA6-CB45A842F05A}"/>
                </a:ext>
              </a:extLst>
            </p:cNvPr>
            <p:cNvSpPr txBox="1"/>
            <p:nvPr/>
          </p:nvSpPr>
          <p:spPr>
            <a:xfrm>
              <a:off x="1089218" y="2743635"/>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2</a:t>
              </a:r>
            </a:p>
          </p:txBody>
        </p:sp>
      </p:grpSp>
      <p:grpSp>
        <p:nvGrpSpPr>
          <p:cNvPr id="389" name="Group 388">
            <a:extLst>
              <a:ext uri="{FF2B5EF4-FFF2-40B4-BE49-F238E27FC236}">
                <a16:creationId xmlns:a16="http://schemas.microsoft.com/office/drawing/2014/main" id="{DD703AF9-72B5-3F48-80CB-0B4A55731A03}"/>
              </a:ext>
            </a:extLst>
          </p:cNvPr>
          <p:cNvGrpSpPr/>
          <p:nvPr/>
        </p:nvGrpSpPr>
        <p:grpSpPr>
          <a:xfrm>
            <a:off x="1126378" y="3091210"/>
            <a:ext cx="1694528" cy="3353900"/>
            <a:chOff x="537654" y="3379309"/>
            <a:chExt cx="1694528" cy="2911109"/>
          </a:xfrm>
        </p:grpSpPr>
        <p:sp>
          <p:nvSpPr>
            <p:cNvPr id="390" name="Freeform 389">
              <a:extLst>
                <a:ext uri="{FF2B5EF4-FFF2-40B4-BE49-F238E27FC236}">
                  <a16:creationId xmlns:a16="http://schemas.microsoft.com/office/drawing/2014/main" id="{549CDC2B-D2F5-684A-BC82-FF2E06D9644F}"/>
                </a:ext>
              </a:extLst>
            </p:cNvPr>
            <p:cNvSpPr/>
            <p:nvPr/>
          </p:nvSpPr>
          <p:spPr>
            <a:xfrm rot="10326036" flipH="1">
              <a:off x="771808" y="3379309"/>
              <a:ext cx="1333280" cy="959366"/>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06934 w 1167285"/>
                <a:gd name="connsiteY0" fmla="*/ 967578 h 967578"/>
                <a:gd name="connsiteX1" fmla="*/ 0 w 1167285"/>
                <a:gd name="connsiteY1" fmla="*/ 0 h 967578"/>
                <a:gd name="connsiteX2" fmla="*/ 1005993 w 1167285"/>
                <a:gd name="connsiteY2" fmla="*/ 46284 h 967578"/>
                <a:gd name="connsiteX3" fmla="*/ 1167285 w 1167285"/>
                <a:gd name="connsiteY3" fmla="*/ 895852 h 967578"/>
                <a:gd name="connsiteX4" fmla="*/ 1006934 w 1167285"/>
                <a:gd name="connsiteY4" fmla="*/ 967578 h 967578"/>
                <a:gd name="connsiteX0" fmla="*/ 1006934 w 1167285"/>
                <a:gd name="connsiteY0" fmla="*/ 1132232 h 1132232"/>
                <a:gd name="connsiteX1" fmla="*/ 0 w 1167285"/>
                <a:gd name="connsiteY1" fmla="*/ 164654 h 1132232"/>
                <a:gd name="connsiteX2" fmla="*/ 991394 w 1167285"/>
                <a:gd name="connsiteY2" fmla="*/ 130 h 1132232"/>
                <a:gd name="connsiteX3" fmla="*/ 1167285 w 1167285"/>
                <a:gd name="connsiteY3" fmla="*/ 1060506 h 1132232"/>
                <a:gd name="connsiteX4" fmla="*/ 1006934 w 1167285"/>
                <a:gd name="connsiteY4" fmla="*/ 1132232 h 1132232"/>
                <a:gd name="connsiteX0" fmla="*/ 986900 w 1167285"/>
                <a:gd name="connsiteY0" fmla="*/ 1088164 h 1088164"/>
                <a:gd name="connsiteX1" fmla="*/ 0 w 1167285"/>
                <a:gd name="connsiteY1" fmla="*/ 164654 h 1088164"/>
                <a:gd name="connsiteX2" fmla="*/ 991394 w 1167285"/>
                <a:gd name="connsiteY2" fmla="*/ 130 h 1088164"/>
                <a:gd name="connsiteX3" fmla="*/ 1167285 w 1167285"/>
                <a:gd name="connsiteY3" fmla="*/ 1060506 h 1088164"/>
                <a:gd name="connsiteX4" fmla="*/ 986900 w 1167285"/>
                <a:gd name="connsiteY4" fmla="*/ 1088164 h 1088164"/>
                <a:gd name="connsiteX0" fmla="*/ 986900 w 1167285"/>
                <a:gd name="connsiteY0" fmla="*/ 1088164 h 1088164"/>
                <a:gd name="connsiteX1" fmla="*/ 0 w 1167285"/>
                <a:gd name="connsiteY1" fmla="*/ 164654 h 1088164"/>
                <a:gd name="connsiteX2" fmla="*/ 991394 w 1167285"/>
                <a:gd name="connsiteY2" fmla="*/ 130 h 1088164"/>
                <a:gd name="connsiteX3" fmla="*/ 1167285 w 1167285"/>
                <a:gd name="connsiteY3" fmla="*/ 1060506 h 1088164"/>
                <a:gd name="connsiteX4" fmla="*/ 986900 w 1167285"/>
                <a:gd name="connsiteY4" fmla="*/ 1088164 h 1088164"/>
                <a:gd name="connsiteX0" fmla="*/ 986900 w 1332977"/>
                <a:gd name="connsiteY0" fmla="*/ 1088164 h 1088164"/>
                <a:gd name="connsiteX1" fmla="*/ 0 w 1332977"/>
                <a:gd name="connsiteY1" fmla="*/ 164654 h 1088164"/>
                <a:gd name="connsiteX2" fmla="*/ 991394 w 1332977"/>
                <a:gd name="connsiteY2" fmla="*/ 130 h 1088164"/>
                <a:gd name="connsiteX3" fmla="*/ 1332977 w 1332977"/>
                <a:gd name="connsiteY3" fmla="*/ 1045574 h 1088164"/>
                <a:gd name="connsiteX4" fmla="*/ 986900 w 1332977"/>
                <a:gd name="connsiteY4" fmla="*/ 1088164 h 108816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2977" h="1143414">
                  <a:moveTo>
                    <a:pt x="1029955" y="1143414"/>
                  </a:moveTo>
                  <a:cubicBezTo>
                    <a:pt x="771645" y="868623"/>
                    <a:pt x="908943" y="903822"/>
                    <a:pt x="0" y="164654"/>
                  </a:cubicBezTo>
                  <a:cubicBezTo>
                    <a:pt x="346878" y="170249"/>
                    <a:pt x="644516" y="-5465"/>
                    <a:pt x="991394" y="130"/>
                  </a:cubicBezTo>
                  <a:cubicBezTo>
                    <a:pt x="1125143" y="751678"/>
                    <a:pt x="1116033" y="592331"/>
                    <a:pt x="1332977" y="1045574"/>
                  </a:cubicBezTo>
                  <a:cubicBezTo>
                    <a:pt x="1183663" y="1029001"/>
                    <a:pt x="1194267" y="1059672"/>
                    <a:pt x="1029955" y="1143414"/>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91" name="Group 390">
              <a:extLst>
                <a:ext uri="{FF2B5EF4-FFF2-40B4-BE49-F238E27FC236}">
                  <a16:creationId xmlns:a16="http://schemas.microsoft.com/office/drawing/2014/main" id="{39E3A88F-68A5-584F-BEC8-425D5A8BD835}"/>
                </a:ext>
              </a:extLst>
            </p:cNvPr>
            <p:cNvGrpSpPr/>
            <p:nvPr/>
          </p:nvGrpSpPr>
          <p:grpSpPr>
            <a:xfrm>
              <a:off x="537654" y="4169528"/>
              <a:ext cx="1694528" cy="2120890"/>
              <a:chOff x="537654" y="4169528"/>
              <a:chExt cx="1694528" cy="2120890"/>
            </a:xfrm>
          </p:grpSpPr>
          <p:sp>
            <p:nvSpPr>
              <p:cNvPr id="392" name="Rectangle 391">
                <a:extLst>
                  <a:ext uri="{FF2B5EF4-FFF2-40B4-BE49-F238E27FC236}">
                    <a16:creationId xmlns:a16="http://schemas.microsoft.com/office/drawing/2014/main" id="{D152EA32-3362-314D-9058-7E92F68B0E18}"/>
                  </a:ext>
                </a:extLst>
              </p:cNvPr>
              <p:cNvSpPr/>
              <p:nvPr/>
            </p:nvSpPr>
            <p:spPr bwMode="auto">
              <a:xfrm rot="10800000">
                <a:off x="809301" y="4261100"/>
                <a:ext cx="1027112" cy="994484"/>
              </a:xfrm>
              <a:prstGeom prst="rect">
                <a:avLst/>
              </a:prstGeom>
              <a:gradFill rotWithShape="1">
                <a:gsLst>
                  <a:gs pos="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93" name="Group 104">
                <a:extLst>
                  <a:ext uri="{FF2B5EF4-FFF2-40B4-BE49-F238E27FC236}">
                    <a16:creationId xmlns:a16="http://schemas.microsoft.com/office/drawing/2014/main" id="{D95F1039-BDB2-B441-B3DB-26648CD47D92}"/>
                  </a:ext>
                </a:extLst>
              </p:cNvPr>
              <p:cNvGrpSpPr>
                <a:grpSpLocks/>
              </p:cNvGrpSpPr>
              <p:nvPr/>
            </p:nvGrpSpPr>
            <p:grpSpPr bwMode="auto">
              <a:xfrm>
                <a:off x="812771" y="5933069"/>
                <a:ext cx="1034710" cy="357349"/>
                <a:chOff x="4128636" y="3606589"/>
                <a:chExt cx="568145" cy="338667"/>
              </a:xfrm>
            </p:grpSpPr>
            <p:sp>
              <p:nvSpPr>
                <p:cNvPr id="416" name="Oval 415">
                  <a:extLst>
                    <a:ext uri="{FF2B5EF4-FFF2-40B4-BE49-F238E27FC236}">
                      <a16:creationId xmlns:a16="http://schemas.microsoft.com/office/drawing/2014/main" id="{B8EC9765-CC7A-1C4E-A0AB-1FF29E282B9B}"/>
                    </a:ext>
                  </a:extLst>
                </p:cNvPr>
                <p:cNvSpPr/>
                <p:nvPr/>
              </p:nvSpPr>
              <p:spPr>
                <a:xfrm>
                  <a:off x="4128649" y="3720080"/>
                  <a:ext cx="568332" cy="225176"/>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7" name="Rectangle 416">
                  <a:extLst>
                    <a:ext uri="{FF2B5EF4-FFF2-40B4-BE49-F238E27FC236}">
                      <a16:creationId xmlns:a16="http://schemas.microsoft.com/office/drawing/2014/main" id="{539F60CB-2694-D941-B1DE-2BCD585F3F6D}"/>
                    </a:ext>
                  </a:extLst>
                </p:cNvPr>
                <p:cNvSpPr/>
                <p:nvPr/>
              </p:nvSpPr>
              <p:spPr>
                <a:xfrm>
                  <a:off x="4128649" y="3720080"/>
                  <a:ext cx="568332" cy="111898"/>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8" name="Oval 417">
                  <a:extLst>
                    <a:ext uri="{FF2B5EF4-FFF2-40B4-BE49-F238E27FC236}">
                      <a16:creationId xmlns:a16="http://schemas.microsoft.com/office/drawing/2014/main" id="{86DB0C5A-8F91-D44D-8DFA-67928CD0AB52}"/>
                    </a:ext>
                  </a:extLst>
                </p:cNvPr>
                <p:cNvSpPr/>
                <p:nvPr/>
              </p:nvSpPr>
              <p:spPr>
                <a:xfrm>
                  <a:off x="4128649" y="3606801"/>
                  <a:ext cx="568332" cy="225176"/>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9" name="Straight Connector 418">
                  <a:extLst>
                    <a:ext uri="{FF2B5EF4-FFF2-40B4-BE49-F238E27FC236}">
                      <a16:creationId xmlns:a16="http://schemas.microsoft.com/office/drawing/2014/main" id="{CE6DE9B8-5C44-9845-98B5-676AAF440E62}"/>
                    </a:ext>
                  </a:extLst>
                </p:cNvPr>
                <p:cNvCxnSpPr/>
                <p:nvPr/>
              </p:nvCxnSpPr>
              <p:spPr>
                <a:xfrm>
                  <a:off x="4696981" y="3720080"/>
                  <a:ext cx="0" cy="111898"/>
                </a:xfrm>
                <a:prstGeom prst="line">
                  <a:avLst/>
                </a:prstGeom>
                <a:noFill/>
                <a:ln w="6350" cap="flat" cmpd="sng" algn="ctr">
                  <a:solidFill>
                    <a:srgbClr val="000000"/>
                  </a:solidFill>
                  <a:prstDash val="solid"/>
                </a:ln>
                <a:effectLst/>
              </p:spPr>
            </p:cxnSp>
            <p:cxnSp>
              <p:nvCxnSpPr>
                <p:cNvPr id="420" name="Straight Connector 419">
                  <a:extLst>
                    <a:ext uri="{FF2B5EF4-FFF2-40B4-BE49-F238E27FC236}">
                      <a16:creationId xmlns:a16="http://schemas.microsoft.com/office/drawing/2014/main" id="{99882D65-6F14-A943-B27E-816F5CA93CBA}"/>
                    </a:ext>
                  </a:extLst>
                </p:cNvPr>
                <p:cNvCxnSpPr/>
                <p:nvPr/>
              </p:nvCxnSpPr>
              <p:spPr>
                <a:xfrm>
                  <a:off x="4128649" y="3720080"/>
                  <a:ext cx="0" cy="111898"/>
                </a:xfrm>
                <a:prstGeom prst="line">
                  <a:avLst/>
                </a:prstGeom>
                <a:noFill/>
                <a:ln w="6350" cap="flat" cmpd="sng" algn="ctr">
                  <a:solidFill>
                    <a:srgbClr val="000000"/>
                  </a:solidFill>
                  <a:prstDash val="solid"/>
                </a:ln>
                <a:effectLst/>
              </p:spPr>
            </p:cxnSp>
          </p:grpSp>
          <p:sp>
            <p:nvSpPr>
              <p:cNvPr id="394" name="Rectangle 393">
                <a:extLst>
                  <a:ext uri="{FF2B5EF4-FFF2-40B4-BE49-F238E27FC236}">
                    <a16:creationId xmlns:a16="http://schemas.microsoft.com/office/drawing/2014/main" id="{6069C388-7EBD-A043-A5DA-70DACC434856}"/>
                  </a:ext>
                </a:extLst>
              </p:cNvPr>
              <p:cNvSpPr/>
              <p:nvPr/>
            </p:nvSpPr>
            <p:spPr bwMode="auto">
              <a:xfrm>
                <a:off x="817079" y="5203658"/>
                <a:ext cx="1027112" cy="860514"/>
              </a:xfrm>
              <a:prstGeom prst="rect">
                <a:avLst/>
              </a:prstGeom>
              <a:gradFill rotWithShape="1">
                <a:gsLst>
                  <a:gs pos="0">
                    <a:srgbClr val="3333CC">
                      <a:lumMod val="60000"/>
                      <a:lumOff val="40000"/>
                      <a:alpha val="62000"/>
                    </a:srgbClr>
                  </a:gs>
                  <a:gs pos="5400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5" name="Straight Connector 394">
                <a:extLst>
                  <a:ext uri="{FF2B5EF4-FFF2-40B4-BE49-F238E27FC236}">
                    <a16:creationId xmlns:a16="http://schemas.microsoft.com/office/drawing/2014/main" id="{9EF19DE7-B63D-4944-9210-CC31003025FB}"/>
                  </a:ext>
                </a:extLst>
              </p:cNvPr>
              <p:cNvCxnSpPr>
                <a:endCxn id="417" idx="1"/>
              </p:cNvCxnSpPr>
              <p:nvPr/>
            </p:nvCxnSpPr>
            <p:spPr bwMode="auto">
              <a:xfrm>
                <a:off x="801363" y="4466995"/>
                <a:ext cx="11432" cy="1644862"/>
              </a:xfrm>
              <a:prstGeom prst="line">
                <a:avLst/>
              </a:prstGeom>
              <a:noFill/>
              <a:ln w="3175" cap="flat" cmpd="sng" algn="ctr">
                <a:solidFill>
                  <a:srgbClr val="000000"/>
                </a:solidFill>
                <a:prstDash val="sysDash"/>
              </a:ln>
              <a:effectLst/>
            </p:spPr>
          </p:cxnSp>
          <p:cxnSp>
            <p:nvCxnSpPr>
              <p:cNvPr id="396" name="Straight Connector 395">
                <a:extLst>
                  <a:ext uri="{FF2B5EF4-FFF2-40B4-BE49-F238E27FC236}">
                    <a16:creationId xmlns:a16="http://schemas.microsoft.com/office/drawing/2014/main" id="{6D9BFA90-FCA6-4947-8157-4DD67BB4ED2E}"/>
                  </a:ext>
                </a:extLst>
              </p:cNvPr>
              <p:cNvCxnSpPr>
                <a:endCxn id="417" idx="3"/>
              </p:cNvCxnSpPr>
              <p:nvPr/>
            </p:nvCxnSpPr>
            <p:spPr bwMode="auto">
              <a:xfrm>
                <a:off x="1842763" y="4466995"/>
                <a:ext cx="5083" cy="1644862"/>
              </a:xfrm>
              <a:prstGeom prst="line">
                <a:avLst/>
              </a:prstGeom>
              <a:noFill/>
              <a:ln w="3175" cap="flat" cmpd="sng" algn="ctr">
                <a:solidFill>
                  <a:srgbClr val="000000"/>
                </a:solidFill>
                <a:prstDash val="sysDash"/>
              </a:ln>
              <a:effectLst/>
            </p:spPr>
          </p:cxnSp>
          <p:grpSp>
            <p:nvGrpSpPr>
              <p:cNvPr id="397" name="Group 9">
                <a:extLst>
                  <a:ext uri="{FF2B5EF4-FFF2-40B4-BE49-F238E27FC236}">
                    <a16:creationId xmlns:a16="http://schemas.microsoft.com/office/drawing/2014/main" id="{13F6DEF6-9A01-B549-80A5-3FC2E1007CDE}"/>
                  </a:ext>
                </a:extLst>
              </p:cNvPr>
              <p:cNvGrpSpPr>
                <a:grpSpLocks/>
              </p:cNvGrpSpPr>
              <p:nvPr/>
            </p:nvGrpSpPr>
            <p:grpSpPr bwMode="auto">
              <a:xfrm>
                <a:off x="777993" y="4169528"/>
                <a:ext cx="1079500" cy="395024"/>
                <a:chOff x="2183302" y="1574638"/>
                <a:chExt cx="1200154" cy="430181"/>
              </a:xfrm>
            </p:grpSpPr>
            <p:sp>
              <p:nvSpPr>
                <p:cNvPr id="407" name="Oval 406">
                  <a:extLst>
                    <a:ext uri="{FF2B5EF4-FFF2-40B4-BE49-F238E27FC236}">
                      <a16:creationId xmlns:a16="http://schemas.microsoft.com/office/drawing/2014/main" id="{E06F7110-8919-FE4C-AC87-8E0C5F91962D}"/>
                    </a:ext>
                  </a:extLst>
                </p:cNvPr>
                <p:cNvSpPr/>
                <p:nvPr/>
              </p:nvSpPr>
              <p:spPr bwMode="auto">
                <a:xfrm flipV="1">
                  <a:off x="2186832" y="1690517"/>
                  <a:ext cx="1194859" cy="31430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8" name="Rectangle 407">
                  <a:extLst>
                    <a:ext uri="{FF2B5EF4-FFF2-40B4-BE49-F238E27FC236}">
                      <a16:creationId xmlns:a16="http://schemas.microsoft.com/office/drawing/2014/main" id="{1263FC99-850B-354C-828E-2DFE33C94D05}"/>
                    </a:ext>
                  </a:extLst>
                </p:cNvPr>
                <p:cNvSpPr/>
                <p:nvPr/>
              </p:nvSpPr>
              <p:spPr bwMode="auto">
                <a:xfrm>
                  <a:off x="2183302" y="1734964"/>
                  <a:ext cx="1198389" cy="112704"/>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id="{37185517-F7A7-3C46-ACEA-5DFF7F55D04F}"/>
                    </a:ext>
                  </a:extLst>
                </p:cNvPr>
                <p:cNvSpPr/>
                <p:nvPr/>
              </p:nvSpPr>
              <p:spPr bwMode="auto">
                <a:xfrm flipV="1">
                  <a:off x="2183302" y="1574638"/>
                  <a:ext cx="1196624" cy="314302"/>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Freeform 409">
                  <a:extLst>
                    <a:ext uri="{FF2B5EF4-FFF2-40B4-BE49-F238E27FC236}">
                      <a16:creationId xmlns:a16="http://schemas.microsoft.com/office/drawing/2014/main" id="{2A0D148B-1E69-F74C-9168-42E9D8669D5B}"/>
                    </a:ext>
                  </a:extLst>
                </p:cNvPr>
                <p:cNvSpPr/>
                <p:nvPr/>
              </p:nvSpPr>
              <p:spPr bwMode="auto">
                <a:xfrm>
                  <a:off x="2490400" y="1671469"/>
                  <a:ext cx="582428" cy="15715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Freeform 410">
                  <a:extLst>
                    <a:ext uri="{FF2B5EF4-FFF2-40B4-BE49-F238E27FC236}">
                      <a16:creationId xmlns:a16="http://schemas.microsoft.com/office/drawing/2014/main" id="{60153E75-3A78-5F4E-99F0-D0B2CCE3A093}"/>
                    </a:ext>
                  </a:extLst>
                </p:cNvPr>
                <p:cNvSpPr/>
                <p:nvPr/>
              </p:nvSpPr>
              <p:spPr bwMode="auto">
                <a:xfrm>
                  <a:off x="2430393" y="1630197"/>
                  <a:ext cx="702443" cy="109529"/>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601C0BE5-07B2-5A44-9AF5-1E88D8B70EA7}"/>
                    </a:ext>
                  </a:extLst>
                </p:cNvPr>
                <p:cNvSpPr/>
                <p:nvPr/>
              </p:nvSpPr>
              <p:spPr bwMode="auto">
                <a:xfrm>
                  <a:off x="2892805" y="1723852"/>
                  <a:ext cx="257680" cy="95243"/>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B6C2D27C-731D-CB40-8327-ED66BE8F028D}"/>
                    </a:ext>
                  </a:extLst>
                </p:cNvPr>
                <p:cNvSpPr/>
                <p:nvPr/>
              </p:nvSpPr>
              <p:spPr bwMode="auto">
                <a:xfrm>
                  <a:off x="2418037" y="1725440"/>
                  <a:ext cx="254150" cy="95243"/>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4" name="Straight Connector 413">
                  <a:extLst>
                    <a:ext uri="{FF2B5EF4-FFF2-40B4-BE49-F238E27FC236}">
                      <a16:creationId xmlns:a16="http://schemas.microsoft.com/office/drawing/2014/main" id="{391576BE-56F1-FE40-8DB0-3ECE07E1E2D8}"/>
                    </a:ext>
                  </a:extLst>
                </p:cNvPr>
                <p:cNvCxnSpPr>
                  <a:endCxn id="409" idx="2"/>
                </p:cNvCxnSpPr>
                <p:nvPr/>
              </p:nvCxnSpPr>
              <p:spPr bwMode="auto">
                <a:xfrm flipH="1" flipV="1">
                  <a:off x="2183302" y="1731787"/>
                  <a:ext cx="3530" cy="122228"/>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5" name="Straight Connector 414">
                  <a:extLst>
                    <a:ext uri="{FF2B5EF4-FFF2-40B4-BE49-F238E27FC236}">
                      <a16:creationId xmlns:a16="http://schemas.microsoft.com/office/drawing/2014/main" id="{82BCB90A-4258-924B-9085-32DAF2B971DC}"/>
                    </a:ext>
                  </a:extLst>
                </p:cNvPr>
                <p:cNvCxnSpPr/>
                <p:nvPr/>
              </p:nvCxnSpPr>
              <p:spPr bwMode="auto">
                <a:xfrm flipH="1" flipV="1">
                  <a:off x="3379926" y="1728615"/>
                  <a:ext cx="3530" cy="122228"/>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sp>
            <p:nvSpPr>
              <p:cNvPr id="398" name="Rectangle 397">
                <a:extLst>
                  <a:ext uri="{FF2B5EF4-FFF2-40B4-BE49-F238E27FC236}">
                    <a16:creationId xmlns:a16="http://schemas.microsoft.com/office/drawing/2014/main" id="{5BF3A9A6-52A8-034D-ACD3-16781CAD5124}"/>
                  </a:ext>
                </a:extLst>
              </p:cNvPr>
              <p:cNvSpPr/>
              <p:nvPr/>
            </p:nvSpPr>
            <p:spPr bwMode="auto">
              <a:xfrm>
                <a:off x="546153" y="4588083"/>
                <a:ext cx="1670709" cy="1303807"/>
              </a:xfrm>
              <a:prstGeom prst="rect">
                <a:avLst/>
              </a:prstGeom>
              <a:solidFill>
                <a:srgbClr val="FFFFFF"/>
              </a:solidFill>
              <a:ln w="9525" cap="flat" cmpd="sng" algn="ctr">
                <a:solidFill>
                  <a:srgbClr val="000000"/>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9" name="TextBox 398">
                <a:extLst>
                  <a:ext uri="{FF2B5EF4-FFF2-40B4-BE49-F238E27FC236}">
                    <a16:creationId xmlns:a16="http://schemas.microsoft.com/office/drawing/2014/main" id="{2C75AB46-AB33-9740-81EC-74708279DD87}"/>
                  </a:ext>
                </a:extLst>
              </p:cNvPr>
              <p:cNvSpPr txBox="1"/>
              <p:nvPr/>
            </p:nvSpPr>
            <p:spPr>
              <a:xfrm>
                <a:off x="540390" y="4583226"/>
                <a:ext cx="620971" cy="311193"/>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dest</a:t>
                </a:r>
              </a:p>
            </p:txBody>
          </p:sp>
          <p:sp>
            <p:nvSpPr>
              <p:cNvPr id="400" name="TextBox 399">
                <a:extLst>
                  <a:ext uri="{FF2B5EF4-FFF2-40B4-BE49-F238E27FC236}">
                    <a16:creationId xmlns:a16="http://schemas.microsoft.com/office/drawing/2014/main" id="{38686A09-0D03-A841-8404-D171F189F414}"/>
                  </a:ext>
                </a:extLst>
              </p:cNvPr>
              <p:cNvSpPr txBox="1"/>
              <p:nvPr/>
            </p:nvSpPr>
            <p:spPr>
              <a:xfrm>
                <a:off x="1162170" y="4587898"/>
                <a:ext cx="1070012" cy="311193"/>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interface</a:t>
                </a:r>
              </a:p>
            </p:txBody>
          </p:sp>
          <p:cxnSp>
            <p:nvCxnSpPr>
              <p:cNvPr id="401" name="Straight Connector 400">
                <a:extLst>
                  <a:ext uri="{FF2B5EF4-FFF2-40B4-BE49-F238E27FC236}">
                    <a16:creationId xmlns:a16="http://schemas.microsoft.com/office/drawing/2014/main" id="{AC8CBB51-A053-514E-ACD9-6151F97FD682}"/>
                  </a:ext>
                </a:extLst>
              </p:cNvPr>
              <p:cNvCxnSpPr/>
              <p:nvPr/>
            </p:nvCxnSpPr>
            <p:spPr bwMode="auto">
              <a:xfrm>
                <a:off x="1154183" y="4593421"/>
                <a:ext cx="1345" cy="1293547"/>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2" name="Straight Connector 401">
                <a:extLst>
                  <a:ext uri="{FF2B5EF4-FFF2-40B4-BE49-F238E27FC236}">
                    <a16:creationId xmlns:a16="http://schemas.microsoft.com/office/drawing/2014/main" id="{FA2F333C-3FD2-9242-83D6-E9279BB9AEE7}"/>
                  </a:ext>
                </a:extLst>
              </p:cNvPr>
              <p:cNvCxnSpPr/>
              <p:nvPr/>
            </p:nvCxnSpPr>
            <p:spPr bwMode="auto">
              <a:xfrm flipH="1">
                <a:off x="537654" y="4911108"/>
                <a:ext cx="1679208"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5" name="TextBox 404">
                <a:extLst>
                  <a:ext uri="{FF2B5EF4-FFF2-40B4-BE49-F238E27FC236}">
                    <a16:creationId xmlns:a16="http://schemas.microsoft.com/office/drawing/2014/main" id="{925E3165-C5C1-3A45-B26E-AE3DA3A443EB}"/>
                  </a:ext>
                </a:extLst>
              </p:cNvPr>
              <p:cNvSpPr txBox="1"/>
              <p:nvPr/>
            </p:nvSpPr>
            <p:spPr>
              <a:xfrm>
                <a:off x="1222724" y="4844159"/>
                <a:ext cx="415498" cy="32057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29" name="TextBox 428">
                <a:extLst>
                  <a:ext uri="{FF2B5EF4-FFF2-40B4-BE49-F238E27FC236}">
                    <a16:creationId xmlns:a16="http://schemas.microsoft.com/office/drawing/2014/main" id="{E4A6E61C-D8FE-C44E-8F63-CE8EC820D104}"/>
                  </a:ext>
                </a:extLst>
              </p:cNvPr>
              <p:cNvSpPr txBox="1"/>
              <p:nvPr/>
            </p:nvSpPr>
            <p:spPr>
              <a:xfrm>
                <a:off x="1218025" y="5574320"/>
                <a:ext cx="415498" cy="32057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30" name="TextBox 429">
                <a:extLst>
                  <a:ext uri="{FF2B5EF4-FFF2-40B4-BE49-F238E27FC236}">
                    <a16:creationId xmlns:a16="http://schemas.microsoft.com/office/drawing/2014/main" id="{5B871468-78AD-9241-9FD3-D72F178B0CE9}"/>
                  </a:ext>
                </a:extLst>
              </p:cNvPr>
              <p:cNvSpPr txBox="1"/>
              <p:nvPr/>
            </p:nvSpPr>
            <p:spPr>
              <a:xfrm>
                <a:off x="646020" y="4843576"/>
                <a:ext cx="415498" cy="32057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31" name="TextBox 430">
                <a:extLst>
                  <a:ext uri="{FF2B5EF4-FFF2-40B4-BE49-F238E27FC236}">
                    <a16:creationId xmlns:a16="http://schemas.microsoft.com/office/drawing/2014/main" id="{17B61233-E6CB-4344-B113-8735ED26C804}"/>
                  </a:ext>
                </a:extLst>
              </p:cNvPr>
              <p:cNvSpPr txBox="1"/>
              <p:nvPr/>
            </p:nvSpPr>
            <p:spPr>
              <a:xfrm>
                <a:off x="669517" y="5573736"/>
                <a:ext cx="415498" cy="32057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grpSp>
      </p:grpSp>
      <p:sp>
        <p:nvSpPr>
          <p:cNvPr id="422" name="TextBox 421">
            <a:extLst>
              <a:ext uri="{FF2B5EF4-FFF2-40B4-BE49-F238E27FC236}">
                <a16:creationId xmlns:a16="http://schemas.microsoft.com/office/drawing/2014/main" id="{1B442015-A8C1-5147-B3B9-FA235C7F9741}"/>
              </a:ext>
            </a:extLst>
          </p:cNvPr>
          <p:cNvSpPr txBox="1"/>
          <p:nvPr/>
        </p:nvSpPr>
        <p:spPr>
          <a:xfrm>
            <a:off x="491927" y="2538311"/>
            <a:ext cx="1117981" cy="840230"/>
          </a:xfrm>
          <a:prstGeom prst="rect">
            <a:avLst/>
          </a:prstGeom>
          <a:noFill/>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local link interfaces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at 1a, 1d</a:t>
            </a:r>
          </a:p>
        </p:txBody>
      </p:sp>
      <p:sp>
        <p:nvSpPr>
          <p:cNvPr id="428" name="Rectangle 4">
            <a:extLst>
              <a:ext uri="{FF2B5EF4-FFF2-40B4-BE49-F238E27FC236}">
                <a16:creationId xmlns:a16="http://schemas.microsoft.com/office/drawing/2014/main" id="{AACCBEA1-299A-5C44-A466-34FB8D29936F}"/>
              </a:ext>
            </a:extLst>
          </p:cNvPr>
          <p:cNvSpPr txBox="1">
            <a:spLocks noChangeArrowheads="1"/>
          </p:cNvSpPr>
          <p:nvPr/>
        </p:nvSpPr>
        <p:spPr bwMode="auto">
          <a:xfrm>
            <a:off x="3129859" y="5365940"/>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d: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X</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p>
        </p:txBody>
      </p:sp>
      <p:grpSp>
        <p:nvGrpSpPr>
          <p:cNvPr id="137" name="Group 136">
            <a:extLst>
              <a:ext uri="{FF2B5EF4-FFF2-40B4-BE49-F238E27FC236}">
                <a16:creationId xmlns:a16="http://schemas.microsoft.com/office/drawing/2014/main" id="{74D48CBB-9624-F749-B349-65E926E47760}"/>
              </a:ext>
            </a:extLst>
          </p:cNvPr>
          <p:cNvGrpSpPr/>
          <p:nvPr/>
        </p:nvGrpSpPr>
        <p:grpSpPr>
          <a:xfrm>
            <a:off x="1260825" y="5090966"/>
            <a:ext cx="917328" cy="370003"/>
            <a:chOff x="1260825" y="5090966"/>
            <a:chExt cx="917328" cy="370003"/>
          </a:xfrm>
        </p:grpSpPr>
        <p:sp>
          <p:nvSpPr>
            <p:cNvPr id="3" name="TextBox 2">
              <a:extLst>
                <a:ext uri="{FF2B5EF4-FFF2-40B4-BE49-F238E27FC236}">
                  <a16:creationId xmlns:a16="http://schemas.microsoft.com/office/drawing/2014/main" id="{B149D47F-47C2-4640-90D5-811DF0983406}"/>
                </a:ext>
              </a:extLst>
            </p:cNvPr>
            <p:cNvSpPr txBox="1"/>
            <p:nvPr/>
          </p:nvSpPr>
          <p:spPr>
            <a:xfrm>
              <a:off x="1260825" y="5091637"/>
              <a:ext cx="399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1c</a:t>
              </a:r>
            </a:p>
          </p:txBody>
        </p:sp>
        <p:sp>
          <p:nvSpPr>
            <p:cNvPr id="432" name="TextBox 431">
              <a:extLst>
                <a:ext uri="{FF2B5EF4-FFF2-40B4-BE49-F238E27FC236}">
                  <a16:creationId xmlns:a16="http://schemas.microsoft.com/office/drawing/2014/main" id="{7F7426CB-FA4A-DA4E-B303-D5ABA601A29A}"/>
                </a:ext>
              </a:extLst>
            </p:cNvPr>
            <p:cNvSpPr txBox="1"/>
            <p:nvPr/>
          </p:nvSpPr>
          <p:spPr>
            <a:xfrm>
              <a:off x="1876467" y="5090966"/>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1</a:t>
              </a:r>
            </a:p>
          </p:txBody>
        </p:sp>
      </p:grpSp>
      <p:grpSp>
        <p:nvGrpSpPr>
          <p:cNvPr id="4" name="Group 3">
            <a:extLst>
              <a:ext uri="{FF2B5EF4-FFF2-40B4-BE49-F238E27FC236}">
                <a16:creationId xmlns:a16="http://schemas.microsoft.com/office/drawing/2014/main" id="{60B1F976-91BA-9E43-BECA-BFF703ACCF4A}"/>
              </a:ext>
            </a:extLst>
          </p:cNvPr>
          <p:cNvGrpSpPr/>
          <p:nvPr/>
        </p:nvGrpSpPr>
        <p:grpSpPr>
          <a:xfrm>
            <a:off x="1312521" y="5421278"/>
            <a:ext cx="864960" cy="372689"/>
            <a:chOff x="1312521" y="5421278"/>
            <a:chExt cx="864960" cy="372689"/>
          </a:xfrm>
        </p:grpSpPr>
        <p:sp>
          <p:nvSpPr>
            <p:cNvPr id="433" name="TextBox 432">
              <a:extLst>
                <a:ext uri="{FF2B5EF4-FFF2-40B4-BE49-F238E27FC236}">
                  <a16:creationId xmlns:a16="http://schemas.microsoft.com/office/drawing/2014/main" id="{9E836304-2537-8142-8A5E-31530A9D098A}"/>
                </a:ext>
              </a:extLst>
            </p:cNvPr>
            <p:cNvSpPr txBox="1"/>
            <p:nvPr/>
          </p:nvSpPr>
          <p:spPr>
            <a:xfrm>
              <a:off x="1312521" y="5421278"/>
              <a:ext cx="3048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0000"/>
                  </a:solidFill>
                  <a:effectLst/>
                  <a:uLnTx/>
                  <a:uFillTx/>
                  <a:latin typeface="Calibri" panose="020F0502020204030204"/>
                  <a:ea typeface="+mn-ea"/>
                  <a:cs typeface="+mn-cs"/>
                </a:rPr>
                <a:t>X</a:t>
              </a:r>
            </a:p>
          </p:txBody>
        </p:sp>
        <p:sp>
          <p:nvSpPr>
            <p:cNvPr id="434" name="TextBox 433">
              <a:extLst>
                <a:ext uri="{FF2B5EF4-FFF2-40B4-BE49-F238E27FC236}">
                  <a16:creationId xmlns:a16="http://schemas.microsoft.com/office/drawing/2014/main" id="{FF0DA654-D2E8-5144-A880-F6F9C6266762}"/>
                </a:ext>
              </a:extLst>
            </p:cNvPr>
            <p:cNvSpPr txBox="1"/>
            <p:nvPr/>
          </p:nvSpPr>
          <p:spPr>
            <a:xfrm>
              <a:off x="1875795" y="5424635"/>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0000"/>
                  </a:solidFill>
                  <a:effectLst/>
                  <a:uLnTx/>
                  <a:uFillTx/>
                  <a:latin typeface="Calibri" panose="020F0502020204030204"/>
                  <a:ea typeface="+mn-ea"/>
                  <a:cs typeface="+mn-cs"/>
                </a:rPr>
                <a:t>1</a:t>
              </a:r>
            </a:p>
          </p:txBody>
        </p:sp>
      </p:grpSp>
      <p:grpSp>
        <p:nvGrpSpPr>
          <p:cNvPr id="282" name="Group 281">
            <a:extLst>
              <a:ext uri="{FF2B5EF4-FFF2-40B4-BE49-F238E27FC236}">
                <a16:creationId xmlns:a16="http://schemas.microsoft.com/office/drawing/2014/main" id="{C144D101-D0B1-6543-A8E0-566D6F1F50E8}"/>
              </a:ext>
            </a:extLst>
          </p:cNvPr>
          <p:cNvGrpSpPr/>
          <p:nvPr/>
        </p:nvGrpSpPr>
        <p:grpSpPr>
          <a:xfrm>
            <a:off x="2293495" y="1828802"/>
            <a:ext cx="1139242" cy="1021848"/>
            <a:chOff x="852623" y="3061858"/>
            <a:chExt cx="1139242" cy="1021848"/>
          </a:xfrm>
        </p:grpSpPr>
        <p:grpSp>
          <p:nvGrpSpPr>
            <p:cNvPr id="283" name="Group 282">
              <a:extLst>
                <a:ext uri="{FF2B5EF4-FFF2-40B4-BE49-F238E27FC236}">
                  <a16:creationId xmlns:a16="http://schemas.microsoft.com/office/drawing/2014/main" id="{38F2F274-4A64-AD4E-9927-2F49E94DA059}"/>
                </a:ext>
              </a:extLst>
            </p:cNvPr>
            <p:cNvGrpSpPr/>
            <p:nvPr/>
          </p:nvGrpSpPr>
          <p:grpSpPr>
            <a:xfrm>
              <a:off x="852623" y="3198229"/>
              <a:ext cx="760478" cy="811277"/>
              <a:chOff x="4511542" y="2820739"/>
              <a:chExt cx="760478" cy="811277"/>
            </a:xfrm>
          </p:grpSpPr>
          <p:cxnSp>
            <p:nvCxnSpPr>
              <p:cNvPr id="287" name="Straight Arrow Connector 286">
                <a:extLst>
                  <a:ext uri="{FF2B5EF4-FFF2-40B4-BE49-F238E27FC236}">
                    <a16:creationId xmlns:a16="http://schemas.microsoft.com/office/drawing/2014/main" id="{176BA2B2-6ED5-8640-9902-E764DA8D04A0}"/>
                  </a:ext>
                </a:extLst>
              </p:cNvPr>
              <p:cNvCxnSpPr/>
              <p:nvPr/>
            </p:nvCxnSpPr>
            <p:spPr bwMode="auto">
              <a:xfrm flipH="1" flipV="1">
                <a:off x="4870276"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8" name="Straight Arrow Connector 287">
                <a:extLst>
                  <a:ext uri="{FF2B5EF4-FFF2-40B4-BE49-F238E27FC236}">
                    <a16:creationId xmlns:a16="http://schemas.microsoft.com/office/drawing/2014/main" id="{2DA97166-1EA4-4344-8916-CE5D63389D3B}"/>
                  </a:ext>
                </a:extLst>
              </p:cNvPr>
              <p:cNvCxnSpPr>
                <a:cxnSpLocks/>
              </p:cNvCxnSpPr>
              <p:nvPr/>
            </p:nvCxnSpPr>
            <p:spPr bwMode="auto">
              <a:xfrm flipH="1" flipV="1">
                <a:off x="4511542" y="3225138"/>
                <a:ext cx="641247" cy="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9" name="Straight Arrow Connector 288">
                <a:extLst>
                  <a:ext uri="{FF2B5EF4-FFF2-40B4-BE49-F238E27FC236}">
                    <a16:creationId xmlns:a16="http://schemas.microsoft.com/office/drawing/2014/main" id="{575BC7B0-A666-5F4D-86ED-190B9C377AC1}"/>
                  </a:ext>
                </a:extLst>
              </p:cNvPr>
              <p:cNvCxnSpPr>
                <a:cxnSpLocks/>
              </p:cNvCxnSpPr>
              <p:nvPr/>
            </p:nvCxnSpPr>
            <p:spPr bwMode="auto">
              <a:xfrm flipH="1">
                <a:off x="4834894" y="3343933"/>
                <a:ext cx="422409" cy="288083"/>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84" name="TextBox 283">
              <a:extLst>
                <a:ext uri="{FF2B5EF4-FFF2-40B4-BE49-F238E27FC236}">
                  <a16:creationId xmlns:a16="http://schemas.microsoft.com/office/drawing/2014/main" id="{B4015E0A-837A-4647-9341-12FC40A514D8}"/>
                </a:ext>
              </a:extLst>
            </p:cNvPr>
            <p:cNvSpPr txBox="1"/>
            <p:nvPr/>
          </p:nvSpPr>
          <p:spPr>
            <a:xfrm>
              <a:off x="915200" y="3355868"/>
              <a:ext cx="6006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C00000"/>
                  </a:solidFill>
                  <a:effectLst/>
                  <a:uLnTx/>
                  <a:uFillTx/>
                  <a:latin typeface="Calibri" panose="020F0502020204030204"/>
                  <a:ea typeface="+mn-ea"/>
                  <a:cs typeface="+mn-cs"/>
                </a:rPr>
                <a:t>AS3,X</a:t>
              </a:r>
            </a:p>
          </p:txBody>
        </p:sp>
        <p:sp>
          <p:nvSpPr>
            <p:cNvPr id="285" name="TextBox 284">
              <a:extLst>
                <a:ext uri="{FF2B5EF4-FFF2-40B4-BE49-F238E27FC236}">
                  <a16:creationId xmlns:a16="http://schemas.microsoft.com/office/drawing/2014/main" id="{E2EDF494-5495-EE49-97EB-E62100D879AF}"/>
                </a:ext>
              </a:extLst>
            </p:cNvPr>
            <p:cNvSpPr txBox="1"/>
            <p:nvPr/>
          </p:nvSpPr>
          <p:spPr>
            <a:xfrm>
              <a:off x="1365356" y="3061858"/>
              <a:ext cx="6006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C00000"/>
                  </a:solidFill>
                  <a:effectLst/>
                  <a:uLnTx/>
                  <a:uFillTx/>
                  <a:latin typeface="Calibri" panose="020F0502020204030204"/>
                  <a:ea typeface="+mn-ea"/>
                  <a:cs typeface="+mn-cs"/>
                </a:rPr>
                <a:t>AS3,X</a:t>
              </a:r>
            </a:p>
          </p:txBody>
        </p:sp>
        <p:sp>
          <p:nvSpPr>
            <p:cNvPr id="286" name="TextBox 285">
              <a:extLst>
                <a:ext uri="{FF2B5EF4-FFF2-40B4-BE49-F238E27FC236}">
                  <a16:creationId xmlns:a16="http://schemas.microsoft.com/office/drawing/2014/main" id="{7E410066-C6E9-B44F-AAFC-4640D9619FDB}"/>
                </a:ext>
              </a:extLst>
            </p:cNvPr>
            <p:cNvSpPr txBox="1"/>
            <p:nvPr/>
          </p:nvSpPr>
          <p:spPr>
            <a:xfrm>
              <a:off x="1391251" y="3775929"/>
              <a:ext cx="6006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C00000"/>
                  </a:solidFill>
                  <a:effectLst/>
                  <a:uLnTx/>
                  <a:uFillTx/>
                  <a:latin typeface="Calibri" panose="020F0502020204030204"/>
                  <a:ea typeface="+mn-ea"/>
                  <a:cs typeface="+mn-cs"/>
                </a:rPr>
                <a:t>AS3,X</a:t>
              </a:r>
            </a:p>
          </p:txBody>
        </p:sp>
      </p:grpSp>
    </p:spTree>
    <p:extLst>
      <p:ext uri="{BB962C8B-B14F-4D97-AF65-F5344CB8AC3E}">
        <p14:creationId xmlns:p14="http://schemas.microsoft.com/office/powerpoint/2010/main" val="7442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dissolve">
                                      <p:cBhvr>
                                        <p:cTn id="7" dur="500"/>
                                        <p:tgtEl>
                                          <p:spTgt spid="384"/>
                                        </p:tgtEl>
                                      </p:cBhvr>
                                    </p:animEffect>
                                  </p:childTnLst>
                                </p:cTn>
                              </p:par>
                            </p:childTnLst>
                          </p:cTn>
                        </p:par>
                        <p:par>
                          <p:cTn id="8" fill="hold">
                            <p:stCondLst>
                              <p:cond delay="500"/>
                            </p:stCondLst>
                            <p:childTnLst>
                              <p:par>
                                <p:cTn id="9" presetID="9" presetClass="exit" presetSubtype="0" fill="hold" nodeType="afterEffect">
                                  <p:stCondLst>
                                    <p:cond delay="0"/>
                                  </p:stCondLst>
                                  <p:childTnLst>
                                    <p:animEffect transition="out" filter="dissolve">
                                      <p:cBhvr>
                                        <p:cTn id="10" dur="500"/>
                                        <p:tgtEl>
                                          <p:spTgt spid="335"/>
                                        </p:tgtEl>
                                      </p:cBhvr>
                                    </p:animEffect>
                                    <p:set>
                                      <p:cBhvr>
                                        <p:cTn id="11" dur="1" fill="hold">
                                          <p:stCondLst>
                                            <p:cond delay="499"/>
                                          </p:stCondLst>
                                        </p:cTn>
                                        <p:tgtEl>
                                          <p:spTgt spid="335"/>
                                        </p:tgtEl>
                                        <p:attrNameLst>
                                          <p:attrName>style.visibility</p:attrName>
                                        </p:attrNameLst>
                                      </p:cBhvr>
                                      <p:to>
                                        <p:strVal val="hidden"/>
                                      </p:to>
                                    </p:set>
                                  </p:childTnLst>
                                </p:cTn>
                              </p:par>
                              <p:par>
                                <p:cTn id="12" presetID="9" presetClass="exit" presetSubtype="0" fill="hold" nodeType="withEffect">
                                  <p:stCondLst>
                                    <p:cond delay="0"/>
                                  </p:stCondLst>
                                  <p:childTnLst>
                                    <p:animEffect transition="out" filter="dissolve">
                                      <p:cBhvr>
                                        <p:cTn id="13" dur="500"/>
                                        <p:tgtEl>
                                          <p:spTgt spid="246"/>
                                        </p:tgtEl>
                                      </p:cBhvr>
                                    </p:animEffect>
                                    <p:set>
                                      <p:cBhvr>
                                        <p:cTn id="14" dur="1" fill="hold">
                                          <p:stCondLst>
                                            <p:cond delay="499"/>
                                          </p:stCondLst>
                                        </p:cTn>
                                        <p:tgtEl>
                                          <p:spTgt spid="246"/>
                                        </p:tgtEl>
                                        <p:attrNameLst>
                                          <p:attrName>style.visibility</p:attrName>
                                        </p:attrNameLst>
                                      </p:cBhvr>
                                      <p:to>
                                        <p:strVal val="hidden"/>
                                      </p:to>
                                    </p:set>
                                  </p:childTnLst>
                                </p:cTn>
                              </p:par>
                              <p:par>
                                <p:cTn id="15" presetID="9" presetClass="exit" presetSubtype="0" fill="hold" nodeType="withEffect">
                                  <p:stCondLst>
                                    <p:cond delay="0"/>
                                  </p:stCondLst>
                                  <p:childTnLst>
                                    <p:animEffect transition="out" filter="dissolve">
                                      <p:cBhvr>
                                        <p:cTn id="16" dur="500"/>
                                        <p:tgtEl>
                                          <p:spTgt spid="231"/>
                                        </p:tgtEl>
                                      </p:cBhvr>
                                    </p:animEffect>
                                    <p:set>
                                      <p:cBhvr>
                                        <p:cTn id="17" dur="1" fill="hold">
                                          <p:stCondLst>
                                            <p:cond delay="499"/>
                                          </p:stCondLst>
                                        </p:cTn>
                                        <p:tgtEl>
                                          <p:spTgt spid="231"/>
                                        </p:tgtEl>
                                        <p:attrNameLst>
                                          <p:attrName>style.visibility</p:attrName>
                                        </p:attrNameLst>
                                      </p:cBhvr>
                                      <p:to>
                                        <p:strVal val="hidden"/>
                                      </p:to>
                                    </p:set>
                                  </p:childTnLst>
                                </p:cTn>
                              </p:par>
                              <p:par>
                                <p:cTn id="18" presetID="9" presetClass="entr" presetSubtype="0" fill="hold" grpId="0" nodeType="withEffect">
                                  <p:stCondLst>
                                    <p:cond delay="0"/>
                                  </p:stCondLst>
                                  <p:childTnLst>
                                    <p:set>
                                      <p:cBhvr>
                                        <p:cTn id="19" dur="1" fill="hold">
                                          <p:stCondLst>
                                            <p:cond delay="0"/>
                                          </p:stCondLst>
                                        </p:cTn>
                                        <p:tgtEl>
                                          <p:spTgt spid="422"/>
                                        </p:tgtEl>
                                        <p:attrNameLst>
                                          <p:attrName>style.visibility</p:attrName>
                                        </p:attrNameLst>
                                      </p:cBhvr>
                                      <p:to>
                                        <p:strVal val="visible"/>
                                      </p:to>
                                    </p:set>
                                    <p:animEffect transition="in" filter="dissolve">
                                      <p:cBhvr>
                                        <p:cTn id="20" dur="500"/>
                                        <p:tgtEl>
                                          <p:spTgt spid="42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89"/>
                                        </p:tgtEl>
                                        <p:attrNameLst>
                                          <p:attrName>style.visibility</p:attrName>
                                        </p:attrNameLst>
                                      </p:cBhvr>
                                      <p:to>
                                        <p:strVal val="visible"/>
                                      </p:to>
                                    </p:set>
                                    <p:animEffect transition="in" filter="wipe(up)">
                                      <p:cBhvr>
                                        <p:cTn id="25" dur="1000"/>
                                        <p:tgtEl>
                                          <p:spTgt spid="389"/>
                                        </p:tgtEl>
                                      </p:cBhvr>
                                    </p:animEffect>
                                  </p:childTnLst>
                                </p:cTn>
                              </p:par>
                              <p:par>
                                <p:cTn id="26" presetID="9" presetClass="entr" presetSubtype="0" fill="hold" nodeType="withEffect">
                                  <p:stCondLst>
                                    <p:cond delay="0"/>
                                  </p:stCondLst>
                                  <p:childTnLst>
                                    <p:set>
                                      <p:cBhvr>
                                        <p:cTn id="27" dur="1" fill="hold">
                                          <p:stCondLst>
                                            <p:cond delay="0"/>
                                          </p:stCondLst>
                                        </p:cTn>
                                        <p:tgtEl>
                                          <p:spTgt spid="137"/>
                                        </p:tgtEl>
                                        <p:attrNameLst>
                                          <p:attrName>style.visibility</p:attrName>
                                        </p:attrNameLst>
                                      </p:cBhvr>
                                      <p:to>
                                        <p:strVal val="visible"/>
                                      </p:to>
                                    </p:set>
                                    <p:animEffect transition="in" filter="dissolve">
                                      <p:cBhvr>
                                        <p:cTn id="28" dur="500"/>
                                        <p:tgtEl>
                                          <p:spTgt spid="13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83"/>
                                        </p:tgtEl>
                                        <p:attrNameLst>
                                          <p:attrName>style.visibility</p:attrName>
                                        </p:attrNameLst>
                                      </p:cBhvr>
                                      <p:to>
                                        <p:strVal val="visible"/>
                                      </p:to>
                                    </p:set>
                                    <p:animEffect transition="in" filter="dissolve">
                                      <p:cBhvr>
                                        <p:cTn id="31" dur="500"/>
                                        <p:tgtEl>
                                          <p:spTgt spid="383"/>
                                        </p:tgtEl>
                                      </p:cBhvr>
                                    </p:animEffect>
                                  </p:childTnLst>
                                </p:cTn>
                              </p:par>
                              <p:par>
                                <p:cTn id="32" presetID="9" presetClass="exit" presetSubtype="0" fill="hold" grpId="1" nodeType="withEffect">
                                  <p:stCondLst>
                                    <p:cond delay="0"/>
                                  </p:stCondLst>
                                  <p:childTnLst>
                                    <p:animEffect transition="out" filter="dissolve">
                                      <p:cBhvr>
                                        <p:cTn id="33" dur="500"/>
                                        <p:tgtEl>
                                          <p:spTgt spid="422"/>
                                        </p:tgtEl>
                                      </p:cBhvr>
                                    </p:animEffect>
                                    <p:set>
                                      <p:cBhvr>
                                        <p:cTn id="34" dur="1" fill="hold">
                                          <p:stCondLst>
                                            <p:cond delay="499"/>
                                          </p:stCondLst>
                                        </p:cTn>
                                        <p:tgtEl>
                                          <p:spTgt spid="42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dissolve">
                                      <p:cBhvr>
                                        <p:cTn id="39" dur="500"/>
                                        <p:tgtEl>
                                          <p:spTgt spid="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428"/>
                                        </p:tgtEl>
                                        <p:attrNameLst>
                                          <p:attrName>style.visibility</p:attrName>
                                        </p:attrNameLst>
                                      </p:cBhvr>
                                      <p:to>
                                        <p:strVal val="visible"/>
                                      </p:to>
                                    </p:set>
                                    <p:animEffect transition="in" filter="dissolve">
                                      <p:cBhvr>
                                        <p:cTn id="42" dur="5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 grpId="0"/>
      <p:bldP spid="422" grpId="0"/>
      <p:bldP spid="422" grpId="1"/>
      <p:bldP spid="4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9" name="Group 708">
            <a:extLst>
              <a:ext uri="{FF2B5EF4-FFF2-40B4-BE49-F238E27FC236}">
                <a16:creationId xmlns:a16="http://schemas.microsoft.com/office/drawing/2014/main" id="{1F41E039-69B1-C84B-A231-87568310385C}"/>
              </a:ext>
            </a:extLst>
          </p:cNvPr>
          <p:cNvGrpSpPr/>
          <p:nvPr/>
        </p:nvGrpSpPr>
        <p:grpSpPr>
          <a:xfrm>
            <a:off x="1163507" y="1064076"/>
            <a:ext cx="9801110" cy="2876474"/>
            <a:chOff x="1113403" y="1064076"/>
            <a:chExt cx="9801110" cy="2876474"/>
          </a:xfrm>
        </p:grpSpPr>
        <p:grpSp>
          <p:nvGrpSpPr>
            <p:cNvPr id="710" name="Group 709">
              <a:extLst>
                <a:ext uri="{FF2B5EF4-FFF2-40B4-BE49-F238E27FC236}">
                  <a16:creationId xmlns:a16="http://schemas.microsoft.com/office/drawing/2014/main" id="{358F421E-8ED0-8E45-B17C-02ACEF578637}"/>
                </a:ext>
              </a:extLst>
            </p:cNvPr>
            <p:cNvGrpSpPr/>
            <p:nvPr/>
          </p:nvGrpSpPr>
          <p:grpSpPr>
            <a:xfrm>
              <a:off x="1113403" y="1064076"/>
              <a:ext cx="9801110" cy="2876474"/>
              <a:chOff x="1426553" y="3694542"/>
              <a:chExt cx="9801110" cy="2876474"/>
            </a:xfrm>
          </p:grpSpPr>
          <p:grpSp>
            <p:nvGrpSpPr>
              <p:cNvPr id="712" name="Group 711">
                <a:extLst>
                  <a:ext uri="{FF2B5EF4-FFF2-40B4-BE49-F238E27FC236}">
                    <a16:creationId xmlns:a16="http://schemas.microsoft.com/office/drawing/2014/main" id="{1BC421A3-D5D4-D44E-B01C-625A8BEB17CB}"/>
                  </a:ext>
                </a:extLst>
              </p:cNvPr>
              <p:cNvGrpSpPr/>
              <p:nvPr/>
            </p:nvGrpSpPr>
            <p:grpSpPr>
              <a:xfrm>
                <a:off x="1426553" y="3694542"/>
                <a:ext cx="9249542" cy="2876474"/>
                <a:chOff x="1426553" y="3694542"/>
                <a:chExt cx="9249542" cy="2876474"/>
              </a:xfrm>
            </p:grpSpPr>
            <p:grpSp>
              <p:nvGrpSpPr>
                <p:cNvPr id="730" name="Group 729">
                  <a:extLst>
                    <a:ext uri="{FF2B5EF4-FFF2-40B4-BE49-F238E27FC236}">
                      <a16:creationId xmlns:a16="http://schemas.microsoft.com/office/drawing/2014/main" id="{ABD7D0B3-FF50-7F41-A3A6-44EAF38A4B70}"/>
                    </a:ext>
                  </a:extLst>
                </p:cNvPr>
                <p:cNvGrpSpPr/>
                <p:nvPr/>
              </p:nvGrpSpPr>
              <p:grpSpPr>
                <a:xfrm>
                  <a:off x="4625977" y="4850481"/>
                  <a:ext cx="2545688" cy="1720535"/>
                  <a:chOff x="4625977" y="4850481"/>
                  <a:chExt cx="2545688" cy="1720535"/>
                </a:xfrm>
              </p:grpSpPr>
              <p:grpSp>
                <p:nvGrpSpPr>
                  <p:cNvPr id="864" name="Group 863">
                    <a:extLst>
                      <a:ext uri="{FF2B5EF4-FFF2-40B4-BE49-F238E27FC236}">
                        <a16:creationId xmlns:a16="http://schemas.microsoft.com/office/drawing/2014/main" id="{DD424EE1-85A8-444D-A8D1-7D38FAD08860}"/>
                      </a:ext>
                    </a:extLst>
                  </p:cNvPr>
                  <p:cNvGrpSpPr/>
                  <p:nvPr/>
                </p:nvGrpSpPr>
                <p:grpSpPr>
                  <a:xfrm>
                    <a:off x="4625977" y="4850481"/>
                    <a:ext cx="2545688" cy="1720535"/>
                    <a:chOff x="-2170772" y="2784954"/>
                    <a:chExt cx="2712783" cy="1853712"/>
                  </a:xfrm>
                </p:grpSpPr>
                <p:sp>
                  <p:nvSpPr>
                    <p:cNvPr id="866" name="Freeform 2">
                      <a:extLst>
                        <a:ext uri="{FF2B5EF4-FFF2-40B4-BE49-F238E27FC236}">
                          <a16:creationId xmlns:a16="http://schemas.microsoft.com/office/drawing/2014/main" id="{A08F267F-4261-B94D-A420-8BAFE1C906D9}"/>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867" name="Group 866">
                      <a:extLst>
                        <a:ext uri="{FF2B5EF4-FFF2-40B4-BE49-F238E27FC236}">
                          <a16:creationId xmlns:a16="http://schemas.microsoft.com/office/drawing/2014/main" id="{6C152276-B4D4-DD40-9914-32913FAF7494}"/>
                        </a:ext>
                      </a:extLst>
                    </p:cNvPr>
                    <p:cNvGrpSpPr/>
                    <p:nvPr/>
                  </p:nvGrpSpPr>
                  <p:grpSpPr>
                    <a:xfrm>
                      <a:off x="-1935370" y="2935816"/>
                      <a:ext cx="2333625" cy="1590649"/>
                      <a:chOff x="833331" y="2873352"/>
                      <a:chExt cx="2333625" cy="1590649"/>
                    </a:xfrm>
                  </p:grpSpPr>
                  <p:grpSp>
                    <p:nvGrpSpPr>
                      <p:cNvPr id="868" name="Group 867">
                        <a:extLst>
                          <a:ext uri="{FF2B5EF4-FFF2-40B4-BE49-F238E27FC236}">
                            <a16:creationId xmlns:a16="http://schemas.microsoft.com/office/drawing/2014/main" id="{984DD8A4-E214-7F4B-90A9-8295BFEB5C28}"/>
                          </a:ext>
                        </a:extLst>
                      </p:cNvPr>
                      <p:cNvGrpSpPr/>
                      <p:nvPr/>
                    </p:nvGrpSpPr>
                    <p:grpSpPr>
                      <a:xfrm>
                        <a:off x="1736090" y="2873352"/>
                        <a:ext cx="565150" cy="369332"/>
                        <a:chOff x="1736090" y="2873352"/>
                        <a:chExt cx="565150" cy="369332"/>
                      </a:xfrm>
                    </p:grpSpPr>
                    <p:grpSp>
                      <p:nvGrpSpPr>
                        <p:cNvPr id="914" name="Group 327">
                          <a:extLst>
                            <a:ext uri="{FF2B5EF4-FFF2-40B4-BE49-F238E27FC236}">
                              <a16:creationId xmlns:a16="http://schemas.microsoft.com/office/drawing/2014/main" id="{16416F8E-73DA-7E44-A2E1-11F9A389B401}"/>
                            </a:ext>
                          </a:extLst>
                        </p:cNvPr>
                        <p:cNvGrpSpPr>
                          <a:grpSpLocks/>
                        </p:cNvGrpSpPr>
                        <p:nvPr/>
                      </p:nvGrpSpPr>
                      <p:grpSpPr bwMode="auto">
                        <a:xfrm>
                          <a:off x="1736090" y="2893762"/>
                          <a:ext cx="565150" cy="292100"/>
                          <a:chOff x="1871277" y="1576300"/>
                          <a:chExt cx="1128371" cy="437861"/>
                        </a:xfrm>
                      </p:grpSpPr>
                      <p:sp>
                        <p:nvSpPr>
                          <p:cNvPr id="918" name="Oval 917">
                            <a:extLst>
                              <a:ext uri="{FF2B5EF4-FFF2-40B4-BE49-F238E27FC236}">
                                <a16:creationId xmlns:a16="http://schemas.microsoft.com/office/drawing/2014/main" id="{45F6DB6D-85EE-CF48-AC13-61C36E83062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9" name="Rectangle 918">
                            <a:extLst>
                              <a:ext uri="{FF2B5EF4-FFF2-40B4-BE49-F238E27FC236}">
                                <a16:creationId xmlns:a16="http://schemas.microsoft.com/office/drawing/2014/main" id="{3A14DF77-624B-E44E-87A5-E8B586AC488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Oval 919">
                            <a:extLst>
                              <a:ext uri="{FF2B5EF4-FFF2-40B4-BE49-F238E27FC236}">
                                <a16:creationId xmlns:a16="http://schemas.microsoft.com/office/drawing/2014/main" id="{C264CA65-7553-FD42-9C26-EB736D772FB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1" name="Freeform 920">
                            <a:extLst>
                              <a:ext uri="{FF2B5EF4-FFF2-40B4-BE49-F238E27FC236}">
                                <a16:creationId xmlns:a16="http://schemas.microsoft.com/office/drawing/2014/main" id="{9D17FB0D-D5F8-D24E-A415-30E6C2573D3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2" name="Freeform 921">
                            <a:extLst>
                              <a:ext uri="{FF2B5EF4-FFF2-40B4-BE49-F238E27FC236}">
                                <a16:creationId xmlns:a16="http://schemas.microsoft.com/office/drawing/2014/main" id="{F9A51000-975B-EB40-8B99-2B6B64AC243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3" name="Freeform 922">
                            <a:extLst>
                              <a:ext uri="{FF2B5EF4-FFF2-40B4-BE49-F238E27FC236}">
                                <a16:creationId xmlns:a16="http://schemas.microsoft.com/office/drawing/2014/main" id="{CBF9A2EE-5BAF-6347-8868-546C1DA662E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4" name="Freeform 923">
                            <a:extLst>
                              <a:ext uri="{FF2B5EF4-FFF2-40B4-BE49-F238E27FC236}">
                                <a16:creationId xmlns:a16="http://schemas.microsoft.com/office/drawing/2014/main" id="{66A8568D-930B-A144-96E9-3A6098D4666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5" name="Straight Connector 924">
                            <a:extLst>
                              <a:ext uri="{FF2B5EF4-FFF2-40B4-BE49-F238E27FC236}">
                                <a16:creationId xmlns:a16="http://schemas.microsoft.com/office/drawing/2014/main" id="{B45965DA-8119-F346-B78B-95D8507549C3}"/>
                              </a:ext>
                            </a:extLst>
                          </p:cNvPr>
                          <p:cNvCxnSpPr>
                            <a:endCxn id="9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6" name="Straight Connector 925">
                            <a:extLst>
                              <a:ext uri="{FF2B5EF4-FFF2-40B4-BE49-F238E27FC236}">
                                <a16:creationId xmlns:a16="http://schemas.microsoft.com/office/drawing/2014/main" id="{358648E1-B6D7-BB4E-B30C-0ABC3A20459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5" name="Group 914">
                          <a:extLst>
                            <a:ext uri="{FF2B5EF4-FFF2-40B4-BE49-F238E27FC236}">
                              <a16:creationId xmlns:a16="http://schemas.microsoft.com/office/drawing/2014/main" id="{6E3FD144-ACD9-8B46-8DFA-31013DF10219}"/>
                            </a:ext>
                          </a:extLst>
                        </p:cNvPr>
                        <p:cNvGrpSpPr/>
                        <p:nvPr/>
                      </p:nvGrpSpPr>
                      <p:grpSpPr>
                        <a:xfrm>
                          <a:off x="1770362" y="2873352"/>
                          <a:ext cx="441422" cy="369332"/>
                          <a:chOff x="667045" y="1708643"/>
                          <a:chExt cx="441422" cy="369332"/>
                        </a:xfrm>
                      </p:grpSpPr>
                      <p:sp>
                        <p:nvSpPr>
                          <p:cNvPr id="916" name="Oval 915">
                            <a:extLst>
                              <a:ext uri="{FF2B5EF4-FFF2-40B4-BE49-F238E27FC236}">
                                <a16:creationId xmlns:a16="http://schemas.microsoft.com/office/drawing/2014/main" id="{521E7560-3C19-5445-8F40-2B5FD84E923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7" name="TextBox 916">
                            <a:extLst>
                              <a:ext uri="{FF2B5EF4-FFF2-40B4-BE49-F238E27FC236}">
                                <a16:creationId xmlns:a16="http://schemas.microsoft.com/office/drawing/2014/main" id="{6CC18FED-8C8E-6746-82C1-76A1B1E31A06}"/>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2b</a:t>
                            </a:r>
                          </a:p>
                        </p:txBody>
                      </p:sp>
                    </p:grpSp>
                  </p:grpSp>
                  <p:grpSp>
                    <p:nvGrpSpPr>
                      <p:cNvPr id="869" name="Group 868">
                        <a:extLst>
                          <a:ext uri="{FF2B5EF4-FFF2-40B4-BE49-F238E27FC236}">
                            <a16:creationId xmlns:a16="http://schemas.microsoft.com/office/drawing/2014/main" id="{24CDA961-8A3C-1A4A-87FF-9ED829FB0BB9}"/>
                          </a:ext>
                        </a:extLst>
                      </p:cNvPr>
                      <p:cNvGrpSpPr/>
                      <p:nvPr/>
                    </p:nvGrpSpPr>
                    <p:grpSpPr>
                      <a:xfrm>
                        <a:off x="1740320" y="4094669"/>
                        <a:ext cx="565150" cy="369332"/>
                        <a:chOff x="1736090" y="2873352"/>
                        <a:chExt cx="565150" cy="369332"/>
                      </a:xfrm>
                    </p:grpSpPr>
                    <p:grpSp>
                      <p:nvGrpSpPr>
                        <p:cNvPr id="901" name="Group 327">
                          <a:extLst>
                            <a:ext uri="{FF2B5EF4-FFF2-40B4-BE49-F238E27FC236}">
                              <a16:creationId xmlns:a16="http://schemas.microsoft.com/office/drawing/2014/main" id="{FBB55B34-4F76-4F45-A2E1-FE6143EE8638}"/>
                            </a:ext>
                          </a:extLst>
                        </p:cNvPr>
                        <p:cNvGrpSpPr>
                          <a:grpSpLocks/>
                        </p:cNvGrpSpPr>
                        <p:nvPr/>
                      </p:nvGrpSpPr>
                      <p:grpSpPr bwMode="auto">
                        <a:xfrm>
                          <a:off x="1736090" y="2893762"/>
                          <a:ext cx="565150" cy="292100"/>
                          <a:chOff x="1871277" y="1576300"/>
                          <a:chExt cx="1128371" cy="437861"/>
                        </a:xfrm>
                      </p:grpSpPr>
                      <p:sp>
                        <p:nvSpPr>
                          <p:cNvPr id="905" name="Oval 904">
                            <a:extLst>
                              <a:ext uri="{FF2B5EF4-FFF2-40B4-BE49-F238E27FC236}">
                                <a16:creationId xmlns:a16="http://schemas.microsoft.com/office/drawing/2014/main" id="{9C6C507D-6C63-294A-B3E6-403FABD134B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6" name="Rectangle 905">
                            <a:extLst>
                              <a:ext uri="{FF2B5EF4-FFF2-40B4-BE49-F238E27FC236}">
                                <a16:creationId xmlns:a16="http://schemas.microsoft.com/office/drawing/2014/main" id="{9E22BB70-F61E-D04A-A519-1D0AF342067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7" name="Oval 906">
                            <a:extLst>
                              <a:ext uri="{FF2B5EF4-FFF2-40B4-BE49-F238E27FC236}">
                                <a16:creationId xmlns:a16="http://schemas.microsoft.com/office/drawing/2014/main" id="{D1104472-DC58-0E48-A05B-CA908F609B9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8" name="Freeform 907">
                            <a:extLst>
                              <a:ext uri="{FF2B5EF4-FFF2-40B4-BE49-F238E27FC236}">
                                <a16:creationId xmlns:a16="http://schemas.microsoft.com/office/drawing/2014/main" id="{DEA263ED-CEC5-DA4F-B4B0-51403C49CE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9" name="Freeform 908">
                            <a:extLst>
                              <a:ext uri="{FF2B5EF4-FFF2-40B4-BE49-F238E27FC236}">
                                <a16:creationId xmlns:a16="http://schemas.microsoft.com/office/drawing/2014/main" id="{397C235E-CDFA-4049-BB15-744CA4F7611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0" name="Freeform 909">
                            <a:extLst>
                              <a:ext uri="{FF2B5EF4-FFF2-40B4-BE49-F238E27FC236}">
                                <a16:creationId xmlns:a16="http://schemas.microsoft.com/office/drawing/2014/main" id="{FCD39440-5B9B-7746-A7C3-024B9988D5C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1" name="Freeform 910">
                            <a:extLst>
                              <a:ext uri="{FF2B5EF4-FFF2-40B4-BE49-F238E27FC236}">
                                <a16:creationId xmlns:a16="http://schemas.microsoft.com/office/drawing/2014/main" id="{6BC1008D-C639-2946-B788-616DC1D442E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2" name="Straight Connector 911">
                            <a:extLst>
                              <a:ext uri="{FF2B5EF4-FFF2-40B4-BE49-F238E27FC236}">
                                <a16:creationId xmlns:a16="http://schemas.microsoft.com/office/drawing/2014/main" id="{52AF9C52-A2A0-DB45-B6D1-87BCCD857535}"/>
                              </a:ext>
                            </a:extLst>
                          </p:cNvPr>
                          <p:cNvCxnSpPr>
                            <a:endCxn id="9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13" name="Straight Connector 912">
                            <a:extLst>
                              <a:ext uri="{FF2B5EF4-FFF2-40B4-BE49-F238E27FC236}">
                                <a16:creationId xmlns:a16="http://schemas.microsoft.com/office/drawing/2014/main" id="{3045BEB5-088F-4041-BC9C-FC941866539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02" name="Group 901">
                          <a:extLst>
                            <a:ext uri="{FF2B5EF4-FFF2-40B4-BE49-F238E27FC236}">
                              <a16:creationId xmlns:a16="http://schemas.microsoft.com/office/drawing/2014/main" id="{2A51E43C-BAA7-0042-8AAA-798AC7449271}"/>
                            </a:ext>
                          </a:extLst>
                        </p:cNvPr>
                        <p:cNvGrpSpPr/>
                        <p:nvPr/>
                      </p:nvGrpSpPr>
                      <p:grpSpPr>
                        <a:xfrm>
                          <a:off x="1770362" y="2873352"/>
                          <a:ext cx="441422" cy="369332"/>
                          <a:chOff x="667045" y="1708643"/>
                          <a:chExt cx="441422" cy="369332"/>
                        </a:xfrm>
                      </p:grpSpPr>
                      <p:sp>
                        <p:nvSpPr>
                          <p:cNvPr id="903" name="Oval 902">
                            <a:extLst>
                              <a:ext uri="{FF2B5EF4-FFF2-40B4-BE49-F238E27FC236}">
                                <a16:creationId xmlns:a16="http://schemas.microsoft.com/office/drawing/2014/main" id="{50FB2868-EF79-8146-9629-D6ED30AF39B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4" name="TextBox 903">
                            <a:extLst>
                              <a:ext uri="{FF2B5EF4-FFF2-40B4-BE49-F238E27FC236}">
                                <a16:creationId xmlns:a16="http://schemas.microsoft.com/office/drawing/2014/main" id="{BF56E4DD-3E9B-734D-A27A-A1D220E3D2EA}"/>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2d</a:t>
                            </a:r>
                          </a:p>
                        </p:txBody>
                      </p:sp>
                    </p:grpSp>
                  </p:grpSp>
                  <p:grpSp>
                    <p:nvGrpSpPr>
                      <p:cNvPr id="870" name="Group 869">
                        <a:extLst>
                          <a:ext uri="{FF2B5EF4-FFF2-40B4-BE49-F238E27FC236}">
                            <a16:creationId xmlns:a16="http://schemas.microsoft.com/office/drawing/2014/main" id="{D438F4A2-E4FF-7F41-B86F-D77DCC378D3C}"/>
                          </a:ext>
                        </a:extLst>
                      </p:cNvPr>
                      <p:cNvGrpSpPr/>
                      <p:nvPr/>
                    </p:nvGrpSpPr>
                    <p:grpSpPr>
                      <a:xfrm>
                        <a:off x="2601806" y="3485072"/>
                        <a:ext cx="565150" cy="369332"/>
                        <a:chOff x="1736090" y="2873352"/>
                        <a:chExt cx="565150" cy="369332"/>
                      </a:xfrm>
                    </p:grpSpPr>
                    <p:grpSp>
                      <p:nvGrpSpPr>
                        <p:cNvPr id="888" name="Group 327">
                          <a:extLst>
                            <a:ext uri="{FF2B5EF4-FFF2-40B4-BE49-F238E27FC236}">
                              <a16:creationId xmlns:a16="http://schemas.microsoft.com/office/drawing/2014/main" id="{8C7E775C-1367-9049-B5AD-A39C7DC7FCC5}"/>
                            </a:ext>
                          </a:extLst>
                        </p:cNvPr>
                        <p:cNvGrpSpPr>
                          <a:grpSpLocks/>
                        </p:cNvGrpSpPr>
                        <p:nvPr/>
                      </p:nvGrpSpPr>
                      <p:grpSpPr bwMode="auto">
                        <a:xfrm>
                          <a:off x="1736090" y="2893762"/>
                          <a:ext cx="565150" cy="292100"/>
                          <a:chOff x="1871277" y="1576300"/>
                          <a:chExt cx="1128371" cy="437861"/>
                        </a:xfrm>
                      </p:grpSpPr>
                      <p:sp>
                        <p:nvSpPr>
                          <p:cNvPr id="892" name="Oval 891">
                            <a:extLst>
                              <a:ext uri="{FF2B5EF4-FFF2-40B4-BE49-F238E27FC236}">
                                <a16:creationId xmlns:a16="http://schemas.microsoft.com/office/drawing/2014/main" id="{0599E5C5-DAA9-0242-9F3C-91363C5B82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3" name="Rectangle 892">
                            <a:extLst>
                              <a:ext uri="{FF2B5EF4-FFF2-40B4-BE49-F238E27FC236}">
                                <a16:creationId xmlns:a16="http://schemas.microsoft.com/office/drawing/2014/main" id="{97711880-E256-7746-83DE-1059E47DA5F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4" name="Oval 893">
                            <a:extLst>
                              <a:ext uri="{FF2B5EF4-FFF2-40B4-BE49-F238E27FC236}">
                                <a16:creationId xmlns:a16="http://schemas.microsoft.com/office/drawing/2014/main" id="{0F65D2F0-AA32-2143-A1DA-1FB3459451D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5" name="Freeform 894">
                            <a:extLst>
                              <a:ext uri="{FF2B5EF4-FFF2-40B4-BE49-F238E27FC236}">
                                <a16:creationId xmlns:a16="http://schemas.microsoft.com/office/drawing/2014/main" id="{7F060615-5429-5F4F-8931-4F3531FAC56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6" name="Freeform 895">
                            <a:extLst>
                              <a:ext uri="{FF2B5EF4-FFF2-40B4-BE49-F238E27FC236}">
                                <a16:creationId xmlns:a16="http://schemas.microsoft.com/office/drawing/2014/main" id="{0227F0D2-46F1-DD48-99E9-CCE7B0B163B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7" name="Freeform 896">
                            <a:extLst>
                              <a:ext uri="{FF2B5EF4-FFF2-40B4-BE49-F238E27FC236}">
                                <a16:creationId xmlns:a16="http://schemas.microsoft.com/office/drawing/2014/main" id="{B2AE2C46-5E54-B949-B61D-DDDAF1F92C3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8" name="Freeform 897">
                            <a:extLst>
                              <a:ext uri="{FF2B5EF4-FFF2-40B4-BE49-F238E27FC236}">
                                <a16:creationId xmlns:a16="http://schemas.microsoft.com/office/drawing/2014/main" id="{E62940AD-612B-3640-8ED1-AFA8A7AEC6A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99" name="Straight Connector 898">
                            <a:extLst>
                              <a:ext uri="{FF2B5EF4-FFF2-40B4-BE49-F238E27FC236}">
                                <a16:creationId xmlns:a16="http://schemas.microsoft.com/office/drawing/2014/main" id="{C783DA74-AC98-084E-8C9B-9A40409A8290}"/>
                              </a:ext>
                            </a:extLst>
                          </p:cNvPr>
                          <p:cNvCxnSpPr>
                            <a:endCxn id="8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00" name="Straight Connector 899">
                            <a:extLst>
                              <a:ext uri="{FF2B5EF4-FFF2-40B4-BE49-F238E27FC236}">
                                <a16:creationId xmlns:a16="http://schemas.microsoft.com/office/drawing/2014/main" id="{FCA5460F-9A86-9E48-A6D1-6448FEB282C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89" name="Group 888">
                          <a:extLst>
                            <a:ext uri="{FF2B5EF4-FFF2-40B4-BE49-F238E27FC236}">
                              <a16:creationId xmlns:a16="http://schemas.microsoft.com/office/drawing/2014/main" id="{418A8BBE-82F4-0447-8BAD-72DBA791E424}"/>
                            </a:ext>
                          </a:extLst>
                        </p:cNvPr>
                        <p:cNvGrpSpPr/>
                        <p:nvPr/>
                      </p:nvGrpSpPr>
                      <p:grpSpPr>
                        <a:xfrm>
                          <a:off x="1770362" y="2873352"/>
                          <a:ext cx="428460" cy="369332"/>
                          <a:chOff x="667045" y="1708643"/>
                          <a:chExt cx="428460" cy="369332"/>
                        </a:xfrm>
                      </p:grpSpPr>
                      <p:sp>
                        <p:nvSpPr>
                          <p:cNvPr id="890" name="Oval 889">
                            <a:extLst>
                              <a:ext uri="{FF2B5EF4-FFF2-40B4-BE49-F238E27FC236}">
                                <a16:creationId xmlns:a16="http://schemas.microsoft.com/office/drawing/2014/main" id="{68C1CC24-1322-304B-AA91-1A45B88054C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1" name="TextBox 890">
                            <a:extLst>
                              <a:ext uri="{FF2B5EF4-FFF2-40B4-BE49-F238E27FC236}">
                                <a16:creationId xmlns:a16="http://schemas.microsoft.com/office/drawing/2014/main" id="{3736B38C-24F8-7F45-A7AB-38AF3A9B596A}"/>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2c</a:t>
                            </a:r>
                          </a:p>
                        </p:txBody>
                      </p:sp>
                    </p:grpSp>
                  </p:grpSp>
                  <p:grpSp>
                    <p:nvGrpSpPr>
                      <p:cNvPr id="871" name="Group 870">
                        <a:extLst>
                          <a:ext uri="{FF2B5EF4-FFF2-40B4-BE49-F238E27FC236}">
                            <a16:creationId xmlns:a16="http://schemas.microsoft.com/office/drawing/2014/main" id="{2C74275F-BBFE-6447-843A-7EC70E8CD1D1}"/>
                          </a:ext>
                        </a:extLst>
                      </p:cNvPr>
                      <p:cNvGrpSpPr/>
                      <p:nvPr/>
                    </p:nvGrpSpPr>
                    <p:grpSpPr>
                      <a:xfrm>
                        <a:off x="833331" y="3478719"/>
                        <a:ext cx="565150" cy="369332"/>
                        <a:chOff x="1736090" y="2873352"/>
                        <a:chExt cx="565150" cy="369332"/>
                      </a:xfrm>
                    </p:grpSpPr>
                    <p:grpSp>
                      <p:nvGrpSpPr>
                        <p:cNvPr id="875" name="Group 327">
                          <a:extLst>
                            <a:ext uri="{FF2B5EF4-FFF2-40B4-BE49-F238E27FC236}">
                              <a16:creationId xmlns:a16="http://schemas.microsoft.com/office/drawing/2014/main" id="{D0AE3EC0-5AED-5C42-A3E9-2B6A4F31A3D5}"/>
                            </a:ext>
                          </a:extLst>
                        </p:cNvPr>
                        <p:cNvGrpSpPr>
                          <a:grpSpLocks/>
                        </p:cNvGrpSpPr>
                        <p:nvPr/>
                      </p:nvGrpSpPr>
                      <p:grpSpPr bwMode="auto">
                        <a:xfrm>
                          <a:off x="1736090" y="2893762"/>
                          <a:ext cx="565150" cy="292100"/>
                          <a:chOff x="1871277" y="1576300"/>
                          <a:chExt cx="1128371" cy="437861"/>
                        </a:xfrm>
                      </p:grpSpPr>
                      <p:sp>
                        <p:nvSpPr>
                          <p:cNvPr id="879" name="Oval 878">
                            <a:extLst>
                              <a:ext uri="{FF2B5EF4-FFF2-40B4-BE49-F238E27FC236}">
                                <a16:creationId xmlns:a16="http://schemas.microsoft.com/office/drawing/2014/main" id="{6A1C7C0B-D9BE-5B47-BAEA-4ECE7B46032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0" name="Rectangle 879">
                            <a:extLst>
                              <a:ext uri="{FF2B5EF4-FFF2-40B4-BE49-F238E27FC236}">
                                <a16:creationId xmlns:a16="http://schemas.microsoft.com/office/drawing/2014/main" id="{FC785F69-7AC5-DD41-9551-7E83D1AEAC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1" name="Oval 880">
                            <a:extLst>
                              <a:ext uri="{FF2B5EF4-FFF2-40B4-BE49-F238E27FC236}">
                                <a16:creationId xmlns:a16="http://schemas.microsoft.com/office/drawing/2014/main" id="{B93AB64D-3B6F-C24C-83B6-D356C7CDB59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2" name="Freeform 881">
                            <a:extLst>
                              <a:ext uri="{FF2B5EF4-FFF2-40B4-BE49-F238E27FC236}">
                                <a16:creationId xmlns:a16="http://schemas.microsoft.com/office/drawing/2014/main" id="{41809955-8183-3142-B344-7571F9E26B2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3" name="Freeform 882">
                            <a:extLst>
                              <a:ext uri="{FF2B5EF4-FFF2-40B4-BE49-F238E27FC236}">
                                <a16:creationId xmlns:a16="http://schemas.microsoft.com/office/drawing/2014/main" id="{C8469625-6E06-9845-8260-D6163EBF6C6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4" name="Freeform 883">
                            <a:extLst>
                              <a:ext uri="{FF2B5EF4-FFF2-40B4-BE49-F238E27FC236}">
                                <a16:creationId xmlns:a16="http://schemas.microsoft.com/office/drawing/2014/main" id="{136A834D-35D4-0D44-942B-5144B62D80A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5" name="Freeform 884">
                            <a:extLst>
                              <a:ext uri="{FF2B5EF4-FFF2-40B4-BE49-F238E27FC236}">
                                <a16:creationId xmlns:a16="http://schemas.microsoft.com/office/drawing/2014/main" id="{B9D90F43-3AD5-FF4B-BA60-21F0FEAC369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86" name="Straight Connector 885">
                            <a:extLst>
                              <a:ext uri="{FF2B5EF4-FFF2-40B4-BE49-F238E27FC236}">
                                <a16:creationId xmlns:a16="http://schemas.microsoft.com/office/drawing/2014/main" id="{7F23707A-76AD-2347-B654-9F3BCB3429D2}"/>
                              </a:ext>
                            </a:extLst>
                          </p:cNvPr>
                          <p:cNvCxnSpPr>
                            <a:endCxn id="8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87" name="Straight Connector 886">
                            <a:extLst>
                              <a:ext uri="{FF2B5EF4-FFF2-40B4-BE49-F238E27FC236}">
                                <a16:creationId xmlns:a16="http://schemas.microsoft.com/office/drawing/2014/main" id="{9F19899B-1A48-7049-8FFC-A709621ECD1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76" name="Group 875">
                          <a:extLst>
                            <a:ext uri="{FF2B5EF4-FFF2-40B4-BE49-F238E27FC236}">
                              <a16:creationId xmlns:a16="http://schemas.microsoft.com/office/drawing/2014/main" id="{7BBC5130-A420-2445-99B2-7B8D78F70D8C}"/>
                            </a:ext>
                          </a:extLst>
                        </p:cNvPr>
                        <p:cNvGrpSpPr/>
                        <p:nvPr/>
                      </p:nvGrpSpPr>
                      <p:grpSpPr>
                        <a:xfrm>
                          <a:off x="1770362" y="2873352"/>
                          <a:ext cx="441422" cy="369332"/>
                          <a:chOff x="667045" y="1708643"/>
                          <a:chExt cx="441422" cy="369332"/>
                        </a:xfrm>
                      </p:grpSpPr>
                      <p:sp>
                        <p:nvSpPr>
                          <p:cNvPr id="877" name="Oval 876">
                            <a:extLst>
                              <a:ext uri="{FF2B5EF4-FFF2-40B4-BE49-F238E27FC236}">
                                <a16:creationId xmlns:a16="http://schemas.microsoft.com/office/drawing/2014/main" id="{4A4979ED-9DB5-5B43-B1BD-990D4B3E3B8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78" name="TextBox 877">
                            <a:extLst>
                              <a:ext uri="{FF2B5EF4-FFF2-40B4-BE49-F238E27FC236}">
                                <a16:creationId xmlns:a16="http://schemas.microsoft.com/office/drawing/2014/main" id="{C37287CE-B17F-944D-9D74-B45F5DB31878}"/>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2a</a:t>
                            </a:r>
                          </a:p>
                        </p:txBody>
                      </p:sp>
                    </p:grpSp>
                  </p:grpSp>
                  <p:cxnSp>
                    <p:nvCxnSpPr>
                      <p:cNvPr id="872" name="Straight Connector 871">
                        <a:extLst>
                          <a:ext uri="{FF2B5EF4-FFF2-40B4-BE49-F238E27FC236}">
                            <a16:creationId xmlns:a16="http://schemas.microsoft.com/office/drawing/2014/main" id="{53A5BF8E-8026-7544-B095-2B0810EC45C7}"/>
                          </a:ext>
                        </a:extLst>
                      </p:cNvPr>
                      <p:cNvCxnSpPr>
                        <a:stCxn id="9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73" name="Straight Connector 872">
                        <a:extLst>
                          <a:ext uri="{FF2B5EF4-FFF2-40B4-BE49-F238E27FC236}">
                            <a16:creationId xmlns:a16="http://schemas.microsoft.com/office/drawing/2014/main" id="{ACB55289-44C7-324C-BFC9-1ED03EFCF8F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74" name="Straight Connector 873">
                        <a:extLst>
                          <a:ext uri="{FF2B5EF4-FFF2-40B4-BE49-F238E27FC236}">
                            <a16:creationId xmlns:a16="http://schemas.microsoft.com/office/drawing/2014/main" id="{1EC0EB31-5ADC-0C48-AFEC-E9E36690E86E}"/>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865" name="TextBox 864">
                    <a:extLst>
                      <a:ext uri="{FF2B5EF4-FFF2-40B4-BE49-F238E27FC236}">
                        <a16:creationId xmlns:a16="http://schemas.microsoft.com/office/drawing/2014/main" id="{7C5DA395-36E1-DD47-882C-C99275A9433C}"/>
                      </a:ext>
                    </a:extLst>
                  </p:cNvPr>
                  <p:cNvSpPr txBox="1"/>
                  <p:nvPr/>
                </p:nvSpPr>
                <p:spPr>
                  <a:xfrm>
                    <a:off x="4833576" y="4910165"/>
                    <a:ext cx="753532"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2</a:t>
                    </a:r>
                  </a:p>
                </p:txBody>
              </p:sp>
            </p:grpSp>
            <p:grpSp>
              <p:nvGrpSpPr>
                <p:cNvPr id="731" name="Group 730">
                  <a:extLst>
                    <a:ext uri="{FF2B5EF4-FFF2-40B4-BE49-F238E27FC236}">
                      <a16:creationId xmlns:a16="http://schemas.microsoft.com/office/drawing/2014/main" id="{0C916CC7-B4E3-6E47-B4D4-FF966179F5F8}"/>
                    </a:ext>
                  </a:extLst>
                </p:cNvPr>
                <p:cNvGrpSpPr/>
                <p:nvPr/>
              </p:nvGrpSpPr>
              <p:grpSpPr>
                <a:xfrm>
                  <a:off x="8100574" y="3694542"/>
                  <a:ext cx="2575521" cy="1672516"/>
                  <a:chOff x="8100574" y="3694542"/>
                  <a:chExt cx="2575521" cy="1672516"/>
                </a:xfrm>
              </p:grpSpPr>
              <p:sp>
                <p:nvSpPr>
                  <p:cNvPr id="799" name="Freeform 2">
                    <a:extLst>
                      <a:ext uri="{FF2B5EF4-FFF2-40B4-BE49-F238E27FC236}">
                        <a16:creationId xmlns:a16="http://schemas.microsoft.com/office/drawing/2014/main" id="{C9F1C8EF-9CA0-DF4E-BF7B-98289E3B0EAD}"/>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nvGrpSpPr>
                  <p:cNvPr id="800" name="Group 799">
                    <a:extLst>
                      <a:ext uri="{FF2B5EF4-FFF2-40B4-BE49-F238E27FC236}">
                        <a16:creationId xmlns:a16="http://schemas.microsoft.com/office/drawing/2014/main" id="{326D4158-E78D-4546-871D-E05C73E9AA2C}"/>
                      </a:ext>
                    </a:extLst>
                  </p:cNvPr>
                  <p:cNvGrpSpPr/>
                  <p:nvPr/>
                </p:nvGrpSpPr>
                <p:grpSpPr>
                  <a:xfrm>
                    <a:off x="8136838" y="3735782"/>
                    <a:ext cx="2402775" cy="1530043"/>
                    <a:chOff x="8136838" y="3735782"/>
                    <a:chExt cx="2402775" cy="1530043"/>
                  </a:xfrm>
                </p:grpSpPr>
                <p:grpSp>
                  <p:nvGrpSpPr>
                    <p:cNvPr id="801" name="Group 800">
                      <a:extLst>
                        <a:ext uri="{FF2B5EF4-FFF2-40B4-BE49-F238E27FC236}">
                          <a16:creationId xmlns:a16="http://schemas.microsoft.com/office/drawing/2014/main" id="{AC187CFF-80D8-C74D-B9E1-7BF4C1B951FF}"/>
                        </a:ext>
                      </a:extLst>
                    </p:cNvPr>
                    <p:cNvGrpSpPr/>
                    <p:nvPr/>
                  </p:nvGrpSpPr>
                  <p:grpSpPr>
                    <a:xfrm>
                      <a:off x="8324065" y="3830658"/>
                      <a:ext cx="2215548" cy="1435167"/>
                      <a:chOff x="833331" y="2873352"/>
                      <a:chExt cx="2333625" cy="1590649"/>
                    </a:xfrm>
                  </p:grpSpPr>
                  <p:grpSp>
                    <p:nvGrpSpPr>
                      <p:cNvPr id="803" name="Group 802">
                        <a:extLst>
                          <a:ext uri="{FF2B5EF4-FFF2-40B4-BE49-F238E27FC236}">
                            <a16:creationId xmlns:a16="http://schemas.microsoft.com/office/drawing/2014/main" id="{CB08FB85-D943-144F-B125-69A1C14B73A0}"/>
                          </a:ext>
                        </a:extLst>
                      </p:cNvPr>
                      <p:cNvGrpSpPr/>
                      <p:nvPr/>
                    </p:nvGrpSpPr>
                    <p:grpSpPr>
                      <a:xfrm>
                        <a:off x="1736090" y="2873352"/>
                        <a:ext cx="565150" cy="369332"/>
                        <a:chOff x="1736090" y="2873352"/>
                        <a:chExt cx="565150" cy="369332"/>
                      </a:xfrm>
                    </p:grpSpPr>
                    <p:grpSp>
                      <p:nvGrpSpPr>
                        <p:cNvPr id="851" name="Group 327">
                          <a:extLst>
                            <a:ext uri="{FF2B5EF4-FFF2-40B4-BE49-F238E27FC236}">
                              <a16:creationId xmlns:a16="http://schemas.microsoft.com/office/drawing/2014/main" id="{2B8FE84F-C44F-EA4C-A549-35EA36422370}"/>
                            </a:ext>
                          </a:extLst>
                        </p:cNvPr>
                        <p:cNvGrpSpPr>
                          <a:grpSpLocks/>
                        </p:cNvGrpSpPr>
                        <p:nvPr/>
                      </p:nvGrpSpPr>
                      <p:grpSpPr bwMode="auto">
                        <a:xfrm>
                          <a:off x="1736090" y="2893762"/>
                          <a:ext cx="565150" cy="292100"/>
                          <a:chOff x="1871277" y="1576300"/>
                          <a:chExt cx="1128371" cy="437861"/>
                        </a:xfrm>
                      </p:grpSpPr>
                      <p:sp>
                        <p:nvSpPr>
                          <p:cNvPr id="855" name="Oval 854">
                            <a:extLst>
                              <a:ext uri="{FF2B5EF4-FFF2-40B4-BE49-F238E27FC236}">
                                <a16:creationId xmlns:a16="http://schemas.microsoft.com/office/drawing/2014/main" id="{AE2BBEA1-8076-5645-86CE-C5805362D8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6" name="Rectangle 855">
                            <a:extLst>
                              <a:ext uri="{FF2B5EF4-FFF2-40B4-BE49-F238E27FC236}">
                                <a16:creationId xmlns:a16="http://schemas.microsoft.com/office/drawing/2014/main" id="{B8A5768D-3F4A-7C4D-878E-9B015CD110B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7" name="Oval 856">
                            <a:extLst>
                              <a:ext uri="{FF2B5EF4-FFF2-40B4-BE49-F238E27FC236}">
                                <a16:creationId xmlns:a16="http://schemas.microsoft.com/office/drawing/2014/main" id="{6BD7EA63-23AB-0241-9C6E-B4354EAF50F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8" name="Freeform 857">
                            <a:extLst>
                              <a:ext uri="{FF2B5EF4-FFF2-40B4-BE49-F238E27FC236}">
                                <a16:creationId xmlns:a16="http://schemas.microsoft.com/office/drawing/2014/main" id="{0AF22987-4194-544D-A544-71116358FA6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9" name="Freeform 858">
                            <a:extLst>
                              <a:ext uri="{FF2B5EF4-FFF2-40B4-BE49-F238E27FC236}">
                                <a16:creationId xmlns:a16="http://schemas.microsoft.com/office/drawing/2014/main" id="{4CED5FED-05FD-9D48-A262-AE91D9D25F1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0" name="Freeform 859">
                            <a:extLst>
                              <a:ext uri="{FF2B5EF4-FFF2-40B4-BE49-F238E27FC236}">
                                <a16:creationId xmlns:a16="http://schemas.microsoft.com/office/drawing/2014/main" id="{ED6BD9FD-C89E-0949-9804-02451005F43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1" name="Freeform 860">
                            <a:extLst>
                              <a:ext uri="{FF2B5EF4-FFF2-40B4-BE49-F238E27FC236}">
                                <a16:creationId xmlns:a16="http://schemas.microsoft.com/office/drawing/2014/main" id="{2DBBB645-187E-5747-84B2-B71897F6E88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62" name="Straight Connector 861">
                            <a:extLst>
                              <a:ext uri="{FF2B5EF4-FFF2-40B4-BE49-F238E27FC236}">
                                <a16:creationId xmlns:a16="http://schemas.microsoft.com/office/drawing/2014/main" id="{443D5C88-8856-7D41-93D0-8D377BB3ABAE}"/>
                              </a:ext>
                            </a:extLst>
                          </p:cNvPr>
                          <p:cNvCxnSpPr>
                            <a:endCxn id="8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63" name="Straight Connector 862">
                            <a:extLst>
                              <a:ext uri="{FF2B5EF4-FFF2-40B4-BE49-F238E27FC236}">
                                <a16:creationId xmlns:a16="http://schemas.microsoft.com/office/drawing/2014/main" id="{94FB2721-9B50-6F47-9890-E9309552F94A}"/>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52" name="Group 851">
                          <a:extLst>
                            <a:ext uri="{FF2B5EF4-FFF2-40B4-BE49-F238E27FC236}">
                              <a16:creationId xmlns:a16="http://schemas.microsoft.com/office/drawing/2014/main" id="{9C98ECD3-27C8-D14F-A2E7-A4C3DEE23636}"/>
                            </a:ext>
                          </a:extLst>
                        </p:cNvPr>
                        <p:cNvGrpSpPr/>
                        <p:nvPr/>
                      </p:nvGrpSpPr>
                      <p:grpSpPr>
                        <a:xfrm>
                          <a:off x="1770362" y="2873352"/>
                          <a:ext cx="441422" cy="369332"/>
                          <a:chOff x="667045" y="1708643"/>
                          <a:chExt cx="441422" cy="369332"/>
                        </a:xfrm>
                      </p:grpSpPr>
                      <p:sp>
                        <p:nvSpPr>
                          <p:cNvPr id="853" name="Oval 852">
                            <a:extLst>
                              <a:ext uri="{FF2B5EF4-FFF2-40B4-BE49-F238E27FC236}">
                                <a16:creationId xmlns:a16="http://schemas.microsoft.com/office/drawing/2014/main" id="{936E1921-DF37-F041-A022-931108C1602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4" name="TextBox 853">
                            <a:extLst>
                              <a:ext uri="{FF2B5EF4-FFF2-40B4-BE49-F238E27FC236}">
                                <a16:creationId xmlns:a16="http://schemas.microsoft.com/office/drawing/2014/main" id="{35F627A8-A033-7649-A179-1DD10B438F94}"/>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3b</a:t>
                            </a:r>
                          </a:p>
                        </p:txBody>
                      </p:sp>
                    </p:grpSp>
                  </p:grpSp>
                  <p:grpSp>
                    <p:nvGrpSpPr>
                      <p:cNvPr id="804" name="Group 803">
                        <a:extLst>
                          <a:ext uri="{FF2B5EF4-FFF2-40B4-BE49-F238E27FC236}">
                            <a16:creationId xmlns:a16="http://schemas.microsoft.com/office/drawing/2014/main" id="{721F473A-15B1-574E-9233-E08F643328FE}"/>
                          </a:ext>
                        </a:extLst>
                      </p:cNvPr>
                      <p:cNvGrpSpPr/>
                      <p:nvPr/>
                    </p:nvGrpSpPr>
                    <p:grpSpPr>
                      <a:xfrm>
                        <a:off x="1740320" y="4094669"/>
                        <a:ext cx="565150" cy="369332"/>
                        <a:chOff x="1736090" y="2873352"/>
                        <a:chExt cx="565150" cy="369332"/>
                      </a:xfrm>
                    </p:grpSpPr>
                    <p:grpSp>
                      <p:nvGrpSpPr>
                        <p:cNvPr id="838" name="Group 327">
                          <a:extLst>
                            <a:ext uri="{FF2B5EF4-FFF2-40B4-BE49-F238E27FC236}">
                              <a16:creationId xmlns:a16="http://schemas.microsoft.com/office/drawing/2014/main" id="{5D2FFA4B-7F26-084C-89F3-0B3F268F8032}"/>
                            </a:ext>
                          </a:extLst>
                        </p:cNvPr>
                        <p:cNvGrpSpPr>
                          <a:grpSpLocks/>
                        </p:cNvGrpSpPr>
                        <p:nvPr/>
                      </p:nvGrpSpPr>
                      <p:grpSpPr bwMode="auto">
                        <a:xfrm>
                          <a:off x="1736090" y="2893762"/>
                          <a:ext cx="565150" cy="292100"/>
                          <a:chOff x="1871277" y="1576300"/>
                          <a:chExt cx="1128371" cy="437861"/>
                        </a:xfrm>
                      </p:grpSpPr>
                      <p:sp>
                        <p:nvSpPr>
                          <p:cNvPr id="842" name="Oval 841">
                            <a:extLst>
                              <a:ext uri="{FF2B5EF4-FFF2-40B4-BE49-F238E27FC236}">
                                <a16:creationId xmlns:a16="http://schemas.microsoft.com/office/drawing/2014/main" id="{2E44E194-EC26-FE4B-B328-D97C450E325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3" name="Rectangle 842">
                            <a:extLst>
                              <a:ext uri="{FF2B5EF4-FFF2-40B4-BE49-F238E27FC236}">
                                <a16:creationId xmlns:a16="http://schemas.microsoft.com/office/drawing/2014/main" id="{617D718E-FF6F-1145-A08E-49249BADA56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4" name="Oval 843">
                            <a:extLst>
                              <a:ext uri="{FF2B5EF4-FFF2-40B4-BE49-F238E27FC236}">
                                <a16:creationId xmlns:a16="http://schemas.microsoft.com/office/drawing/2014/main" id="{64E6AA91-8404-E040-8791-0DA5B730A10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5" name="Freeform 844">
                            <a:extLst>
                              <a:ext uri="{FF2B5EF4-FFF2-40B4-BE49-F238E27FC236}">
                                <a16:creationId xmlns:a16="http://schemas.microsoft.com/office/drawing/2014/main" id="{35AA234B-14C9-934A-A247-AB377702539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6" name="Freeform 845">
                            <a:extLst>
                              <a:ext uri="{FF2B5EF4-FFF2-40B4-BE49-F238E27FC236}">
                                <a16:creationId xmlns:a16="http://schemas.microsoft.com/office/drawing/2014/main" id="{0C22DB79-CD97-234D-847F-E68CC9693D2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7" name="Freeform 846">
                            <a:extLst>
                              <a:ext uri="{FF2B5EF4-FFF2-40B4-BE49-F238E27FC236}">
                                <a16:creationId xmlns:a16="http://schemas.microsoft.com/office/drawing/2014/main" id="{26401730-ACB4-104C-9FA1-7653AED3B8D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8" name="Freeform 847">
                            <a:extLst>
                              <a:ext uri="{FF2B5EF4-FFF2-40B4-BE49-F238E27FC236}">
                                <a16:creationId xmlns:a16="http://schemas.microsoft.com/office/drawing/2014/main" id="{E10FF36F-2EBF-2648-8C45-ADE3962380F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49" name="Straight Connector 848">
                            <a:extLst>
                              <a:ext uri="{FF2B5EF4-FFF2-40B4-BE49-F238E27FC236}">
                                <a16:creationId xmlns:a16="http://schemas.microsoft.com/office/drawing/2014/main" id="{0F24D3EE-9895-C640-A0C0-61A7B1299E3E}"/>
                              </a:ext>
                            </a:extLst>
                          </p:cNvPr>
                          <p:cNvCxnSpPr>
                            <a:endCxn id="84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50" name="Straight Connector 849">
                            <a:extLst>
                              <a:ext uri="{FF2B5EF4-FFF2-40B4-BE49-F238E27FC236}">
                                <a16:creationId xmlns:a16="http://schemas.microsoft.com/office/drawing/2014/main" id="{765EDC04-7E30-954A-B0F3-00CCC740480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39" name="Group 838">
                          <a:extLst>
                            <a:ext uri="{FF2B5EF4-FFF2-40B4-BE49-F238E27FC236}">
                              <a16:creationId xmlns:a16="http://schemas.microsoft.com/office/drawing/2014/main" id="{57BB86FC-7295-EB45-932B-17FAD0875FBB}"/>
                            </a:ext>
                          </a:extLst>
                        </p:cNvPr>
                        <p:cNvGrpSpPr/>
                        <p:nvPr/>
                      </p:nvGrpSpPr>
                      <p:grpSpPr>
                        <a:xfrm>
                          <a:off x="1770362" y="2873352"/>
                          <a:ext cx="441422" cy="369332"/>
                          <a:chOff x="667045" y="1708643"/>
                          <a:chExt cx="441422" cy="369332"/>
                        </a:xfrm>
                      </p:grpSpPr>
                      <p:sp>
                        <p:nvSpPr>
                          <p:cNvPr id="840" name="Oval 839">
                            <a:extLst>
                              <a:ext uri="{FF2B5EF4-FFF2-40B4-BE49-F238E27FC236}">
                                <a16:creationId xmlns:a16="http://schemas.microsoft.com/office/drawing/2014/main" id="{C03DDE60-B168-F24E-BAB8-C9ED48A56DC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1" name="TextBox 840">
                            <a:extLst>
                              <a:ext uri="{FF2B5EF4-FFF2-40B4-BE49-F238E27FC236}">
                                <a16:creationId xmlns:a16="http://schemas.microsoft.com/office/drawing/2014/main" id="{532CEA14-D8F9-F44B-8A93-C1D4196FFA2D}"/>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3d</a:t>
                            </a:r>
                          </a:p>
                        </p:txBody>
                      </p:sp>
                    </p:grpSp>
                  </p:grpSp>
                  <p:grpSp>
                    <p:nvGrpSpPr>
                      <p:cNvPr id="805" name="Group 804">
                        <a:extLst>
                          <a:ext uri="{FF2B5EF4-FFF2-40B4-BE49-F238E27FC236}">
                            <a16:creationId xmlns:a16="http://schemas.microsoft.com/office/drawing/2014/main" id="{71F2ABB3-1F37-1749-A71A-D55C4164C6D3}"/>
                          </a:ext>
                        </a:extLst>
                      </p:cNvPr>
                      <p:cNvGrpSpPr/>
                      <p:nvPr/>
                    </p:nvGrpSpPr>
                    <p:grpSpPr>
                      <a:xfrm>
                        <a:off x="2601806" y="3485072"/>
                        <a:ext cx="565150" cy="369332"/>
                        <a:chOff x="1736090" y="2873352"/>
                        <a:chExt cx="565150" cy="369332"/>
                      </a:xfrm>
                    </p:grpSpPr>
                    <p:grpSp>
                      <p:nvGrpSpPr>
                        <p:cNvPr id="825" name="Group 327">
                          <a:extLst>
                            <a:ext uri="{FF2B5EF4-FFF2-40B4-BE49-F238E27FC236}">
                              <a16:creationId xmlns:a16="http://schemas.microsoft.com/office/drawing/2014/main" id="{2651DCEF-09B4-C942-A0F3-FA87951DD865}"/>
                            </a:ext>
                          </a:extLst>
                        </p:cNvPr>
                        <p:cNvGrpSpPr>
                          <a:grpSpLocks/>
                        </p:cNvGrpSpPr>
                        <p:nvPr/>
                      </p:nvGrpSpPr>
                      <p:grpSpPr bwMode="auto">
                        <a:xfrm>
                          <a:off x="1736090" y="2893762"/>
                          <a:ext cx="565150" cy="292100"/>
                          <a:chOff x="1871277" y="1576300"/>
                          <a:chExt cx="1128371" cy="437861"/>
                        </a:xfrm>
                      </p:grpSpPr>
                      <p:sp>
                        <p:nvSpPr>
                          <p:cNvPr id="829" name="Oval 828">
                            <a:extLst>
                              <a:ext uri="{FF2B5EF4-FFF2-40B4-BE49-F238E27FC236}">
                                <a16:creationId xmlns:a16="http://schemas.microsoft.com/office/drawing/2014/main" id="{CA0BA046-ADD1-DF43-9064-2BD897B3CA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0" name="Rectangle 829">
                            <a:extLst>
                              <a:ext uri="{FF2B5EF4-FFF2-40B4-BE49-F238E27FC236}">
                                <a16:creationId xmlns:a16="http://schemas.microsoft.com/office/drawing/2014/main" id="{882472DD-BC97-CA41-B9FE-B478A85C5FC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1" name="Oval 830">
                            <a:extLst>
                              <a:ext uri="{FF2B5EF4-FFF2-40B4-BE49-F238E27FC236}">
                                <a16:creationId xmlns:a16="http://schemas.microsoft.com/office/drawing/2014/main" id="{0DF677DC-458B-4249-9F0B-4BEA8992A46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2" name="Freeform 831">
                            <a:extLst>
                              <a:ext uri="{FF2B5EF4-FFF2-40B4-BE49-F238E27FC236}">
                                <a16:creationId xmlns:a16="http://schemas.microsoft.com/office/drawing/2014/main" id="{0F164491-88B9-F549-89BF-3249CF0EC7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3" name="Freeform 832">
                            <a:extLst>
                              <a:ext uri="{FF2B5EF4-FFF2-40B4-BE49-F238E27FC236}">
                                <a16:creationId xmlns:a16="http://schemas.microsoft.com/office/drawing/2014/main" id="{2758E550-A851-E74D-8E4C-C8A45774D08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4" name="Freeform 833">
                            <a:extLst>
                              <a:ext uri="{FF2B5EF4-FFF2-40B4-BE49-F238E27FC236}">
                                <a16:creationId xmlns:a16="http://schemas.microsoft.com/office/drawing/2014/main" id="{1350CAC8-6F9F-564A-823C-89EC27BAC74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5" name="Freeform 834">
                            <a:extLst>
                              <a:ext uri="{FF2B5EF4-FFF2-40B4-BE49-F238E27FC236}">
                                <a16:creationId xmlns:a16="http://schemas.microsoft.com/office/drawing/2014/main" id="{97B1F333-DA1A-0F4B-B54D-DB2B8B8F2B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36" name="Straight Connector 835">
                            <a:extLst>
                              <a:ext uri="{FF2B5EF4-FFF2-40B4-BE49-F238E27FC236}">
                                <a16:creationId xmlns:a16="http://schemas.microsoft.com/office/drawing/2014/main" id="{0A3849EA-872C-6847-A5A3-116B6EC439E7}"/>
                              </a:ext>
                            </a:extLst>
                          </p:cNvPr>
                          <p:cNvCxnSpPr>
                            <a:endCxn id="83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37" name="Straight Connector 836">
                            <a:extLst>
                              <a:ext uri="{FF2B5EF4-FFF2-40B4-BE49-F238E27FC236}">
                                <a16:creationId xmlns:a16="http://schemas.microsoft.com/office/drawing/2014/main" id="{56B8C882-098F-AD46-B77F-9CC83FFDFA3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26" name="Group 825">
                          <a:extLst>
                            <a:ext uri="{FF2B5EF4-FFF2-40B4-BE49-F238E27FC236}">
                              <a16:creationId xmlns:a16="http://schemas.microsoft.com/office/drawing/2014/main" id="{250BE9B6-B57D-F94F-BCB6-B73C86BEC82D}"/>
                            </a:ext>
                          </a:extLst>
                        </p:cNvPr>
                        <p:cNvGrpSpPr/>
                        <p:nvPr/>
                      </p:nvGrpSpPr>
                      <p:grpSpPr>
                        <a:xfrm>
                          <a:off x="1770362" y="2873352"/>
                          <a:ext cx="428460" cy="369332"/>
                          <a:chOff x="667045" y="1708643"/>
                          <a:chExt cx="428460" cy="369332"/>
                        </a:xfrm>
                      </p:grpSpPr>
                      <p:sp>
                        <p:nvSpPr>
                          <p:cNvPr id="827" name="Oval 826">
                            <a:extLst>
                              <a:ext uri="{FF2B5EF4-FFF2-40B4-BE49-F238E27FC236}">
                                <a16:creationId xmlns:a16="http://schemas.microsoft.com/office/drawing/2014/main" id="{440673B1-5B90-3B47-B433-5B745BEF7ED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8" name="TextBox 827">
                            <a:extLst>
                              <a:ext uri="{FF2B5EF4-FFF2-40B4-BE49-F238E27FC236}">
                                <a16:creationId xmlns:a16="http://schemas.microsoft.com/office/drawing/2014/main" id="{CEFFE0E5-506B-494E-9F80-E0ED1385C913}"/>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3c</a:t>
                            </a:r>
                          </a:p>
                        </p:txBody>
                      </p:sp>
                    </p:grpSp>
                  </p:grpSp>
                  <p:grpSp>
                    <p:nvGrpSpPr>
                      <p:cNvPr id="806" name="Group 805">
                        <a:extLst>
                          <a:ext uri="{FF2B5EF4-FFF2-40B4-BE49-F238E27FC236}">
                            <a16:creationId xmlns:a16="http://schemas.microsoft.com/office/drawing/2014/main" id="{934EAAF5-7899-6048-985B-55771C310E30}"/>
                          </a:ext>
                        </a:extLst>
                      </p:cNvPr>
                      <p:cNvGrpSpPr/>
                      <p:nvPr/>
                    </p:nvGrpSpPr>
                    <p:grpSpPr>
                      <a:xfrm>
                        <a:off x="833331" y="3478719"/>
                        <a:ext cx="565150" cy="369332"/>
                        <a:chOff x="1736090" y="2873352"/>
                        <a:chExt cx="565150" cy="369332"/>
                      </a:xfrm>
                    </p:grpSpPr>
                    <p:grpSp>
                      <p:nvGrpSpPr>
                        <p:cNvPr id="812" name="Group 327">
                          <a:extLst>
                            <a:ext uri="{FF2B5EF4-FFF2-40B4-BE49-F238E27FC236}">
                              <a16:creationId xmlns:a16="http://schemas.microsoft.com/office/drawing/2014/main" id="{EA2F9A36-B4FF-064C-8E95-B92BA1EFBC03}"/>
                            </a:ext>
                          </a:extLst>
                        </p:cNvPr>
                        <p:cNvGrpSpPr>
                          <a:grpSpLocks/>
                        </p:cNvGrpSpPr>
                        <p:nvPr/>
                      </p:nvGrpSpPr>
                      <p:grpSpPr bwMode="auto">
                        <a:xfrm>
                          <a:off x="1736090" y="2893762"/>
                          <a:ext cx="565150" cy="292100"/>
                          <a:chOff x="1871277" y="1576300"/>
                          <a:chExt cx="1128371" cy="437861"/>
                        </a:xfrm>
                      </p:grpSpPr>
                      <p:sp>
                        <p:nvSpPr>
                          <p:cNvPr id="816" name="Oval 815">
                            <a:extLst>
                              <a:ext uri="{FF2B5EF4-FFF2-40B4-BE49-F238E27FC236}">
                                <a16:creationId xmlns:a16="http://schemas.microsoft.com/office/drawing/2014/main" id="{C9B42101-EA24-6842-96B2-075E8CDEE5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7" name="Rectangle 816">
                            <a:extLst>
                              <a:ext uri="{FF2B5EF4-FFF2-40B4-BE49-F238E27FC236}">
                                <a16:creationId xmlns:a16="http://schemas.microsoft.com/office/drawing/2014/main" id="{DD6446F3-EBED-4C4E-98E8-DFA3342992A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8" name="Oval 817">
                            <a:extLst>
                              <a:ext uri="{FF2B5EF4-FFF2-40B4-BE49-F238E27FC236}">
                                <a16:creationId xmlns:a16="http://schemas.microsoft.com/office/drawing/2014/main" id="{276754CC-BC24-D645-88C4-AD8ABBDAC20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9" name="Freeform 818">
                            <a:extLst>
                              <a:ext uri="{FF2B5EF4-FFF2-40B4-BE49-F238E27FC236}">
                                <a16:creationId xmlns:a16="http://schemas.microsoft.com/office/drawing/2014/main" id="{5A8BD987-737D-FA44-B273-88A8F35DF04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a16="http://schemas.microsoft.com/office/drawing/2014/main" id="{F85E71B3-F6FD-5D41-8B69-1BEF4807052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1" name="Freeform 820">
                            <a:extLst>
                              <a:ext uri="{FF2B5EF4-FFF2-40B4-BE49-F238E27FC236}">
                                <a16:creationId xmlns:a16="http://schemas.microsoft.com/office/drawing/2014/main" id="{D1004E37-7132-B444-A2A9-00EFCF8A5B1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2" name="Freeform 821">
                            <a:extLst>
                              <a:ext uri="{FF2B5EF4-FFF2-40B4-BE49-F238E27FC236}">
                                <a16:creationId xmlns:a16="http://schemas.microsoft.com/office/drawing/2014/main" id="{D1933192-6FC3-1F4C-A774-BFD867FD86B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23" name="Straight Connector 822">
                            <a:extLst>
                              <a:ext uri="{FF2B5EF4-FFF2-40B4-BE49-F238E27FC236}">
                                <a16:creationId xmlns:a16="http://schemas.microsoft.com/office/drawing/2014/main" id="{90A448BE-7308-2149-A3B1-04243C3579A4}"/>
                              </a:ext>
                            </a:extLst>
                          </p:cNvPr>
                          <p:cNvCxnSpPr>
                            <a:endCxn id="8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24" name="Straight Connector 823">
                            <a:extLst>
                              <a:ext uri="{FF2B5EF4-FFF2-40B4-BE49-F238E27FC236}">
                                <a16:creationId xmlns:a16="http://schemas.microsoft.com/office/drawing/2014/main" id="{3D23F772-4772-4944-9814-58585E15D2C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13" name="Group 812">
                          <a:extLst>
                            <a:ext uri="{FF2B5EF4-FFF2-40B4-BE49-F238E27FC236}">
                              <a16:creationId xmlns:a16="http://schemas.microsoft.com/office/drawing/2014/main" id="{3960218D-0B99-B847-9F2F-6D6844AA31C6}"/>
                            </a:ext>
                          </a:extLst>
                        </p:cNvPr>
                        <p:cNvGrpSpPr/>
                        <p:nvPr/>
                      </p:nvGrpSpPr>
                      <p:grpSpPr>
                        <a:xfrm>
                          <a:off x="1770362" y="2873352"/>
                          <a:ext cx="441422" cy="369332"/>
                          <a:chOff x="667045" y="1708643"/>
                          <a:chExt cx="441422" cy="369332"/>
                        </a:xfrm>
                      </p:grpSpPr>
                      <p:sp>
                        <p:nvSpPr>
                          <p:cNvPr id="814" name="Oval 813">
                            <a:extLst>
                              <a:ext uri="{FF2B5EF4-FFF2-40B4-BE49-F238E27FC236}">
                                <a16:creationId xmlns:a16="http://schemas.microsoft.com/office/drawing/2014/main" id="{5EA97AFC-9556-FA4F-A9FC-32D54BB6DE7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5" name="TextBox 814">
                            <a:extLst>
                              <a:ext uri="{FF2B5EF4-FFF2-40B4-BE49-F238E27FC236}">
                                <a16:creationId xmlns:a16="http://schemas.microsoft.com/office/drawing/2014/main" id="{ADC46399-42EC-C546-9364-6036E45185B9}"/>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3a</a:t>
                            </a:r>
                          </a:p>
                        </p:txBody>
                      </p:sp>
                    </p:grpSp>
                  </p:grpSp>
                  <p:cxnSp>
                    <p:nvCxnSpPr>
                      <p:cNvPr id="807" name="Straight Connector 806">
                        <a:extLst>
                          <a:ext uri="{FF2B5EF4-FFF2-40B4-BE49-F238E27FC236}">
                            <a16:creationId xmlns:a16="http://schemas.microsoft.com/office/drawing/2014/main" id="{D595D77F-9B17-014B-A773-8B7499AF21FE}"/>
                          </a:ext>
                        </a:extLst>
                      </p:cNvPr>
                      <p:cNvCxnSpPr>
                        <a:stCxn id="854" idx="2"/>
                        <a:endCxn id="841"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8" name="Straight Connector 807">
                        <a:extLst>
                          <a:ext uri="{FF2B5EF4-FFF2-40B4-BE49-F238E27FC236}">
                            <a16:creationId xmlns:a16="http://schemas.microsoft.com/office/drawing/2014/main" id="{B60EB8E1-3F2D-124E-9763-9324DE9A9749}"/>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9" name="Straight Connector 808">
                        <a:extLst>
                          <a:ext uri="{FF2B5EF4-FFF2-40B4-BE49-F238E27FC236}">
                            <a16:creationId xmlns:a16="http://schemas.microsoft.com/office/drawing/2014/main" id="{C0B2D073-9741-6549-9449-917E9E16C403}"/>
                          </a:ext>
                        </a:extLst>
                      </p:cNvPr>
                      <p:cNvCxnSpPr>
                        <a:stCxn id="85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10" name="Straight Connector 809">
                        <a:extLst>
                          <a:ext uri="{FF2B5EF4-FFF2-40B4-BE49-F238E27FC236}">
                            <a16:creationId xmlns:a16="http://schemas.microsoft.com/office/drawing/2014/main" id="{4D5C178E-157A-D64F-AE50-0F9655E535B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11" name="Straight Connector 810">
                        <a:extLst>
                          <a:ext uri="{FF2B5EF4-FFF2-40B4-BE49-F238E27FC236}">
                            <a16:creationId xmlns:a16="http://schemas.microsoft.com/office/drawing/2014/main" id="{A5E3182C-7425-E749-BFC7-44DF79905B35}"/>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802" name="TextBox 801">
                      <a:extLst>
                        <a:ext uri="{FF2B5EF4-FFF2-40B4-BE49-F238E27FC236}">
                          <a16:creationId xmlns:a16="http://schemas.microsoft.com/office/drawing/2014/main" id="{19BEA4DD-02C9-1742-B68A-DDA636E66254}"/>
                        </a:ext>
                      </a:extLst>
                    </p:cNvPr>
                    <p:cNvSpPr txBox="1"/>
                    <p:nvPr/>
                  </p:nvSpPr>
                  <p:spPr>
                    <a:xfrm>
                      <a:off x="8136838" y="3735782"/>
                      <a:ext cx="753532"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3</a:t>
                      </a:r>
                    </a:p>
                  </p:txBody>
                </p:sp>
              </p:grpSp>
            </p:grpSp>
            <p:grpSp>
              <p:nvGrpSpPr>
                <p:cNvPr id="732" name="Group 731">
                  <a:extLst>
                    <a:ext uri="{FF2B5EF4-FFF2-40B4-BE49-F238E27FC236}">
                      <a16:creationId xmlns:a16="http://schemas.microsoft.com/office/drawing/2014/main" id="{25B703B0-45F9-AF4D-95BF-5DCFD65E5FBA}"/>
                    </a:ext>
                  </a:extLst>
                </p:cNvPr>
                <p:cNvGrpSpPr/>
                <p:nvPr/>
              </p:nvGrpSpPr>
              <p:grpSpPr>
                <a:xfrm>
                  <a:off x="1426553" y="4136253"/>
                  <a:ext cx="3452487" cy="1719017"/>
                  <a:chOff x="1426553" y="4136253"/>
                  <a:chExt cx="3452487" cy="1719017"/>
                </a:xfrm>
              </p:grpSpPr>
              <p:grpSp>
                <p:nvGrpSpPr>
                  <p:cNvPr id="734" name="Group 733">
                    <a:extLst>
                      <a:ext uri="{FF2B5EF4-FFF2-40B4-BE49-F238E27FC236}">
                        <a16:creationId xmlns:a16="http://schemas.microsoft.com/office/drawing/2014/main" id="{61CE85DF-9928-444A-87E7-24AA52EF627D}"/>
                      </a:ext>
                    </a:extLst>
                  </p:cNvPr>
                  <p:cNvGrpSpPr/>
                  <p:nvPr/>
                </p:nvGrpSpPr>
                <p:grpSpPr>
                  <a:xfrm>
                    <a:off x="1426553" y="4136253"/>
                    <a:ext cx="2557336" cy="1719017"/>
                    <a:chOff x="-2170772" y="2784954"/>
                    <a:chExt cx="2712783" cy="1853712"/>
                  </a:xfrm>
                </p:grpSpPr>
                <p:sp>
                  <p:nvSpPr>
                    <p:cNvPr id="737" name="Freeform 2">
                      <a:extLst>
                        <a:ext uri="{FF2B5EF4-FFF2-40B4-BE49-F238E27FC236}">
                          <a16:creationId xmlns:a16="http://schemas.microsoft.com/office/drawing/2014/main" id="{E74A625E-9A5E-C54E-9177-7F6CDAD9708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738" name="Group 737">
                      <a:extLst>
                        <a:ext uri="{FF2B5EF4-FFF2-40B4-BE49-F238E27FC236}">
                          <a16:creationId xmlns:a16="http://schemas.microsoft.com/office/drawing/2014/main" id="{005DCEEF-EFC7-514E-8C89-60C23B8D1004}"/>
                        </a:ext>
                      </a:extLst>
                    </p:cNvPr>
                    <p:cNvGrpSpPr/>
                    <p:nvPr/>
                  </p:nvGrpSpPr>
                  <p:grpSpPr>
                    <a:xfrm>
                      <a:off x="-1935370" y="2935816"/>
                      <a:ext cx="2333625" cy="1590649"/>
                      <a:chOff x="833331" y="2873352"/>
                      <a:chExt cx="2333625" cy="1590649"/>
                    </a:xfrm>
                  </p:grpSpPr>
                  <p:grpSp>
                    <p:nvGrpSpPr>
                      <p:cNvPr id="739" name="Group 738">
                        <a:extLst>
                          <a:ext uri="{FF2B5EF4-FFF2-40B4-BE49-F238E27FC236}">
                            <a16:creationId xmlns:a16="http://schemas.microsoft.com/office/drawing/2014/main" id="{AAB72804-6BE8-5748-9B24-6E0EE728AADC}"/>
                          </a:ext>
                        </a:extLst>
                      </p:cNvPr>
                      <p:cNvGrpSpPr/>
                      <p:nvPr/>
                    </p:nvGrpSpPr>
                    <p:grpSpPr>
                      <a:xfrm>
                        <a:off x="1736090" y="2873352"/>
                        <a:ext cx="565150" cy="369332"/>
                        <a:chOff x="1736090" y="2873352"/>
                        <a:chExt cx="565150" cy="369332"/>
                      </a:xfrm>
                    </p:grpSpPr>
                    <p:grpSp>
                      <p:nvGrpSpPr>
                        <p:cNvPr id="786" name="Group 327">
                          <a:extLst>
                            <a:ext uri="{FF2B5EF4-FFF2-40B4-BE49-F238E27FC236}">
                              <a16:creationId xmlns:a16="http://schemas.microsoft.com/office/drawing/2014/main" id="{FA68E032-55E8-8B40-ABAE-F05183A62D56}"/>
                            </a:ext>
                          </a:extLst>
                        </p:cNvPr>
                        <p:cNvGrpSpPr>
                          <a:grpSpLocks/>
                        </p:cNvGrpSpPr>
                        <p:nvPr/>
                      </p:nvGrpSpPr>
                      <p:grpSpPr bwMode="auto">
                        <a:xfrm>
                          <a:off x="1736090" y="2893762"/>
                          <a:ext cx="565150" cy="292100"/>
                          <a:chOff x="1871277" y="1576300"/>
                          <a:chExt cx="1128371" cy="437861"/>
                        </a:xfrm>
                      </p:grpSpPr>
                      <p:sp>
                        <p:nvSpPr>
                          <p:cNvPr id="790" name="Oval 789">
                            <a:extLst>
                              <a:ext uri="{FF2B5EF4-FFF2-40B4-BE49-F238E27FC236}">
                                <a16:creationId xmlns:a16="http://schemas.microsoft.com/office/drawing/2014/main" id="{BD10E64F-4CF2-F34E-AEB0-AD8997DFD8B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1" name="Rectangle 790">
                            <a:extLst>
                              <a:ext uri="{FF2B5EF4-FFF2-40B4-BE49-F238E27FC236}">
                                <a16:creationId xmlns:a16="http://schemas.microsoft.com/office/drawing/2014/main" id="{AE94B377-C034-D840-B45A-4702304B161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2" name="Oval 791">
                            <a:extLst>
                              <a:ext uri="{FF2B5EF4-FFF2-40B4-BE49-F238E27FC236}">
                                <a16:creationId xmlns:a16="http://schemas.microsoft.com/office/drawing/2014/main" id="{58728178-E5A9-DC40-B418-327E8A4F9D8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3" name="Freeform 792">
                            <a:extLst>
                              <a:ext uri="{FF2B5EF4-FFF2-40B4-BE49-F238E27FC236}">
                                <a16:creationId xmlns:a16="http://schemas.microsoft.com/office/drawing/2014/main" id="{5AEB7CD2-090F-794C-AA70-233ED633DA2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4" name="Freeform 793">
                            <a:extLst>
                              <a:ext uri="{FF2B5EF4-FFF2-40B4-BE49-F238E27FC236}">
                                <a16:creationId xmlns:a16="http://schemas.microsoft.com/office/drawing/2014/main" id="{83125BAA-FA09-E747-974E-E0F54A470A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5" name="Freeform 794">
                            <a:extLst>
                              <a:ext uri="{FF2B5EF4-FFF2-40B4-BE49-F238E27FC236}">
                                <a16:creationId xmlns:a16="http://schemas.microsoft.com/office/drawing/2014/main" id="{87103A88-30C2-5345-982D-0F945134F71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6" name="Freeform 795">
                            <a:extLst>
                              <a:ext uri="{FF2B5EF4-FFF2-40B4-BE49-F238E27FC236}">
                                <a16:creationId xmlns:a16="http://schemas.microsoft.com/office/drawing/2014/main" id="{5047CBF9-975B-9C45-99F0-408800C1BB7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97" name="Straight Connector 796">
                            <a:extLst>
                              <a:ext uri="{FF2B5EF4-FFF2-40B4-BE49-F238E27FC236}">
                                <a16:creationId xmlns:a16="http://schemas.microsoft.com/office/drawing/2014/main" id="{AD2BA30B-6DEF-894C-907B-399D236BCF34}"/>
                              </a:ext>
                            </a:extLst>
                          </p:cNvPr>
                          <p:cNvCxnSpPr>
                            <a:endCxn id="79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98" name="Straight Connector 797">
                            <a:extLst>
                              <a:ext uri="{FF2B5EF4-FFF2-40B4-BE49-F238E27FC236}">
                                <a16:creationId xmlns:a16="http://schemas.microsoft.com/office/drawing/2014/main" id="{F207D725-2B15-474F-90B1-EFB0D8D008A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87" name="Group 786">
                          <a:extLst>
                            <a:ext uri="{FF2B5EF4-FFF2-40B4-BE49-F238E27FC236}">
                              <a16:creationId xmlns:a16="http://schemas.microsoft.com/office/drawing/2014/main" id="{B2436551-7EC1-D94E-88A5-A751023040D5}"/>
                            </a:ext>
                          </a:extLst>
                        </p:cNvPr>
                        <p:cNvGrpSpPr/>
                        <p:nvPr/>
                      </p:nvGrpSpPr>
                      <p:grpSpPr>
                        <a:xfrm>
                          <a:off x="1770362" y="2873352"/>
                          <a:ext cx="441422" cy="369332"/>
                          <a:chOff x="667045" y="1708643"/>
                          <a:chExt cx="441422" cy="369332"/>
                        </a:xfrm>
                      </p:grpSpPr>
                      <p:sp>
                        <p:nvSpPr>
                          <p:cNvPr id="788" name="Oval 787">
                            <a:extLst>
                              <a:ext uri="{FF2B5EF4-FFF2-40B4-BE49-F238E27FC236}">
                                <a16:creationId xmlns:a16="http://schemas.microsoft.com/office/drawing/2014/main" id="{ACD4F590-5511-8C49-856C-D9F61EC3A6F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9" name="TextBox 788">
                            <a:extLst>
                              <a:ext uri="{FF2B5EF4-FFF2-40B4-BE49-F238E27FC236}">
                                <a16:creationId xmlns:a16="http://schemas.microsoft.com/office/drawing/2014/main" id="{C2CDE2C1-D78A-0441-8274-26D8DC0CF38C}"/>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1b</a:t>
                            </a:r>
                          </a:p>
                        </p:txBody>
                      </p:sp>
                    </p:grpSp>
                  </p:grpSp>
                  <p:grpSp>
                    <p:nvGrpSpPr>
                      <p:cNvPr id="740" name="Group 739">
                        <a:extLst>
                          <a:ext uri="{FF2B5EF4-FFF2-40B4-BE49-F238E27FC236}">
                            <a16:creationId xmlns:a16="http://schemas.microsoft.com/office/drawing/2014/main" id="{30B06503-E49F-DC47-9B3A-3731490D11BE}"/>
                          </a:ext>
                        </a:extLst>
                      </p:cNvPr>
                      <p:cNvGrpSpPr/>
                      <p:nvPr/>
                    </p:nvGrpSpPr>
                    <p:grpSpPr>
                      <a:xfrm>
                        <a:off x="1740320" y="4094669"/>
                        <a:ext cx="565150" cy="369332"/>
                        <a:chOff x="1736090" y="2873352"/>
                        <a:chExt cx="565150" cy="369332"/>
                      </a:xfrm>
                    </p:grpSpPr>
                    <p:grpSp>
                      <p:nvGrpSpPr>
                        <p:cNvPr id="773" name="Group 327">
                          <a:extLst>
                            <a:ext uri="{FF2B5EF4-FFF2-40B4-BE49-F238E27FC236}">
                              <a16:creationId xmlns:a16="http://schemas.microsoft.com/office/drawing/2014/main" id="{2DF5F91E-84FA-834A-B744-DDF2B6BE2C6B}"/>
                            </a:ext>
                          </a:extLst>
                        </p:cNvPr>
                        <p:cNvGrpSpPr>
                          <a:grpSpLocks/>
                        </p:cNvGrpSpPr>
                        <p:nvPr/>
                      </p:nvGrpSpPr>
                      <p:grpSpPr bwMode="auto">
                        <a:xfrm>
                          <a:off x="1736090" y="2893762"/>
                          <a:ext cx="565150" cy="292100"/>
                          <a:chOff x="1871277" y="1576300"/>
                          <a:chExt cx="1128371" cy="437861"/>
                        </a:xfrm>
                      </p:grpSpPr>
                      <p:sp>
                        <p:nvSpPr>
                          <p:cNvPr id="777" name="Oval 776">
                            <a:extLst>
                              <a:ext uri="{FF2B5EF4-FFF2-40B4-BE49-F238E27FC236}">
                                <a16:creationId xmlns:a16="http://schemas.microsoft.com/office/drawing/2014/main" id="{E9733A7F-2AA5-2E4A-A2DB-9A5E4827636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78" name="Rectangle 777">
                            <a:extLst>
                              <a:ext uri="{FF2B5EF4-FFF2-40B4-BE49-F238E27FC236}">
                                <a16:creationId xmlns:a16="http://schemas.microsoft.com/office/drawing/2014/main" id="{42A70AC3-35DD-6C4E-81FA-829BE6DA3CA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9" name="Oval 778">
                            <a:extLst>
                              <a:ext uri="{FF2B5EF4-FFF2-40B4-BE49-F238E27FC236}">
                                <a16:creationId xmlns:a16="http://schemas.microsoft.com/office/drawing/2014/main" id="{A2304BF1-3DDD-9340-8A84-AE9C369F51D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80" name="Freeform 779">
                            <a:extLst>
                              <a:ext uri="{FF2B5EF4-FFF2-40B4-BE49-F238E27FC236}">
                                <a16:creationId xmlns:a16="http://schemas.microsoft.com/office/drawing/2014/main" id="{C3970DA3-3E29-074C-AC04-97FF17D7508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1" name="Freeform 780">
                            <a:extLst>
                              <a:ext uri="{FF2B5EF4-FFF2-40B4-BE49-F238E27FC236}">
                                <a16:creationId xmlns:a16="http://schemas.microsoft.com/office/drawing/2014/main" id="{A39C2CAD-8AE3-D646-96F8-76FA1622C7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2" name="Freeform 781">
                            <a:extLst>
                              <a:ext uri="{FF2B5EF4-FFF2-40B4-BE49-F238E27FC236}">
                                <a16:creationId xmlns:a16="http://schemas.microsoft.com/office/drawing/2014/main" id="{8E58313C-9438-C241-BDDB-74043441908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3" name="Freeform 782">
                            <a:extLst>
                              <a:ext uri="{FF2B5EF4-FFF2-40B4-BE49-F238E27FC236}">
                                <a16:creationId xmlns:a16="http://schemas.microsoft.com/office/drawing/2014/main" id="{9CBF95A9-3F3A-1444-B368-813148C6B13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84" name="Straight Connector 783">
                            <a:extLst>
                              <a:ext uri="{FF2B5EF4-FFF2-40B4-BE49-F238E27FC236}">
                                <a16:creationId xmlns:a16="http://schemas.microsoft.com/office/drawing/2014/main" id="{A0367D39-3CC9-2441-B780-91D982F2F0E8}"/>
                              </a:ext>
                            </a:extLst>
                          </p:cNvPr>
                          <p:cNvCxnSpPr>
                            <a:endCxn id="77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85" name="Straight Connector 784">
                            <a:extLst>
                              <a:ext uri="{FF2B5EF4-FFF2-40B4-BE49-F238E27FC236}">
                                <a16:creationId xmlns:a16="http://schemas.microsoft.com/office/drawing/2014/main" id="{8F40F5A7-D40E-8B4C-AFDC-FC86F9537BC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74" name="Group 773">
                          <a:extLst>
                            <a:ext uri="{FF2B5EF4-FFF2-40B4-BE49-F238E27FC236}">
                              <a16:creationId xmlns:a16="http://schemas.microsoft.com/office/drawing/2014/main" id="{192D6118-E0AD-F84C-A99E-31288D389E76}"/>
                            </a:ext>
                          </a:extLst>
                        </p:cNvPr>
                        <p:cNvGrpSpPr/>
                        <p:nvPr/>
                      </p:nvGrpSpPr>
                      <p:grpSpPr>
                        <a:xfrm>
                          <a:off x="1770362" y="2873352"/>
                          <a:ext cx="441422" cy="369332"/>
                          <a:chOff x="667045" y="1708643"/>
                          <a:chExt cx="441422" cy="369332"/>
                        </a:xfrm>
                      </p:grpSpPr>
                      <p:sp>
                        <p:nvSpPr>
                          <p:cNvPr id="775" name="Oval 774">
                            <a:extLst>
                              <a:ext uri="{FF2B5EF4-FFF2-40B4-BE49-F238E27FC236}">
                                <a16:creationId xmlns:a16="http://schemas.microsoft.com/office/drawing/2014/main" id="{FD8BB520-2A90-7449-A407-C092110AE6D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6" name="TextBox 775">
                            <a:extLst>
                              <a:ext uri="{FF2B5EF4-FFF2-40B4-BE49-F238E27FC236}">
                                <a16:creationId xmlns:a16="http://schemas.microsoft.com/office/drawing/2014/main" id="{0F6981BB-37AF-5849-86B5-6BCEE26BBDC0}"/>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1d</a:t>
                            </a:r>
                          </a:p>
                        </p:txBody>
                      </p:sp>
                    </p:grpSp>
                  </p:grpSp>
                  <p:grpSp>
                    <p:nvGrpSpPr>
                      <p:cNvPr id="741" name="Group 740">
                        <a:extLst>
                          <a:ext uri="{FF2B5EF4-FFF2-40B4-BE49-F238E27FC236}">
                            <a16:creationId xmlns:a16="http://schemas.microsoft.com/office/drawing/2014/main" id="{32F58F87-527B-1B40-ACA5-ACBABC3E3937}"/>
                          </a:ext>
                        </a:extLst>
                      </p:cNvPr>
                      <p:cNvGrpSpPr/>
                      <p:nvPr/>
                    </p:nvGrpSpPr>
                    <p:grpSpPr>
                      <a:xfrm>
                        <a:off x="2601806" y="3485072"/>
                        <a:ext cx="565150" cy="369332"/>
                        <a:chOff x="1736090" y="2873352"/>
                        <a:chExt cx="565150" cy="369332"/>
                      </a:xfrm>
                    </p:grpSpPr>
                    <p:grpSp>
                      <p:nvGrpSpPr>
                        <p:cNvPr id="760" name="Group 327">
                          <a:extLst>
                            <a:ext uri="{FF2B5EF4-FFF2-40B4-BE49-F238E27FC236}">
                              <a16:creationId xmlns:a16="http://schemas.microsoft.com/office/drawing/2014/main" id="{26A2847C-9B2E-3B4D-A0A8-23BF9E8573CE}"/>
                            </a:ext>
                          </a:extLst>
                        </p:cNvPr>
                        <p:cNvGrpSpPr>
                          <a:grpSpLocks/>
                        </p:cNvGrpSpPr>
                        <p:nvPr/>
                      </p:nvGrpSpPr>
                      <p:grpSpPr bwMode="auto">
                        <a:xfrm>
                          <a:off x="1736090" y="2893762"/>
                          <a:ext cx="565150" cy="292100"/>
                          <a:chOff x="1871277" y="1576300"/>
                          <a:chExt cx="1128371" cy="437861"/>
                        </a:xfrm>
                      </p:grpSpPr>
                      <p:sp>
                        <p:nvSpPr>
                          <p:cNvPr id="764" name="Oval 763">
                            <a:extLst>
                              <a:ext uri="{FF2B5EF4-FFF2-40B4-BE49-F238E27FC236}">
                                <a16:creationId xmlns:a16="http://schemas.microsoft.com/office/drawing/2014/main" id="{30C26719-CE59-9542-89AE-113EE4378C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5" name="Rectangle 764">
                            <a:extLst>
                              <a:ext uri="{FF2B5EF4-FFF2-40B4-BE49-F238E27FC236}">
                                <a16:creationId xmlns:a16="http://schemas.microsoft.com/office/drawing/2014/main" id="{A8E5EF72-8959-A141-A27F-DCBB3B6FC5F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6" name="Oval 765">
                            <a:extLst>
                              <a:ext uri="{FF2B5EF4-FFF2-40B4-BE49-F238E27FC236}">
                                <a16:creationId xmlns:a16="http://schemas.microsoft.com/office/drawing/2014/main" id="{DB0E1E96-6E05-444E-AFE1-7FED441A28D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7" name="Freeform 766">
                            <a:extLst>
                              <a:ext uri="{FF2B5EF4-FFF2-40B4-BE49-F238E27FC236}">
                                <a16:creationId xmlns:a16="http://schemas.microsoft.com/office/drawing/2014/main" id="{D804BAE9-01C9-F04F-864A-DC69CA8704C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8" name="Freeform 767">
                            <a:extLst>
                              <a:ext uri="{FF2B5EF4-FFF2-40B4-BE49-F238E27FC236}">
                                <a16:creationId xmlns:a16="http://schemas.microsoft.com/office/drawing/2014/main" id="{B80D1005-8D7E-794B-B66A-BBEE9BB83D4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9" name="Freeform 768">
                            <a:extLst>
                              <a:ext uri="{FF2B5EF4-FFF2-40B4-BE49-F238E27FC236}">
                                <a16:creationId xmlns:a16="http://schemas.microsoft.com/office/drawing/2014/main" id="{26061C07-030E-2943-8233-ED972C0F1DE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0" name="Freeform 769">
                            <a:extLst>
                              <a:ext uri="{FF2B5EF4-FFF2-40B4-BE49-F238E27FC236}">
                                <a16:creationId xmlns:a16="http://schemas.microsoft.com/office/drawing/2014/main" id="{3BC56B66-F93D-6E4E-9C3A-FA330ACFD48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71" name="Straight Connector 770">
                            <a:extLst>
                              <a:ext uri="{FF2B5EF4-FFF2-40B4-BE49-F238E27FC236}">
                                <a16:creationId xmlns:a16="http://schemas.microsoft.com/office/drawing/2014/main" id="{FA079037-40EF-364F-8071-B27874032277}"/>
                              </a:ext>
                            </a:extLst>
                          </p:cNvPr>
                          <p:cNvCxnSpPr>
                            <a:endCxn id="76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72" name="Straight Connector 771">
                            <a:extLst>
                              <a:ext uri="{FF2B5EF4-FFF2-40B4-BE49-F238E27FC236}">
                                <a16:creationId xmlns:a16="http://schemas.microsoft.com/office/drawing/2014/main" id="{D68AD61A-014B-2C44-AEA7-6534E8E342D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61" name="Group 760">
                          <a:extLst>
                            <a:ext uri="{FF2B5EF4-FFF2-40B4-BE49-F238E27FC236}">
                              <a16:creationId xmlns:a16="http://schemas.microsoft.com/office/drawing/2014/main" id="{87F5F90C-BD59-C24C-B311-C965CD629E11}"/>
                            </a:ext>
                          </a:extLst>
                        </p:cNvPr>
                        <p:cNvGrpSpPr/>
                        <p:nvPr/>
                      </p:nvGrpSpPr>
                      <p:grpSpPr>
                        <a:xfrm>
                          <a:off x="1770362" y="2873352"/>
                          <a:ext cx="428460" cy="369332"/>
                          <a:chOff x="667045" y="1708643"/>
                          <a:chExt cx="428460" cy="369332"/>
                        </a:xfrm>
                      </p:grpSpPr>
                      <p:sp>
                        <p:nvSpPr>
                          <p:cNvPr id="762" name="Oval 761">
                            <a:extLst>
                              <a:ext uri="{FF2B5EF4-FFF2-40B4-BE49-F238E27FC236}">
                                <a16:creationId xmlns:a16="http://schemas.microsoft.com/office/drawing/2014/main" id="{7C520CBA-321F-F843-9FC1-D6E80EC7AED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3" name="TextBox 762">
                            <a:extLst>
                              <a:ext uri="{FF2B5EF4-FFF2-40B4-BE49-F238E27FC236}">
                                <a16:creationId xmlns:a16="http://schemas.microsoft.com/office/drawing/2014/main" id="{ECCEE075-3442-A44F-BF70-46ED02410670}"/>
                              </a:ext>
                            </a:extLst>
                          </p:cNvPr>
                          <p:cNvSpPr txBox="1"/>
                          <p:nvPr/>
                        </p:nvSpPr>
                        <p:spPr>
                          <a:xfrm>
                            <a:off x="667045" y="1708643"/>
                            <a:ext cx="42846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1c</a:t>
                            </a:r>
                          </a:p>
                        </p:txBody>
                      </p:sp>
                    </p:grpSp>
                  </p:grpSp>
                  <p:grpSp>
                    <p:nvGrpSpPr>
                      <p:cNvPr id="742" name="Group 741">
                        <a:extLst>
                          <a:ext uri="{FF2B5EF4-FFF2-40B4-BE49-F238E27FC236}">
                            <a16:creationId xmlns:a16="http://schemas.microsoft.com/office/drawing/2014/main" id="{A020CA2E-AA9F-4E45-9B49-88BD8CF4D581}"/>
                          </a:ext>
                        </a:extLst>
                      </p:cNvPr>
                      <p:cNvGrpSpPr/>
                      <p:nvPr/>
                    </p:nvGrpSpPr>
                    <p:grpSpPr>
                      <a:xfrm>
                        <a:off x="833331" y="3478719"/>
                        <a:ext cx="565150" cy="369332"/>
                        <a:chOff x="1736090" y="2873352"/>
                        <a:chExt cx="565150" cy="369332"/>
                      </a:xfrm>
                    </p:grpSpPr>
                    <p:grpSp>
                      <p:nvGrpSpPr>
                        <p:cNvPr id="747" name="Group 327">
                          <a:extLst>
                            <a:ext uri="{FF2B5EF4-FFF2-40B4-BE49-F238E27FC236}">
                              <a16:creationId xmlns:a16="http://schemas.microsoft.com/office/drawing/2014/main" id="{1D1A1E72-3B17-A940-AC16-3BF9D55AC222}"/>
                            </a:ext>
                          </a:extLst>
                        </p:cNvPr>
                        <p:cNvGrpSpPr>
                          <a:grpSpLocks/>
                        </p:cNvGrpSpPr>
                        <p:nvPr/>
                      </p:nvGrpSpPr>
                      <p:grpSpPr bwMode="auto">
                        <a:xfrm>
                          <a:off x="1736090" y="2893762"/>
                          <a:ext cx="565150" cy="292100"/>
                          <a:chOff x="1871277" y="1576300"/>
                          <a:chExt cx="1128371" cy="437861"/>
                        </a:xfrm>
                      </p:grpSpPr>
                      <p:sp>
                        <p:nvSpPr>
                          <p:cNvPr id="751" name="Oval 750">
                            <a:extLst>
                              <a:ext uri="{FF2B5EF4-FFF2-40B4-BE49-F238E27FC236}">
                                <a16:creationId xmlns:a16="http://schemas.microsoft.com/office/drawing/2014/main" id="{B433E55A-8E54-A948-BFFA-495C9897ED5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2" name="Rectangle 751">
                            <a:extLst>
                              <a:ext uri="{FF2B5EF4-FFF2-40B4-BE49-F238E27FC236}">
                                <a16:creationId xmlns:a16="http://schemas.microsoft.com/office/drawing/2014/main" id="{1FAC2971-718D-8749-B0A3-A391F5616E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3" name="Oval 752">
                            <a:extLst>
                              <a:ext uri="{FF2B5EF4-FFF2-40B4-BE49-F238E27FC236}">
                                <a16:creationId xmlns:a16="http://schemas.microsoft.com/office/drawing/2014/main" id="{9CB00B62-F2EF-4245-907B-8857ED29453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4" name="Freeform 753">
                            <a:extLst>
                              <a:ext uri="{FF2B5EF4-FFF2-40B4-BE49-F238E27FC236}">
                                <a16:creationId xmlns:a16="http://schemas.microsoft.com/office/drawing/2014/main" id="{776591EF-CB11-1B4F-8B98-2BD58542544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5" name="Freeform 754">
                            <a:extLst>
                              <a:ext uri="{FF2B5EF4-FFF2-40B4-BE49-F238E27FC236}">
                                <a16:creationId xmlns:a16="http://schemas.microsoft.com/office/drawing/2014/main" id="{70168348-6BB3-A44B-B3DC-B315B168EF4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6" name="Freeform 755">
                            <a:extLst>
                              <a:ext uri="{FF2B5EF4-FFF2-40B4-BE49-F238E27FC236}">
                                <a16:creationId xmlns:a16="http://schemas.microsoft.com/office/drawing/2014/main" id="{5BBBC961-9879-9F47-83D3-63D60E7E761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7" name="Freeform 756">
                            <a:extLst>
                              <a:ext uri="{FF2B5EF4-FFF2-40B4-BE49-F238E27FC236}">
                                <a16:creationId xmlns:a16="http://schemas.microsoft.com/office/drawing/2014/main" id="{9F7AF4E8-DF0D-574C-AE6D-C228DDB0043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58" name="Straight Connector 757">
                            <a:extLst>
                              <a:ext uri="{FF2B5EF4-FFF2-40B4-BE49-F238E27FC236}">
                                <a16:creationId xmlns:a16="http://schemas.microsoft.com/office/drawing/2014/main" id="{AFD7AD8E-766C-EF47-B73B-8661F3511F9F}"/>
                              </a:ext>
                            </a:extLst>
                          </p:cNvPr>
                          <p:cNvCxnSpPr>
                            <a:endCxn id="75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59" name="Straight Connector 758">
                            <a:extLst>
                              <a:ext uri="{FF2B5EF4-FFF2-40B4-BE49-F238E27FC236}">
                                <a16:creationId xmlns:a16="http://schemas.microsoft.com/office/drawing/2014/main" id="{18A9AECB-70DF-CD4B-8109-6E3587A404D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48" name="Group 747">
                          <a:extLst>
                            <a:ext uri="{FF2B5EF4-FFF2-40B4-BE49-F238E27FC236}">
                              <a16:creationId xmlns:a16="http://schemas.microsoft.com/office/drawing/2014/main" id="{6DBAAB73-EF58-DC45-99FD-A7CCF2A13445}"/>
                            </a:ext>
                          </a:extLst>
                        </p:cNvPr>
                        <p:cNvGrpSpPr/>
                        <p:nvPr/>
                      </p:nvGrpSpPr>
                      <p:grpSpPr>
                        <a:xfrm>
                          <a:off x="1770362" y="2873352"/>
                          <a:ext cx="441422" cy="369332"/>
                          <a:chOff x="667045" y="1708643"/>
                          <a:chExt cx="441422" cy="369332"/>
                        </a:xfrm>
                      </p:grpSpPr>
                      <p:sp>
                        <p:nvSpPr>
                          <p:cNvPr id="749" name="Oval 748">
                            <a:extLst>
                              <a:ext uri="{FF2B5EF4-FFF2-40B4-BE49-F238E27FC236}">
                                <a16:creationId xmlns:a16="http://schemas.microsoft.com/office/drawing/2014/main" id="{81F5B65C-090F-864B-9D3D-6862C07634E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0" name="TextBox 749">
                            <a:extLst>
                              <a:ext uri="{FF2B5EF4-FFF2-40B4-BE49-F238E27FC236}">
                                <a16:creationId xmlns:a16="http://schemas.microsoft.com/office/drawing/2014/main" id="{C53E106B-77FA-C14C-9B6D-EE6DFB6EC332}"/>
                              </a:ext>
                            </a:extLst>
                          </p:cNvPr>
                          <p:cNvSpPr txBox="1"/>
                          <p:nvPr/>
                        </p:nvSpPr>
                        <p:spPr>
                          <a:xfrm>
                            <a:off x="667045" y="1708643"/>
                            <a:ext cx="44142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1a</a:t>
                            </a:r>
                          </a:p>
                        </p:txBody>
                      </p:sp>
                    </p:grpSp>
                  </p:grpSp>
                  <p:cxnSp>
                    <p:nvCxnSpPr>
                      <p:cNvPr id="743" name="Straight Connector 742">
                        <a:extLst>
                          <a:ext uri="{FF2B5EF4-FFF2-40B4-BE49-F238E27FC236}">
                            <a16:creationId xmlns:a16="http://schemas.microsoft.com/office/drawing/2014/main" id="{E4797E7A-8ED8-6C41-8674-EAEC8D18D707}"/>
                          </a:ext>
                        </a:extLst>
                      </p:cNvPr>
                      <p:cNvCxnSpPr>
                        <a:stCxn id="79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4" name="Straight Connector 743">
                        <a:extLst>
                          <a:ext uri="{FF2B5EF4-FFF2-40B4-BE49-F238E27FC236}">
                            <a16:creationId xmlns:a16="http://schemas.microsoft.com/office/drawing/2014/main" id="{54F17AFF-28C1-274F-9EF2-34DCACE2853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5" name="Straight Connector 744">
                        <a:extLst>
                          <a:ext uri="{FF2B5EF4-FFF2-40B4-BE49-F238E27FC236}">
                            <a16:creationId xmlns:a16="http://schemas.microsoft.com/office/drawing/2014/main" id="{AFC3917C-96A3-2D47-9010-605714E6DC3A}"/>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6" name="Straight Connector 745">
                        <a:extLst>
                          <a:ext uri="{FF2B5EF4-FFF2-40B4-BE49-F238E27FC236}">
                            <a16:creationId xmlns:a16="http://schemas.microsoft.com/office/drawing/2014/main" id="{FDD35AF7-CBC3-BA4C-88CF-D5CCFA98DA28}"/>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735" name="TextBox 734">
                    <a:extLst>
                      <a:ext uri="{FF2B5EF4-FFF2-40B4-BE49-F238E27FC236}">
                        <a16:creationId xmlns:a16="http://schemas.microsoft.com/office/drawing/2014/main" id="{3A6530A1-EBC7-8447-8BD9-642637A446B5}"/>
                      </a:ext>
                    </a:extLst>
                  </p:cNvPr>
                  <p:cNvSpPr txBox="1"/>
                  <p:nvPr/>
                </p:nvSpPr>
                <p:spPr>
                  <a:xfrm>
                    <a:off x="1430686" y="4247082"/>
                    <a:ext cx="75353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90"/>
                        </a:solidFill>
                        <a:effectLst/>
                        <a:uLnTx/>
                        <a:uFillTx/>
                        <a:latin typeface="Arial" charset="0"/>
                        <a:ea typeface="ＭＳ Ｐゴシック" charset="0"/>
                        <a:cs typeface="+mn-cs"/>
                      </a:rPr>
                      <a:t>AS 1</a:t>
                    </a:r>
                  </a:p>
                </p:txBody>
              </p:sp>
              <p:cxnSp>
                <p:nvCxnSpPr>
                  <p:cNvPr id="736" name="Straight Connector 735">
                    <a:extLst>
                      <a:ext uri="{FF2B5EF4-FFF2-40B4-BE49-F238E27FC236}">
                        <a16:creationId xmlns:a16="http://schemas.microsoft.com/office/drawing/2014/main" id="{E0FCBE3F-E795-4C4B-B0C1-FC7BC0309C04}"/>
                      </a:ext>
                    </a:extLst>
                  </p:cNvPr>
                  <p:cNvCxnSpPr>
                    <a:cxnSpLocks/>
                    <a:stCxn id="8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733" name="Straight Connector 732">
                  <a:extLst>
                    <a:ext uri="{FF2B5EF4-FFF2-40B4-BE49-F238E27FC236}">
                      <a16:creationId xmlns:a16="http://schemas.microsoft.com/office/drawing/2014/main" id="{CE901D66-734E-3F4B-9A7E-8C2A3FBAE777}"/>
                    </a:ext>
                  </a:extLst>
                </p:cNvPr>
                <p:cNvCxnSpPr>
                  <a:cxnSpLocks/>
                  <a:stCxn id="894" idx="5"/>
                  <a:endCxn id="815"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713" name="Group 712">
                <a:extLst>
                  <a:ext uri="{FF2B5EF4-FFF2-40B4-BE49-F238E27FC236}">
                    <a16:creationId xmlns:a16="http://schemas.microsoft.com/office/drawing/2014/main" id="{1D597A85-C1F2-AB46-89D9-E4C6C845E8E2}"/>
                  </a:ext>
                </a:extLst>
              </p:cNvPr>
              <p:cNvGrpSpPr/>
              <p:nvPr/>
            </p:nvGrpSpPr>
            <p:grpSpPr>
              <a:xfrm>
                <a:off x="9525929" y="4809915"/>
                <a:ext cx="1701734" cy="616172"/>
                <a:chOff x="6935906" y="5482318"/>
                <a:chExt cx="1701734" cy="616172"/>
              </a:xfrm>
            </p:grpSpPr>
            <p:grpSp>
              <p:nvGrpSpPr>
                <p:cNvPr id="714" name="Group 713">
                  <a:extLst>
                    <a:ext uri="{FF2B5EF4-FFF2-40B4-BE49-F238E27FC236}">
                      <a16:creationId xmlns:a16="http://schemas.microsoft.com/office/drawing/2014/main" id="{006FF1F8-A5A0-924F-A5B5-1B52B2E05516}"/>
                    </a:ext>
                  </a:extLst>
                </p:cNvPr>
                <p:cNvGrpSpPr/>
                <p:nvPr/>
              </p:nvGrpSpPr>
              <p:grpSpPr>
                <a:xfrm>
                  <a:off x="6935906" y="5482318"/>
                  <a:ext cx="1701734" cy="616172"/>
                  <a:chOff x="6808463" y="5108795"/>
                  <a:chExt cx="1701734" cy="616172"/>
                </a:xfrm>
              </p:grpSpPr>
              <p:sp>
                <p:nvSpPr>
                  <p:cNvPr id="716" name="Freeform 2">
                    <a:extLst>
                      <a:ext uri="{FF2B5EF4-FFF2-40B4-BE49-F238E27FC236}">
                        <a16:creationId xmlns:a16="http://schemas.microsoft.com/office/drawing/2014/main" id="{FC1D2B11-E513-554D-8A7B-8D69AC28C804}"/>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717" name="Group 327">
                    <a:extLst>
                      <a:ext uri="{FF2B5EF4-FFF2-40B4-BE49-F238E27FC236}">
                        <a16:creationId xmlns:a16="http://schemas.microsoft.com/office/drawing/2014/main" id="{71072E0A-A047-B247-A8EE-DF18CE2E5CD7}"/>
                      </a:ext>
                    </a:extLst>
                  </p:cNvPr>
                  <p:cNvGrpSpPr>
                    <a:grpSpLocks/>
                  </p:cNvGrpSpPr>
                  <p:nvPr/>
                </p:nvGrpSpPr>
                <p:grpSpPr bwMode="auto">
                  <a:xfrm>
                    <a:off x="7908175" y="5241780"/>
                    <a:ext cx="536554" cy="263548"/>
                    <a:chOff x="1871277" y="1576300"/>
                    <a:chExt cx="1128371" cy="437861"/>
                  </a:xfrm>
                </p:grpSpPr>
                <p:sp>
                  <p:nvSpPr>
                    <p:cNvPr id="721" name="Oval 720">
                      <a:extLst>
                        <a:ext uri="{FF2B5EF4-FFF2-40B4-BE49-F238E27FC236}">
                          <a16:creationId xmlns:a16="http://schemas.microsoft.com/office/drawing/2014/main" id="{91D06C98-59E7-614E-8273-42A55EA472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2" name="Rectangle 721">
                      <a:extLst>
                        <a:ext uri="{FF2B5EF4-FFF2-40B4-BE49-F238E27FC236}">
                          <a16:creationId xmlns:a16="http://schemas.microsoft.com/office/drawing/2014/main" id="{09278EB9-8AC0-1447-BAD1-DD9B5D739E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3" name="Oval 722">
                      <a:extLst>
                        <a:ext uri="{FF2B5EF4-FFF2-40B4-BE49-F238E27FC236}">
                          <a16:creationId xmlns:a16="http://schemas.microsoft.com/office/drawing/2014/main" id="{2CBE7AD0-5785-9747-9E56-4BF8ABD881A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4" name="Freeform 723">
                      <a:extLst>
                        <a:ext uri="{FF2B5EF4-FFF2-40B4-BE49-F238E27FC236}">
                          <a16:creationId xmlns:a16="http://schemas.microsoft.com/office/drawing/2014/main" id="{BFA7769B-9F89-0943-9A16-C637EBA41BD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5" name="Freeform 724">
                      <a:extLst>
                        <a:ext uri="{FF2B5EF4-FFF2-40B4-BE49-F238E27FC236}">
                          <a16:creationId xmlns:a16="http://schemas.microsoft.com/office/drawing/2014/main" id="{2BA9B2FD-ED67-5C46-990C-DEBD4552CBE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6" name="Freeform 725">
                      <a:extLst>
                        <a:ext uri="{FF2B5EF4-FFF2-40B4-BE49-F238E27FC236}">
                          <a16:creationId xmlns:a16="http://schemas.microsoft.com/office/drawing/2014/main" id="{852C178C-5A80-FA47-96E6-19EA6DCEC68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7" name="Freeform 726">
                      <a:extLst>
                        <a:ext uri="{FF2B5EF4-FFF2-40B4-BE49-F238E27FC236}">
                          <a16:creationId xmlns:a16="http://schemas.microsoft.com/office/drawing/2014/main" id="{BCCDAE1A-37E6-A740-84AD-3651F301C81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28" name="Straight Connector 727">
                      <a:extLst>
                        <a:ext uri="{FF2B5EF4-FFF2-40B4-BE49-F238E27FC236}">
                          <a16:creationId xmlns:a16="http://schemas.microsoft.com/office/drawing/2014/main" id="{79278D10-2F66-4843-BE2D-75C1E444A3FF}"/>
                        </a:ext>
                      </a:extLst>
                    </p:cNvPr>
                    <p:cNvCxnSpPr>
                      <a:endCxn id="72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29" name="Straight Connector 728">
                      <a:extLst>
                        <a:ext uri="{FF2B5EF4-FFF2-40B4-BE49-F238E27FC236}">
                          <a16:creationId xmlns:a16="http://schemas.microsoft.com/office/drawing/2014/main" id="{64D394C8-4031-A04B-B39E-D20F1408177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18" name="Group 717">
                    <a:extLst>
                      <a:ext uri="{FF2B5EF4-FFF2-40B4-BE49-F238E27FC236}">
                        <a16:creationId xmlns:a16="http://schemas.microsoft.com/office/drawing/2014/main" id="{0BE34F3B-D7A6-C645-98A7-AC12A17D32D0}"/>
                      </a:ext>
                    </a:extLst>
                  </p:cNvPr>
                  <p:cNvGrpSpPr/>
                  <p:nvPr/>
                </p:nvGrpSpPr>
                <p:grpSpPr>
                  <a:xfrm>
                    <a:off x="7876581" y="5223365"/>
                    <a:ext cx="466894" cy="369332"/>
                    <a:chOff x="599495" y="1708643"/>
                    <a:chExt cx="491778" cy="409344"/>
                  </a:xfrm>
                </p:grpSpPr>
                <p:sp>
                  <p:nvSpPr>
                    <p:cNvPr id="719" name="Oval 718">
                      <a:extLst>
                        <a:ext uri="{FF2B5EF4-FFF2-40B4-BE49-F238E27FC236}">
                          <a16:creationId xmlns:a16="http://schemas.microsoft.com/office/drawing/2014/main" id="{D3AA4D2D-9268-D54B-A609-2916D44A722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0" name="TextBox 719">
                      <a:extLst>
                        <a:ext uri="{FF2B5EF4-FFF2-40B4-BE49-F238E27FC236}">
                          <a16:creationId xmlns:a16="http://schemas.microsoft.com/office/drawing/2014/main" id="{D7C545A8-1974-314F-8B84-D3FC912EB8D6}"/>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  X</a:t>
                      </a:r>
                    </a:p>
                  </p:txBody>
                </p:sp>
              </p:grpSp>
            </p:grpSp>
            <p:cxnSp>
              <p:nvCxnSpPr>
                <p:cNvPr id="715" name="Straight Connector 714">
                  <a:extLst>
                    <a:ext uri="{FF2B5EF4-FFF2-40B4-BE49-F238E27FC236}">
                      <a16:creationId xmlns:a16="http://schemas.microsoft.com/office/drawing/2014/main" id="{C7AD81D7-3B6A-D844-ABEA-CAF2858DD417}"/>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711" name="Straight Connector 710">
              <a:extLst>
                <a:ext uri="{FF2B5EF4-FFF2-40B4-BE49-F238E27FC236}">
                  <a16:creationId xmlns:a16="http://schemas.microsoft.com/office/drawing/2014/main" id="{A7F0587B-29EA-584F-81E3-E24C967738BB}"/>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BGP: populating forwarding tables </a:t>
            </a:r>
          </a:p>
        </p:txBody>
      </p:sp>
      <p:sp>
        <p:nvSpPr>
          <p:cNvPr id="382" name="Rectangle 4">
            <a:extLst>
              <a:ext uri="{FF2B5EF4-FFF2-40B4-BE49-F238E27FC236}">
                <a16:creationId xmlns:a16="http://schemas.microsoft.com/office/drawing/2014/main" id="{150C22F5-5F48-A74D-BE4D-A010E505643C}"/>
              </a:ext>
            </a:extLst>
          </p:cNvPr>
          <p:cNvSpPr txBox="1">
            <a:spLocks noChangeArrowheads="1"/>
          </p:cNvSpPr>
          <p:nvPr/>
        </p:nvSpPr>
        <p:spPr bwMode="auto">
          <a:xfrm>
            <a:off x="3131508" y="4506640"/>
            <a:ext cx="8943583" cy="5519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2100" marR="0" lvl="0" indent="-292100"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recall: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a,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b,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d learn via iBGP from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c: “path to X goes through </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cs typeface="Arial"/>
              </a:rPr>
              <a:t>1</a:t>
            </a:r>
            <a:r>
              <a:rPr kumimoji="0" lang="en-US" sz="2400" b="0" i="0" u="none" strike="noStrike" kern="0" cap="none" spc="0" normalizeH="0" baseline="0" noProof="0">
                <a:ln>
                  <a:noFill/>
                </a:ln>
                <a:solidFill>
                  <a:prstClr val="black"/>
                </a:solidFill>
                <a:effectLst/>
                <a:uLnTx/>
                <a:uFillTx/>
                <a:latin typeface="Calibri" panose="020F0502020204030204"/>
                <a:ea typeface="ＭＳ Ｐゴシック" charset="0"/>
              </a:rPr>
              <a:t>c”</a:t>
            </a:r>
          </a:p>
        </p:txBody>
      </p:sp>
      <p:sp>
        <p:nvSpPr>
          <p:cNvPr id="383" name="Rectangle 4">
            <a:extLst>
              <a:ext uri="{FF2B5EF4-FFF2-40B4-BE49-F238E27FC236}">
                <a16:creationId xmlns:a16="http://schemas.microsoft.com/office/drawing/2014/main" id="{A936D0A1-022F-4647-A4D0-30D9C829DC21}"/>
              </a:ext>
            </a:extLst>
          </p:cNvPr>
          <p:cNvSpPr txBox="1">
            <a:spLocks noChangeArrowheads="1"/>
          </p:cNvSpPr>
          <p:nvPr/>
        </p:nvSpPr>
        <p:spPr bwMode="auto">
          <a:xfrm>
            <a:off x="3127771" y="4950493"/>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d: OSPF intra-domain routing: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c,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p>
        </p:txBody>
      </p:sp>
      <p:grpSp>
        <p:nvGrpSpPr>
          <p:cNvPr id="384" name="Group 383">
            <a:extLst>
              <a:ext uri="{FF2B5EF4-FFF2-40B4-BE49-F238E27FC236}">
                <a16:creationId xmlns:a16="http://schemas.microsoft.com/office/drawing/2014/main" id="{ADFAD506-B45C-4B4C-8FC1-4EDFC6AC0ACA}"/>
              </a:ext>
            </a:extLst>
          </p:cNvPr>
          <p:cNvGrpSpPr/>
          <p:nvPr/>
        </p:nvGrpSpPr>
        <p:grpSpPr>
          <a:xfrm>
            <a:off x="1643507" y="1934647"/>
            <a:ext cx="344767" cy="806081"/>
            <a:chOff x="1089218" y="2245331"/>
            <a:chExt cx="344767" cy="806081"/>
          </a:xfrm>
        </p:grpSpPr>
        <p:sp>
          <p:nvSpPr>
            <p:cNvPr id="387" name="TextBox 386">
              <a:extLst>
                <a:ext uri="{FF2B5EF4-FFF2-40B4-BE49-F238E27FC236}">
                  <a16:creationId xmlns:a16="http://schemas.microsoft.com/office/drawing/2014/main" id="{F68B4CB0-326C-0D42-86AB-C27CF60EE3D4}"/>
                </a:ext>
              </a:extLst>
            </p:cNvPr>
            <p:cNvSpPr txBox="1"/>
            <p:nvPr/>
          </p:nvSpPr>
          <p:spPr>
            <a:xfrm>
              <a:off x="1149470" y="2245331"/>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a:t>
              </a:r>
            </a:p>
          </p:txBody>
        </p:sp>
        <p:sp>
          <p:nvSpPr>
            <p:cNvPr id="388" name="TextBox 387">
              <a:extLst>
                <a:ext uri="{FF2B5EF4-FFF2-40B4-BE49-F238E27FC236}">
                  <a16:creationId xmlns:a16="http://schemas.microsoft.com/office/drawing/2014/main" id="{8B800090-4615-2944-BDA6-CB45A842F05A}"/>
                </a:ext>
              </a:extLst>
            </p:cNvPr>
            <p:cNvSpPr txBox="1"/>
            <p:nvPr/>
          </p:nvSpPr>
          <p:spPr>
            <a:xfrm>
              <a:off x="1089218" y="2743635"/>
              <a:ext cx="284515"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2</a:t>
              </a:r>
            </a:p>
          </p:txBody>
        </p:sp>
      </p:grpSp>
      <p:sp>
        <p:nvSpPr>
          <p:cNvPr id="428" name="Rectangle 4">
            <a:extLst>
              <a:ext uri="{FF2B5EF4-FFF2-40B4-BE49-F238E27FC236}">
                <a16:creationId xmlns:a16="http://schemas.microsoft.com/office/drawing/2014/main" id="{AACCBEA1-299A-5C44-A466-34FB8D29936F}"/>
              </a:ext>
            </a:extLst>
          </p:cNvPr>
          <p:cNvSpPr txBox="1">
            <a:spLocks noChangeArrowheads="1"/>
          </p:cNvSpPr>
          <p:nvPr/>
        </p:nvSpPr>
        <p:spPr bwMode="auto">
          <a:xfrm>
            <a:off x="3129859" y="5365940"/>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d: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X</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p>
        </p:txBody>
      </p:sp>
      <p:grpSp>
        <p:nvGrpSpPr>
          <p:cNvPr id="487" name="Group 486">
            <a:extLst>
              <a:ext uri="{FF2B5EF4-FFF2-40B4-BE49-F238E27FC236}">
                <a16:creationId xmlns:a16="http://schemas.microsoft.com/office/drawing/2014/main" id="{F09C0BF2-9D8F-9F4E-BEAE-ADE0E89D3AD2}"/>
              </a:ext>
            </a:extLst>
          </p:cNvPr>
          <p:cNvGrpSpPr/>
          <p:nvPr/>
        </p:nvGrpSpPr>
        <p:grpSpPr>
          <a:xfrm>
            <a:off x="399867" y="2483278"/>
            <a:ext cx="1694528" cy="3623629"/>
            <a:chOff x="399867" y="2483278"/>
            <a:chExt cx="1694528" cy="3623629"/>
          </a:xfrm>
        </p:grpSpPr>
        <p:sp>
          <p:nvSpPr>
            <p:cNvPr id="373" name="Freeform 372">
              <a:extLst>
                <a:ext uri="{FF2B5EF4-FFF2-40B4-BE49-F238E27FC236}">
                  <a16:creationId xmlns:a16="http://schemas.microsoft.com/office/drawing/2014/main" id="{B02269C1-DF4A-1B42-BF2C-C32326D9EDE5}"/>
                </a:ext>
              </a:extLst>
            </p:cNvPr>
            <p:cNvSpPr/>
            <p:nvPr/>
          </p:nvSpPr>
          <p:spPr>
            <a:xfrm rot="10326036" flipH="1">
              <a:off x="668516" y="2483278"/>
              <a:ext cx="1196288" cy="137828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06934 w 1167285"/>
                <a:gd name="connsiteY0" fmla="*/ 967578 h 967578"/>
                <a:gd name="connsiteX1" fmla="*/ 0 w 1167285"/>
                <a:gd name="connsiteY1" fmla="*/ 0 h 967578"/>
                <a:gd name="connsiteX2" fmla="*/ 1005993 w 1167285"/>
                <a:gd name="connsiteY2" fmla="*/ 46284 h 967578"/>
                <a:gd name="connsiteX3" fmla="*/ 1167285 w 1167285"/>
                <a:gd name="connsiteY3" fmla="*/ 895852 h 967578"/>
                <a:gd name="connsiteX4" fmla="*/ 1006934 w 1167285"/>
                <a:gd name="connsiteY4" fmla="*/ 967578 h 967578"/>
                <a:gd name="connsiteX0" fmla="*/ 1006934 w 1167285"/>
                <a:gd name="connsiteY0" fmla="*/ 1132232 h 1132232"/>
                <a:gd name="connsiteX1" fmla="*/ 0 w 1167285"/>
                <a:gd name="connsiteY1" fmla="*/ 164654 h 1132232"/>
                <a:gd name="connsiteX2" fmla="*/ 991394 w 1167285"/>
                <a:gd name="connsiteY2" fmla="*/ 130 h 1132232"/>
                <a:gd name="connsiteX3" fmla="*/ 1167285 w 1167285"/>
                <a:gd name="connsiteY3" fmla="*/ 1060506 h 1132232"/>
                <a:gd name="connsiteX4" fmla="*/ 1006934 w 1167285"/>
                <a:gd name="connsiteY4" fmla="*/ 1132232 h 1132232"/>
                <a:gd name="connsiteX0" fmla="*/ 986900 w 1167285"/>
                <a:gd name="connsiteY0" fmla="*/ 1088164 h 1088164"/>
                <a:gd name="connsiteX1" fmla="*/ 0 w 1167285"/>
                <a:gd name="connsiteY1" fmla="*/ 164654 h 1088164"/>
                <a:gd name="connsiteX2" fmla="*/ 991394 w 1167285"/>
                <a:gd name="connsiteY2" fmla="*/ 130 h 1088164"/>
                <a:gd name="connsiteX3" fmla="*/ 1167285 w 1167285"/>
                <a:gd name="connsiteY3" fmla="*/ 1060506 h 1088164"/>
                <a:gd name="connsiteX4" fmla="*/ 986900 w 1167285"/>
                <a:gd name="connsiteY4" fmla="*/ 1088164 h 1088164"/>
                <a:gd name="connsiteX0" fmla="*/ 986900 w 1167285"/>
                <a:gd name="connsiteY0" fmla="*/ 1088164 h 1088164"/>
                <a:gd name="connsiteX1" fmla="*/ 0 w 1167285"/>
                <a:gd name="connsiteY1" fmla="*/ 164654 h 1088164"/>
                <a:gd name="connsiteX2" fmla="*/ 991394 w 1167285"/>
                <a:gd name="connsiteY2" fmla="*/ 130 h 1088164"/>
                <a:gd name="connsiteX3" fmla="*/ 1167285 w 1167285"/>
                <a:gd name="connsiteY3" fmla="*/ 1060506 h 1088164"/>
                <a:gd name="connsiteX4" fmla="*/ 986900 w 1167285"/>
                <a:gd name="connsiteY4" fmla="*/ 1088164 h 1088164"/>
                <a:gd name="connsiteX0" fmla="*/ 986900 w 1332977"/>
                <a:gd name="connsiteY0" fmla="*/ 1088164 h 1088164"/>
                <a:gd name="connsiteX1" fmla="*/ 0 w 1332977"/>
                <a:gd name="connsiteY1" fmla="*/ 164654 h 1088164"/>
                <a:gd name="connsiteX2" fmla="*/ 991394 w 1332977"/>
                <a:gd name="connsiteY2" fmla="*/ 130 h 1088164"/>
                <a:gd name="connsiteX3" fmla="*/ 1332977 w 1332977"/>
                <a:gd name="connsiteY3" fmla="*/ 1045574 h 1088164"/>
                <a:gd name="connsiteX4" fmla="*/ 986900 w 1332977"/>
                <a:gd name="connsiteY4" fmla="*/ 1088164 h 108816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1029955 w 1332977"/>
                <a:gd name="connsiteY0" fmla="*/ 1143414 h 1143414"/>
                <a:gd name="connsiteX1" fmla="*/ 0 w 1332977"/>
                <a:gd name="connsiteY1" fmla="*/ 164654 h 1143414"/>
                <a:gd name="connsiteX2" fmla="*/ 991394 w 1332977"/>
                <a:gd name="connsiteY2" fmla="*/ 130 h 1143414"/>
                <a:gd name="connsiteX3" fmla="*/ 1332977 w 1332977"/>
                <a:gd name="connsiteY3" fmla="*/ 1045574 h 1143414"/>
                <a:gd name="connsiteX4" fmla="*/ 1029955 w 1332977"/>
                <a:gd name="connsiteY4" fmla="*/ 1143414 h 1143414"/>
                <a:gd name="connsiteX0" fmla="*/ 302061 w 1332977"/>
                <a:gd name="connsiteY0" fmla="*/ 1951097 h 1951096"/>
                <a:gd name="connsiteX1" fmla="*/ 0 w 1332977"/>
                <a:gd name="connsiteY1" fmla="*/ 164654 h 1951096"/>
                <a:gd name="connsiteX2" fmla="*/ 991394 w 1332977"/>
                <a:gd name="connsiteY2" fmla="*/ 130 h 1951096"/>
                <a:gd name="connsiteX3" fmla="*/ 1332977 w 1332977"/>
                <a:gd name="connsiteY3" fmla="*/ 1045574 h 1951096"/>
                <a:gd name="connsiteX4" fmla="*/ 302061 w 1332977"/>
                <a:gd name="connsiteY4" fmla="*/ 1951097 h 1951096"/>
                <a:gd name="connsiteX0" fmla="*/ 302061 w 1008228"/>
                <a:gd name="connsiteY0" fmla="*/ 1951097 h 1951097"/>
                <a:gd name="connsiteX1" fmla="*/ 0 w 1008228"/>
                <a:gd name="connsiteY1" fmla="*/ 164654 h 1951097"/>
                <a:gd name="connsiteX2" fmla="*/ 991394 w 1008228"/>
                <a:gd name="connsiteY2" fmla="*/ 130 h 1951097"/>
                <a:gd name="connsiteX3" fmla="*/ 628320 w 1008228"/>
                <a:gd name="connsiteY3" fmla="*/ 1842100 h 1951097"/>
                <a:gd name="connsiteX4" fmla="*/ 302061 w 1008228"/>
                <a:gd name="connsiteY4" fmla="*/ 1951097 h 1951097"/>
                <a:gd name="connsiteX0" fmla="*/ 302061 w 1020405"/>
                <a:gd name="connsiteY0" fmla="*/ 1951097 h 1951097"/>
                <a:gd name="connsiteX1" fmla="*/ 0 w 1020405"/>
                <a:gd name="connsiteY1" fmla="*/ 164654 h 1951097"/>
                <a:gd name="connsiteX2" fmla="*/ 991394 w 1020405"/>
                <a:gd name="connsiteY2" fmla="*/ 130 h 1951097"/>
                <a:gd name="connsiteX3" fmla="*/ 628320 w 1020405"/>
                <a:gd name="connsiteY3" fmla="*/ 1842100 h 1951097"/>
                <a:gd name="connsiteX4" fmla="*/ 302061 w 1020405"/>
                <a:gd name="connsiteY4" fmla="*/ 1951097 h 1951097"/>
                <a:gd name="connsiteX0" fmla="*/ 302061 w 991394"/>
                <a:gd name="connsiteY0" fmla="*/ 1951097 h 1951097"/>
                <a:gd name="connsiteX1" fmla="*/ 0 w 991394"/>
                <a:gd name="connsiteY1" fmla="*/ 164654 h 1951097"/>
                <a:gd name="connsiteX2" fmla="*/ 991394 w 991394"/>
                <a:gd name="connsiteY2" fmla="*/ 130 h 1951097"/>
                <a:gd name="connsiteX3" fmla="*/ 628320 w 991394"/>
                <a:gd name="connsiteY3" fmla="*/ 1842100 h 1951097"/>
                <a:gd name="connsiteX4" fmla="*/ 302061 w 991394"/>
                <a:gd name="connsiteY4" fmla="*/ 1951097 h 1951097"/>
                <a:gd name="connsiteX0" fmla="*/ 271973 w 991394"/>
                <a:gd name="connsiteY0" fmla="*/ 1956074 h 1956074"/>
                <a:gd name="connsiteX1" fmla="*/ 0 w 991394"/>
                <a:gd name="connsiteY1" fmla="*/ 164654 h 1956074"/>
                <a:gd name="connsiteX2" fmla="*/ 991394 w 991394"/>
                <a:gd name="connsiteY2" fmla="*/ 130 h 1956074"/>
                <a:gd name="connsiteX3" fmla="*/ 628320 w 991394"/>
                <a:gd name="connsiteY3" fmla="*/ 1842100 h 1956074"/>
                <a:gd name="connsiteX4" fmla="*/ 271973 w 991394"/>
                <a:gd name="connsiteY4" fmla="*/ 1956074 h 1956074"/>
                <a:gd name="connsiteX0" fmla="*/ 271973 w 991394"/>
                <a:gd name="connsiteY0" fmla="*/ 1956074 h 1956074"/>
                <a:gd name="connsiteX1" fmla="*/ 0 w 991394"/>
                <a:gd name="connsiteY1" fmla="*/ 164654 h 1956074"/>
                <a:gd name="connsiteX2" fmla="*/ 991394 w 991394"/>
                <a:gd name="connsiteY2" fmla="*/ 130 h 1956074"/>
                <a:gd name="connsiteX3" fmla="*/ 628320 w 991394"/>
                <a:gd name="connsiteY3" fmla="*/ 1842100 h 1956074"/>
                <a:gd name="connsiteX4" fmla="*/ 271973 w 991394"/>
                <a:gd name="connsiteY4" fmla="*/ 1956074 h 1956074"/>
                <a:gd name="connsiteX0" fmla="*/ 271973 w 991394"/>
                <a:gd name="connsiteY0" fmla="*/ 1956074 h 1956074"/>
                <a:gd name="connsiteX1" fmla="*/ 0 w 991394"/>
                <a:gd name="connsiteY1" fmla="*/ 164654 h 1956074"/>
                <a:gd name="connsiteX2" fmla="*/ 991394 w 991394"/>
                <a:gd name="connsiteY2" fmla="*/ 130 h 1956074"/>
                <a:gd name="connsiteX3" fmla="*/ 628320 w 991394"/>
                <a:gd name="connsiteY3" fmla="*/ 1842100 h 1956074"/>
                <a:gd name="connsiteX4" fmla="*/ 271973 w 991394"/>
                <a:gd name="connsiteY4" fmla="*/ 1956074 h 1956074"/>
                <a:gd name="connsiteX0" fmla="*/ 271973 w 1196137"/>
                <a:gd name="connsiteY0" fmla="*/ 1956074 h 1956074"/>
                <a:gd name="connsiteX1" fmla="*/ 0 w 1196137"/>
                <a:gd name="connsiteY1" fmla="*/ 164654 h 1956074"/>
                <a:gd name="connsiteX2" fmla="*/ 991394 w 1196137"/>
                <a:gd name="connsiteY2" fmla="*/ 130 h 1956074"/>
                <a:gd name="connsiteX3" fmla="*/ 1173102 w 1196137"/>
                <a:gd name="connsiteY3" fmla="*/ 1525907 h 1956074"/>
                <a:gd name="connsiteX4" fmla="*/ 271973 w 1196137"/>
                <a:gd name="connsiteY4" fmla="*/ 1956074 h 1956074"/>
                <a:gd name="connsiteX0" fmla="*/ 271973 w 1173102"/>
                <a:gd name="connsiteY0" fmla="*/ 1956074 h 1956074"/>
                <a:gd name="connsiteX1" fmla="*/ 0 w 1173102"/>
                <a:gd name="connsiteY1" fmla="*/ 164654 h 1956074"/>
                <a:gd name="connsiteX2" fmla="*/ 991394 w 1173102"/>
                <a:gd name="connsiteY2" fmla="*/ 130 h 1956074"/>
                <a:gd name="connsiteX3" fmla="*/ 1173102 w 1173102"/>
                <a:gd name="connsiteY3" fmla="*/ 1525907 h 1956074"/>
                <a:gd name="connsiteX4" fmla="*/ 271973 w 1173102"/>
                <a:gd name="connsiteY4" fmla="*/ 1956074 h 1956074"/>
                <a:gd name="connsiteX0" fmla="*/ 873615 w 1173102"/>
                <a:gd name="connsiteY0" fmla="*/ 1585260 h 1585259"/>
                <a:gd name="connsiteX1" fmla="*/ 0 w 1173102"/>
                <a:gd name="connsiteY1" fmla="*/ 164654 h 1585259"/>
                <a:gd name="connsiteX2" fmla="*/ 991394 w 1173102"/>
                <a:gd name="connsiteY2" fmla="*/ 130 h 1585259"/>
                <a:gd name="connsiteX3" fmla="*/ 1173102 w 1173102"/>
                <a:gd name="connsiteY3" fmla="*/ 1525907 h 1585259"/>
                <a:gd name="connsiteX4" fmla="*/ 873615 w 1173102"/>
                <a:gd name="connsiteY4" fmla="*/ 1585260 h 1585259"/>
                <a:gd name="connsiteX0" fmla="*/ 873615 w 1173102"/>
                <a:gd name="connsiteY0" fmla="*/ 1585260 h 1585260"/>
                <a:gd name="connsiteX1" fmla="*/ 0 w 1173102"/>
                <a:gd name="connsiteY1" fmla="*/ 164654 h 1585260"/>
                <a:gd name="connsiteX2" fmla="*/ 991394 w 1173102"/>
                <a:gd name="connsiteY2" fmla="*/ 130 h 1585260"/>
                <a:gd name="connsiteX3" fmla="*/ 1173102 w 1173102"/>
                <a:gd name="connsiteY3" fmla="*/ 1525907 h 1585260"/>
                <a:gd name="connsiteX4" fmla="*/ 873615 w 1173102"/>
                <a:gd name="connsiteY4" fmla="*/ 1585260 h 1585260"/>
                <a:gd name="connsiteX0" fmla="*/ 873615 w 1173102"/>
                <a:gd name="connsiteY0" fmla="*/ 1585260 h 1585260"/>
                <a:gd name="connsiteX1" fmla="*/ 0 w 1173102"/>
                <a:gd name="connsiteY1" fmla="*/ 164654 h 1585260"/>
                <a:gd name="connsiteX2" fmla="*/ 991394 w 1173102"/>
                <a:gd name="connsiteY2" fmla="*/ 130 h 1585260"/>
                <a:gd name="connsiteX3" fmla="*/ 1173102 w 1173102"/>
                <a:gd name="connsiteY3" fmla="*/ 1525907 h 1585260"/>
                <a:gd name="connsiteX4" fmla="*/ 873615 w 1173102"/>
                <a:gd name="connsiteY4" fmla="*/ 1585260 h 1585260"/>
                <a:gd name="connsiteX0" fmla="*/ 873615 w 1196017"/>
                <a:gd name="connsiteY0" fmla="*/ 1585260 h 1585260"/>
                <a:gd name="connsiteX1" fmla="*/ 0 w 1196017"/>
                <a:gd name="connsiteY1" fmla="*/ 164654 h 1585260"/>
                <a:gd name="connsiteX2" fmla="*/ 991394 w 1196017"/>
                <a:gd name="connsiteY2" fmla="*/ 130 h 1585260"/>
                <a:gd name="connsiteX3" fmla="*/ 1196017 w 1196017"/>
                <a:gd name="connsiteY3" fmla="*/ 1546568 h 1585260"/>
                <a:gd name="connsiteX4" fmla="*/ 873615 w 1196017"/>
                <a:gd name="connsiteY4" fmla="*/ 1585260 h 1585260"/>
                <a:gd name="connsiteX0" fmla="*/ 851586 w 1196017"/>
                <a:gd name="connsiteY0" fmla="*/ 1642695 h 1642695"/>
                <a:gd name="connsiteX1" fmla="*/ 0 w 1196017"/>
                <a:gd name="connsiteY1" fmla="*/ 164654 h 1642695"/>
                <a:gd name="connsiteX2" fmla="*/ 991394 w 1196017"/>
                <a:gd name="connsiteY2" fmla="*/ 130 h 1642695"/>
                <a:gd name="connsiteX3" fmla="*/ 1196017 w 1196017"/>
                <a:gd name="connsiteY3" fmla="*/ 1546568 h 1642695"/>
                <a:gd name="connsiteX4" fmla="*/ 851586 w 1196017"/>
                <a:gd name="connsiteY4" fmla="*/ 1642695 h 1642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017" h="1642695">
                  <a:moveTo>
                    <a:pt x="851586" y="1642695"/>
                  </a:moveTo>
                  <a:cubicBezTo>
                    <a:pt x="351624" y="596424"/>
                    <a:pt x="519034" y="861914"/>
                    <a:pt x="0" y="164654"/>
                  </a:cubicBezTo>
                  <a:cubicBezTo>
                    <a:pt x="346878" y="170249"/>
                    <a:pt x="644516" y="-5465"/>
                    <a:pt x="991394" y="130"/>
                  </a:cubicBezTo>
                  <a:cubicBezTo>
                    <a:pt x="818067" y="853650"/>
                    <a:pt x="952595" y="541133"/>
                    <a:pt x="1196017" y="1546568"/>
                  </a:cubicBezTo>
                  <a:cubicBezTo>
                    <a:pt x="1046703" y="1529995"/>
                    <a:pt x="1015898" y="1558953"/>
                    <a:pt x="851586" y="1642695"/>
                  </a:cubicBezTo>
                  <a:close/>
                </a:path>
              </a:pathLst>
            </a:custGeom>
            <a:gradFill rotWithShape="1">
              <a:gsLst>
                <a:gs pos="0">
                  <a:srgbClr val="FFFFFF">
                    <a:lumMod val="9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2" name="Rectangle 451">
              <a:extLst>
                <a:ext uri="{FF2B5EF4-FFF2-40B4-BE49-F238E27FC236}">
                  <a16:creationId xmlns:a16="http://schemas.microsoft.com/office/drawing/2014/main" id="{6C28258C-7FFF-E940-A448-A9458A2FDF87}"/>
                </a:ext>
              </a:extLst>
            </p:cNvPr>
            <p:cNvSpPr/>
            <p:nvPr/>
          </p:nvSpPr>
          <p:spPr bwMode="auto">
            <a:xfrm rot="10800000">
              <a:off x="734144" y="3768921"/>
              <a:ext cx="1027112" cy="1145749"/>
            </a:xfrm>
            <a:prstGeom prst="rect">
              <a:avLst/>
            </a:prstGeom>
            <a:gradFill rotWithShape="1">
              <a:gsLst>
                <a:gs pos="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453" name="Group 104">
              <a:extLst>
                <a:ext uri="{FF2B5EF4-FFF2-40B4-BE49-F238E27FC236}">
                  <a16:creationId xmlns:a16="http://schemas.microsoft.com/office/drawing/2014/main" id="{B0E3BD6B-EB14-B445-B85F-6CDE3106F474}"/>
                </a:ext>
              </a:extLst>
            </p:cNvPr>
            <p:cNvGrpSpPr>
              <a:grpSpLocks/>
            </p:cNvGrpSpPr>
            <p:nvPr/>
          </p:nvGrpSpPr>
          <p:grpSpPr bwMode="auto">
            <a:xfrm>
              <a:off x="737614" y="5695204"/>
              <a:ext cx="1034710" cy="411703"/>
              <a:chOff x="4128636" y="3606589"/>
              <a:chExt cx="568145" cy="338667"/>
            </a:xfrm>
          </p:grpSpPr>
          <p:sp>
            <p:nvSpPr>
              <p:cNvPr id="476" name="Oval 475">
                <a:extLst>
                  <a:ext uri="{FF2B5EF4-FFF2-40B4-BE49-F238E27FC236}">
                    <a16:creationId xmlns:a16="http://schemas.microsoft.com/office/drawing/2014/main" id="{C0FF9617-38FC-C14A-8900-FEF8A3B09291}"/>
                  </a:ext>
                </a:extLst>
              </p:cNvPr>
              <p:cNvSpPr/>
              <p:nvPr/>
            </p:nvSpPr>
            <p:spPr>
              <a:xfrm>
                <a:off x="4128649" y="3720080"/>
                <a:ext cx="568332" cy="225176"/>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7" name="Rectangle 476">
                <a:extLst>
                  <a:ext uri="{FF2B5EF4-FFF2-40B4-BE49-F238E27FC236}">
                    <a16:creationId xmlns:a16="http://schemas.microsoft.com/office/drawing/2014/main" id="{6AD27A8B-9371-D241-9BB7-8D09A714683B}"/>
                  </a:ext>
                </a:extLst>
              </p:cNvPr>
              <p:cNvSpPr/>
              <p:nvPr/>
            </p:nvSpPr>
            <p:spPr>
              <a:xfrm>
                <a:off x="4128649" y="3720080"/>
                <a:ext cx="568332" cy="111898"/>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Oval 477">
                <a:extLst>
                  <a:ext uri="{FF2B5EF4-FFF2-40B4-BE49-F238E27FC236}">
                    <a16:creationId xmlns:a16="http://schemas.microsoft.com/office/drawing/2014/main" id="{A1DBF1C3-573B-F544-BCD4-C8F32647EC75}"/>
                  </a:ext>
                </a:extLst>
              </p:cNvPr>
              <p:cNvSpPr/>
              <p:nvPr/>
            </p:nvSpPr>
            <p:spPr>
              <a:xfrm>
                <a:off x="4128649" y="3606801"/>
                <a:ext cx="568332" cy="225176"/>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79" name="Straight Connector 478">
                <a:extLst>
                  <a:ext uri="{FF2B5EF4-FFF2-40B4-BE49-F238E27FC236}">
                    <a16:creationId xmlns:a16="http://schemas.microsoft.com/office/drawing/2014/main" id="{90686A12-F47C-174C-ABCC-A9D997119A73}"/>
                  </a:ext>
                </a:extLst>
              </p:cNvPr>
              <p:cNvCxnSpPr/>
              <p:nvPr/>
            </p:nvCxnSpPr>
            <p:spPr>
              <a:xfrm>
                <a:off x="4696981" y="3720080"/>
                <a:ext cx="0" cy="111898"/>
              </a:xfrm>
              <a:prstGeom prst="line">
                <a:avLst/>
              </a:prstGeom>
              <a:noFill/>
              <a:ln w="6350" cap="flat" cmpd="sng" algn="ctr">
                <a:solidFill>
                  <a:srgbClr val="000000"/>
                </a:solidFill>
                <a:prstDash val="solid"/>
              </a:ln>
              <a:effectLst/>
            </p:spPr>
          </p:cxnSp>
          <p:cxnSp>
            <p:nvCxnSpPr>
              <p:cNvPr id="480" name="Straight Connector 479">
                <a:extLst>
                  <a:ext uri="{FF2B5EF4-FFF2-40B4-BE49-F238E27FC236}">
                    <a16:creationId xmlns:a16="http://schemas.microsoft.com/office/drawing/2014/main" id="{E7107280-9DE2-5A47-8EF6-EE90CACB1D1B}"/>
                  </a:ext>
                </a:extLst>
              </p:cNvPr>
              <p:cNvCxnSpPr/>
              <p:nvPr/>
            </p:nvCxnSpPr>
            <p:spPr>
              <a:xfrm>
                <a:off x="4128649" y="3720080"/>
                <a:ext cx="0" cy="111898"/>
              </a:xfrm>
              <a:prstGeom prst="line">
                <a:avLst/>
              </a:prstGeom>
              <a:noFill/>
              <a:ln w="6350" cap="flat" cmpd="sng" algn="ctr">
                <a:solidFill>
                  <a:srgbClr val="000000"/>
                </a:solidFill>
                <a:prstDash val="solid"/>
              </a:ln>
              <a:effectLst/>
            </p:spPr>
          </p:cxnSp>
        </p:grpSp>
        <p:sp>
          <p:nvSpPr>
            <p:cNvPr id="454" name="Rectangle 453">
              <a:extLst>
                <a:ext uri="{FF2B5EF4-FFF2-40B4-BE49-F238E27FC236}">
                  <a16:creationId xmlns:a16="http://schemas.microsoft.com/office/drawing/2014/main" id="{29C729D8-AEB2-B848-8004-226B4B03BDC8}"/>
                </a:ext>
              </a:extLst>
            </p:cNvPr>
            <p:cNvSpPr/>
            <p:nvPr/>
          </p:nvSpPr>
          <p:spPr bwMode="auto">
            <a:xfrm>
              <a:off x="741922" y="4854846"/>
              <a:ext cx="1027112" cy="991402"/>
            </a:xfrm>
            <a:prstGeom prst="rect">
              <a:avLst/>
            </a:prstGeom>
            <a:gradFill rotWithShape="1">
              <a:gsLst>
                <a:gs pos="0">
                  <a:srgbClr val="3333CC">
                    <a:lumMod val="60000"/>
                    <a:lumOff val="40000"/>
                    <a:alpha val="62000"/>
                  </a:srgbClr>
                </a:gs>
                <a:gs pos="5400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55" name="Straight Connector 454">
              <a:extLst>
                <a:ext uri="{FF2B5EF4-FFF2-40B4-BE49-F238E27FC236}">
                  <a16:creationId xmlns:a16="http://schemas.microsoft.com/office/drawing/2014/main" id="{6F94A64C-32AA-2448-B512-66A15C4BC32D}"/>
                </a:ext>
              </a:extLst>
            </p:cNvPr>
            <p:cNvCxnSpPr>
              <a:endCxn id="477" idx="1"/>
            </p:cNvCxnSpPr>
            <p:nvPr/>
          </p:nvCxnSpPr>
          <p:spPr bwMode="auto">
            <a:xfrm>
              <a:off x="726206" y="4006134"/>
              <a:ext cx="11432" cy="1895052"/>
            </a:xfrm>
            <a:prstGeom prst="line">
              <a:avLst/>
            </a:prstGeom>
            <a:noFill/>
            <a:ln w="3175" cap="flat" cmpd="sng" algn="ctr">
              <a:solidFill>
                <a:srgbClr val="000000"/>
              </a:solidFill>
              <a:prstDash val="sysDash"/>
            </a:ln>
            <a:effectLst/>
          </p:spPr>
        </p:cxnSp>
        <p:cxnSp>
          <p:nvCxnSpPr>
            <p:cNvPr id="456" name="Straight Connector 455">
              <a:extLst>
                <a:ext uri="{FF2B5EF4-FFF2-40B4-BE49-F238E27FC236}">
                  <a16:creationId xmlns:a16="http://schemas.microsoft.com/office/drawing/2014/main" id="{B47548DA-124D-B24A-B212-A7BD236C4EBA}"/>
                </a:ext>
              </a:extLst>
            </p:cNvPr>
            <p:cNvCxnSpPr>
              <a:endCxn id="477" idx="3"/>
            </p:cNvCxnSpPr>
            <p:nvPr/>
          </p:nvCxnSpPr>
          <p:spPr bwMode="auto">
            <a:xfrm>
              <a:off x="1767606" y="4006134"/>
              <a:ext cx="5083" cy="1895052"/>
            </a:xfrm>
            <a:prstGeom prst="line">
              <a:avLst/>
            </a:prstGeom>
            <a:noFill/>
            <a:ln w="3175" cap="flat" cmpd="sng" algn="ctr">
              <a:solidFill>
                <a:srgbClr val="000000"/>
              </a:solidFill>
              <a:prstDash val="sysDash"/>
            </a:ln>
            <a:effectLst/>
          </p:spPr>
        </p:cxnSp>
        <p:grpSp>
          <p:nvGrpSpPr>
            <p:cNvPr id="457" name="Group 9">
              <a:extLst>
                <a:ext uri="{FF2B5EF4-FFF2-40B4-BE49-F238E27FC236}">
                  <a16:creationId xmlns:a16="http://schemas.microsoft.com/office/drawing/2014/main" id="{1105B980-ACA1-294E-89E8-A27F7F80B419}"/>
                </a:ext>
              </a:extLst>
            </p:cNvPr>
            <p:cNvGrpSpPr>
              <a:grpSpLocks/>
            </p:cNvGrpSpPr>
            <p:nvPr/>
          </p:nvGrpSpPr>
          <p:grpSpPr bwMode="auto">
            <a:xfrm>
              <a:off x="702836" y="3663421"/>
              <a:ext cx="1079500" cy="455109"/>
              <a:chOff x="2183302" y="1574638"/>
              <a:chExt cx="1200154" cy="430181"/>
            </a:xfrm>
          </p:grpSpPr>
          <p:sp>
            <p:nvSpPr>
              <p:cNvPr id="467" name="Oval 466">
                <a:extLst>
                  <a:ext uri="{FF2B5EF4-FFF2-40B4-BE49-F238E27FC236}">
                    <a16:creationId xmlns:a16="http://schemas.microsoft.com/office/drawing/2014/main" id="{C0DE7A67-940C-CA42-A886-382097FF56DE}"/>
                  </a:ext>
                </a:extLst>
              </p:cNvPr>
              <p:cNvSpPr/>
              <p:nvPr/>
            </p:nvSpPr>
            <p:spPr bwMode="auto">
              <a:xfrm flipV="1">
                <a:off x="2186832" y="1690517"/>
                <a:ext cx="1194859" cy="31430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8" name="Rectangle 467">
                <a:extLst>
                  <a:ext uri="{FF2B5EF4-FFF2-40B4-BE49-F238E27FC236}">
                    <a16:creationId xmlns:a16="http://schemas.microsoft.com/office/drawing/2014/main" id="{C80E7574-CE05-C54D-BB50-B8D018774DE8}"/>
                  </a:ext>
                </a:extLst>
              </p:cNvPr>
              <p:cNvSpPr/>
              <p:nvPr/>
            </p:nvSpPr>
            <p:spPr bwMode="auto">
              <a:xfrm>
                <a:off x="2183302" y="1734964"/>
                <a:ext cx="1198389" cy="112704"/>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9" name="Oval 468">
                <a:extLst>
                  <a:ext uri="{FF2B5EF4-FFF2-40B4-BE49-F238E27FC236}">
                    <a16:creationId xmlns:a16="http://schemas.microsoft.com/office/drawing/2014/main" id="{868FD90D-4069-D946-B396-311A2C38C805}"/>
                  </a:ext>
                </a:extLst>
              </p:cNvPr>
              <p:cNvSpPr/>
              <p:nvPr/>
            </p:nvSpPr>
            <p:spPr bwMode="auto">
              <a:xfrm flipV="1">
                <a:off x="2183302" y="1574638"/>
                <a:ext cx="1196624" cy="314302"/>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0" name="Freeform 469">
                <a:extLst>
                  <a:ext uri="{FF2B5EF4-FFF2-40B4-BE49-F238E27FC236}">
                    <a16:creationId xmlns:a16="http://schemas.microsoft.com/office/drawing/2014/main" id="{F675C568-A8B3-D14E-94C7-A3AA2F1384E6}"/>
                  </a:ext>
                </a:extLst>
              </p:cNvPr>
              <p:cNvSpPr/>
              <p:nvPr/>
            </p:nvSpPr>
            <p:spPr bwMode="auto">
              <a:xfrm>
                <a:off x="2490400" y="1671469"/>
                <a:ext cx="582428" cy="15715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1" name="Freeform 470">
                <a:extLst>
                  <a:ext uri="{FF2B5EF4-FFF2-40B4-BE49-F238E27FC236}">
                    <a16:creationId xmlns:a16="http://schemas.microsoft.com/office/drawing/2014/main" id="{9676BEE0-3233-0944-B2AF-9922D140FC93}"/>
                  </a:ext>
                </a:extLst>
              </p:cNvPr>
              <p:cNvSpPr/>
              <p:nvPr/>
            </p:nvSpPr>
            <p:spPr bwMode="auto">
              <a:xfrm>
                <a:off x="2430393" y="1630197"/>
                <a:ext cx="702443" cy="109529"/>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2" name="Freeform 471">
                <a:extLst>
                  <a:ext uri="{FF2B5EF4-FFF2-40B4-BE49-F238E27FC236}">
                    <a16:creationId xmlns:a16="http://schemas.microsoft.com/office/drawing/2014/main" id="{FB1B5FE2-C91A-9348-AF73-C9EF2D707274}"/>
                  </a:ext>
                </a:extLst>
              </p:cNvPr>
              <p:cNvSpPr/>
              <p:nvPr/>
            </p:nvSpPr>
            <p:spPr bwMode="auto">
              <a:xfrm>
                <a:off x="2892805" y="1723852"/>
                <a:ext cx="257680" cy="95243"/>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Freeform 472">
                <a:extLst>
                  <a:ext uri="{FF2B5EF4-FFF2-40B4-BE49-F238E27FC236}">
                    <a16:creationId xmlns:a16="http://schemas.microsoft.com/office/drawing/2014/main" id="{EECAE167-ECD6-A54B-A969-9847CF2A9ADC}"/>
                  </a:ext>
                </a:extLst>
              </p:cNvPr>
              <p:cNvSpPr/>
              <p:nvPr/>
            </p:nvSpPr>
            <p:spPr bwMode="auto">
              <a:xfrm>
                <a:off x="2418037" y="1725440"/>
                <a:ext cx="254150" cy="95243"/>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74" name="Straight Connector 473">
                <a:extLst>
                  <a:ext uri="{FF2B5EF4-FFF2-40B4-BE49-F238E27FC236}">
                    <a16:creationId xmlns:a16="http://schemas.microsoft.com/office/drawing/2014/main" id="{B0EB1B7F-73B8-E84D-841A-D4FD52A3E62C}"/>
                  </a:ext>
                </a:extLst>
              </p:cNvPr>
              <p:cNvCxnSpPr>
                <a:endCxn id="469" idx="2"/>
              </p:cNvCxnSpPr>
              <p:nvPr/>
            </p:nvCxnSpPr>
            <p:spPr bwMode="auto">
              <a:xfrm flipH="1" flipV="1">
                <a:off x="2183302" y="1731787"/>
                <a:ext cx="3530" cy="122228"/>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75" name="Straight Connector 474">
                <a:extLst>
                  <a:ext uri="{FF2B5EF4-FFF2-40B4-BE49-F238E27FC236}">
                    <a16:creationId xmlns:a16="http://schemas.microsoft.com/office/drawing/2014/main" id="{9709F18E-E167-7748-AF01-5771407BD91A}"/>
                  </a:ext>
                </a:extLst>
              </p:cNvPr>
              <p:cNvCxnSpPr/>
              <p:nvPr/>
            </p:nvCxnSpPr>
            <p:spPr bwMode="auto">
              <a:xfrm flipH="1" flipV="1">
                <a:off x="3379926" y="1728615"/>
                <a:ext cx="3530" cy="122228"/>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sp>
          <p:nvSpPr>
            <p:cNvPr id="458" name="Rectangle 457">
              <a:extLst>
                <a:ext uri="{FF2B5EF4-FFF2-40B4-BE49-F238E27FC236}">
                  <a16:creationId xmlns:a16="http://schemas.microsoft.com/office/drawing/2014/main" id="{07BAD6FE-D90B-454B-8C5B-C357E984C007}"/>
                </a:ext>
              </a:extLst>
            </p:cNvPr>
            <p:cNvSpPr/>
            <p:nvPr/>
          </p:nvSpPr>
          <p:spPr bwMode="auto">
            <a:xfrm>
              <a:off x="408366" y="4245849"/>
              <a:ext cx="1670709" cy="1502121"/>
            </a:xfrm>
            <a:prstGeom prst="rect">
              <a:avLst/>
            </a:prstGeom>
            <a:solidFill>
              <a:srgbClr val="FFFFFF"/>
            </a:solidFill>
            <a:ln w="9525" cap="flat" cmpd="sng" algn="ctr">
              <a:solidFill>
                <a:srgbClr val="000000"/>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59" name="TextBox 458">
              <a:extLst>
                <a:ext uri="{FF2B5EF4-FFF2-40B4-BE49-F238E27FC236}">
                  <a16:creationId xmlns:a16="http://schemas.microsoft.com/office/drawing/2014/main" id="{7F39AFDB-C4C8-9641-A964-BC01FB968DC2}"/>
                </a:ext>
              </a:extLst>
            </p:cNvPr>
            <p:cNvSpPr txBox="1"/>
            <p:nvPr/>
          </p:nvSpPr>
          <p:spPr>
            <a:xfrm>
              <a:off x="402603" y="4240253"/>
              <a:ext cx="620971" cy="35852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dest</a:t>
              </a:r>
            </a:p>
          </p:txBody>
        </p:sp>
        <p:sp>
          <p:nvSpPr>
            <p:cNvPr id="460" name="TextBox 459">
              <a:extLst>
                <a:ext uri="{FF2B5EF4-FFF2-40B4-BE49-F238E27FC236}">
                  <a16:creationId xmlns:a16="http://schemas.microsoft.com/office/drawing/2014/main" id="{190DF8B3-AE9D-CD45-BB05-27A485E9599D}"/>
                </a:ext>
              </a:extLst>
            </p:cNvPr>
            <p:cNvSpPr txBox="1"/>
            <p:nvPr/>
          </p:nvSpPr>
          <p:spPr>
            <a:xfrm>
              <a:off x="1024383" y="4245636"/>
              <a:ext cx="1070012" cy="35852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interface</a:t>
              </a:r>
            </a:p>
          </p:txBody>
        </p:sp>
        <p:cxnSp>
          <p:nvCxnSpPr>
            <p:cNvPr id="461" name="Straight Connector 460">
              <a:extLst>
                <a:ext uri="{FF2B5EF4-FFF2-40B4-BE49-F238E27FC236}">
                  <a16:creationId xmlns:a16="http://schemas.microsoft.com/office/drawing/2014/main" id="{1C8B7AE5-1B5D-F54C-945E-50F0EAB85535}"/>
                </a:ext>
              </a:extLst>
            </p:cNvPr>
            <p:cNvCxnSpPr/>
            <p:nvPr/>
          </p:nvCxnSpPr>
          <p:spPr bwMode="auto">
            <a:xfrm>
              <a:off x="1016396" y="4251999"/>
              <a:ext cx="1345" cy="1490301"/>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62" name="Straight Connector 461">
              <a:extLst>
                <a:ext uri="{FF2B5EF4-FFF2-40B4-BE49-F238E27FC236}">
                  <a16:creationId xmlns:a16="http://schemas.microsoft.com/office/drawing/2014/main" id="{6E69DA06-F077-1443-BD2C-1AF9CA4A7958}"/>
                </a:ext>
              </a:extLst>
            </p:cNvPr>
            <p:cNvCxnSpPr/>
            <p:nvPr/>
          </p:nvCxnSpPr>
          <p:spPr bwMode="auto">
            <a:xfrm flipH="1">
              <a:off x="399867" y="4618007"/>
              <a:ext cx="1679208"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3" name="TextBox 462">
              <a:extLst>
                <a:ext uri="{FF2B5EF4-FFF2-40B4-BE49-F238E27FC236}">
                  <a16:creationId xmlns:a16="http://schemas.microsoft.com/office/drawing/2014/main" id="{5B2B7C6B-DC13-CC46-8E5B-33206D22590A}"/>
                </a:ext>
              </a:extLst>
            </p:cNvPr>
            <p:cNvSpPr txBox="1"/>
            <p:nvPr/>
          </p:nvSpPr>
          <p:spPr>
            <a:xfrm>
              <a:off x="1084937" y="4540875"/>
              <a:ext cx="415498"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64" name="TextBox 463">
              <a:extLst>
                <a:ext uri="{FF2B5EF4-FFF2-40B4-BE49-F238E27FC236}">
                  <a16:creationId xmlns:a16="http://schemas.microsoft.com/office/drawing/2014/main" id="{A7052B84-C702-554E-B650-88235F4035D0}"/>
                </a:ext>
              </a:extLst>
            </p:cNvPr>
            <p:cNvSpPr txBox="1"/>
            <p:nvPr/>
          </p:nvSpPr>
          <p:spPr>
            <a:xfrm>
              <a:off x="1080238" y="5382097"/>
              <a:ext cx="415498"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65" name="TextBox 464">
              <a:extLst>
                <a:ext uri="{FF2B5EF4-FFF2-40B4-BE49-F238E27FC236}">
                  <a16:creationId xmlns:a16="http://schemas.microsoft.com/office/drawing/2014/main" id="{207ADBCB-2351-A34F-AE51-16ECC375A4A3}"/>
                </a:ext>
              </a:extLst>
            </p:cNvPr>
            <p:cNvSpPr txBox="1"/>
            <p:nvPr/>
          </p:nvSpPr>
          <p:spPr>
            <a:xfrm>
              <a:off x="508233" y="4540203"/>
              <a:ext cx="415498"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sp>
          <p:nvSpPr>
            <p:cNvPr id="466" name="TextBox 465">
              <a:extLst>
                <a:ext uri="{FF2B5EF4-FFF2-40B4-BE49-F238E27FC236}">
                  <a16:creationId xmlns:a16="http://schemas.microsoft.com/office/drawing/2014/main" id="{437549A8-AE81-7844-82CC-A0300C63D6AE}"/>
                </a:ext>
              </a:extLst>
            </p:cNvPr>
            <p:cNvSpPr txBox="1"/>
            <p:nvPr/>
          </p:nvSpPr>
          <p:spPr>
            <a:xfrm>
              <a:off x="531730" y="5381424"/>
              <a:ext cx="415498"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a:t>
              </a:r>
            </a:p>
          </p:txBody>
        </p:sp>
        <p:grpSp>
          <p:nvGrpSpPr>
            <p:cNvPr id="481" name="Group 480">
              <a:extLst>
                <a:ext uri="{FF2B5EF4-FFF2-40B4-BE49-F238E27FC236}">
                  <a16:creationId xmlns:a16="http://schemas.microsoft.com/office/drawing/2014/main" id="{A2E0F91C-DD87-7E44-A44E-1D382B82CDED}"/>
                </a:ext>
              </a:extLst>
            </p:cNvPr>
            <p:cNvGrpSpPr/>
            <p:nvPr/>
          </p:nvGrpSpPr>
          <p:grpSpPr>
            <a:xfrm>
              <a:off x="521789" y="4827919"/>
              <a:ext cx="917328" cy="370003"/>
              <a:chOff x="1260825" y="5090966"/>
              <a:chExt cx="917328" cy="370003"/>
            </a:xfrm>
          </p:grpSpPr>
          <p:sp>
            <p:nvSpPr>
              <p:cNvPr id="482" name="TextBox 481">
                <a:extLst>
                  <a:ext uri="{FF2B5EF4-FFF2-40B4-BE49-F238E27FC236}">
                    <a16:creationId xmlns:a16="http://schemas.microsoft.com/office/drawing/2014/main" id="{D4433C89-15BE-1548-9D0D-37BAFF3ACC17}"/>
                  </a:ext>
                </a:extLst>
              </p:cNvPr>
              <p:cNvSpPr txBox="1"/>
              <p:nvPr/>
            </p:nvSpPr>
            <p:spPr>
              <a:xfrm>
                <a:off x="1260825" y="5091637"/>
                <a:ext cx="399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1c</a:t>
                </a:r>
              </a:p>
            </p:txBody>
          </p:sp>
          <p:sp>
            <p:nvSpPr>
              <p:cNvPr id="483" name="TextBox 482">
                <a:extLst>
                  <a:ext uri="{FF2B5EF4-FFF2-40B4-BE49-F238E27FC236}">
                    <a16:creationId xmlns:a16="http://schemas.microsoft.com/office/drawing/2014/main" id="{AE6B2798-82EF-1F4D-B9F6-C4D7D3AB911C}"/>
                  </a:ext>
                </a:extLst>
              </p:cNvPr>
              <p:cNvSpPr txBox="1"/>
              <p:nvPr/>
            </p:nvSpPr>
            <p:spPr>
              <a:xfrm>
                <a:off x="1876467" y="5090966"/>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2</a:t>
                </a:r>
              </a:p>
            </p:txBody>
          </p:sp>
        </p:grpSp>
      </p:grpSp>
      <p:grpSp>
        <p:nvGrpSpPr>
          <p:cNvPr id="488" name="Group 487">
            <a:extLst>
              <a:ext uri="{FF2B5EF4-FFF2-40B4-BE49-F238E27FC236}">
                <a16:creationId xmlns:a16="http://schemas.microsoft.com/office/drawing/2014/main" id="{E164C92E-9AE5-D64C-B353-AB676D88C6C4}"/>
              </a:ext>
            </a:extLst>
          </p:cNvPr>
          <p:cNvGrpSpPr/>
          <p:nvPr/>
        </p:nvGrpSpPr>
        <p:grpSpPr>
          <a:xfrm>
            <a:off x="582650" y="5157552"/>
            <a:ext cx="864960" cy="372689"/>
            <a:chOff x="2013978" y="7112291"/>
            <a:chExt cx="864960" cy="372689"/>
          </a:xfrm>
        </p:grpSpPr>
        <p:sp>
          <p:nvSpPr>
            <p:cNvPr id="485" name="TextBox 484">
              <a:extLst>
                <a:ext uri="{FF2B5EF4-FFF2-40B4-BE49-F238E27FC236}">
                  <a16:creationId xmlns:a16="http://schemas.microsoft.com/office/drawing/2014/main" id="{62E47D1C-F754-1646-AD81-DA6FD596538F}"/>
                </a:ext>
              </a:extLst>
            </p:cNvPr>
            <p:cNvSpPr txBox="1"/>
            <p:nvPr/>
          </p:nvSpPr>
          <p:spPr>
            <a:xfrm>
              <a:off x="2013978" y="7112291"/>
              <a:ext cx="3048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0000"/>
                  </a:solidFill>
                  <a:effectLst/>
                  <a:uLnTx/>
                  <a:uFillTx/>
                  <a:latin typeface="Calibri" panose="020F0502020204030204"/>
                  <a:ea typeface="+mn-ea"/>
                  <a:cs typeface="+mn-cs"/>
                </a:rPr>
                <a:t>X</a:t>
              </a:r>
            </a:p>
          </p:txBody>
        </p:sp>
        <p:sp>
          <p:nvSpPr>
            <p:cNvPr id="486" name="TextBox 485">
              <a:extLst>
                <a:ext uri="{FF2B5EF4-FFF2-40B4-BE49-F238E27FC236}">
                  <a16:creationId xmlns:a16="http://schemas.microsoft.com/office/drawing/2014/main" id="{5541C055-00DE-9D4E-8F97-88F13A911713}"/>
                </a:ext>
              </a:extLst>
            </p:cNvPr>
            <p:cNvSpPr txBox="1"/>
            <p:nvPr/>
          </p:nvSpPr>
          <p:spPr>
            <a:xfrm>
              <a:off x="2577252" y="7115648"/>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0000"/>
                  </a:solidFill>
                  <a:effectLst/>
                  <a:uLnTx/>
                  <a:uFillTx/>
                  <a:latin typeface="Calibri" panose="020F0502020204030204"/>
                  <a:ea typeface="+mn-ea"/>
                  <a:cs typeface="+mn-cs"/>
                </a:rPr>
                <a:t>2</a:t>
              </a:r>
            </a:p>
          </p:txBody>
        </p:sp>
      </p:grpSp>
      <p:sp>
        <p:nvSpPr>
          <p:cNvPr id="489" name="Rectangle 4">
            <a:extLst>
              <a:ext uri="{FF2B5EF4-FFF2-40B4-BE49-F238E27FC236}">
                <a16:creationId xmlns:a16="http://schemas.microsoft.com/office/drawing/2014/main" id="{A437EBA7-A652-5744-AD24-6C67AA637A12}"/>
              </a:ext>
            </a:extLst>
          </p:cNvPr>
          <p:cNvSpPr txBox="1">
            <a:spLocks noChangeArrowheads="1"/>
          </p:cNvSpPr>
          <p:nvPr/>
        </p:nvSpPr>
        <p:spPr bwMode="auto">
          <a:xfrm>
            <a:off x="3129859" y="5754247"/>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a: OSPF intra-domain routing: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c,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2</a:t>
            </a:r>
          </a:p>
        </p:txBody>
      </p:sp>
      <p:sp>
        <p:nvSpPr>
          <p:cNvPr id="490" name="Rectangle 4">
            <a:extLst>
              <a:ext uri="{FF2B5EF4-FFF2-40B4-BE49-F238E27FC236}">
                <a16:creationId xmlns:a16="http://schemas.microsoft.com/office/drawing/2014/main" id="{99326B9A-AD4D-6649-A331-2F8E5EE902C3}"/>
              </a:ext>
            </a:extLst>
          </p:cNvPr>
          <p:cNvSpPr txBox="1">
            <a:spLocks noChangeArrowheads="1"/>
          </p:cNvSpPr>
          <p:nvPr/>
        </p:nvSpPr>
        <p:spPr bwMode="auto">
          <a:xfrm>
            <a:off x="3131947" y="6157167"/>
            <a:ext cx="8270914" cy="510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marR="0" lvl="0" indent="-293688"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at 1</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a: to get to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X</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rPr>
              <a:t>, use interface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Arial"/>
              </a:rPr>
              <a:t>2</a:t>
            </a:r>
          </a:p>
        </p:txBody>
      </p:sp>
    </p:spTree>
    <p:extLst>
      <p:ext uri="{BB962C8B-B14F-4D97-AF65-F5344CB8AC3E}">
        <p14:creationId xmlns:p14="http://schemas.microsoft.com/office/powerpoint/2010/main" val="372739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87"/>
                                        </p:tgtEl>
                                        <p:attrNameLst>
                                          <p:attrName>style.visibility</p:attrName>
                                        </p:attrNameLst>
                                      </p:cBhvr>
                                      <p:to>
                                        <p:strVal val="visible"/>
                                      </p:to>
                                    </p:set>
                                    <p:animEffect transition="in" filter="dissolve">
                                      <p:cBhvr>
                                        <p:cTn id="7" dur="500"/>
                                        <p:tgtEl>
                                          <p:spTgt spid="48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9"/>
                                        </p:tgtEl>
                                        <p:attrNameLst>
                                          <p:attrName>style.visibility</p:attrName>
                                        </p:attrNameLst>
                                      </p:cBhvr>
                                      <p:to>
                                        <p:strVal val="visible"/>
                                      </p:to>
                                    </p:set>
                                    <p:animEffect transition="in" filter="dissolve">
                                      <p:cBhvr>
                                        <p:cTn id="10" dur="500"/>
                                        <p:tgtEl>
                                          <p:spTgt spid="48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90"/>
                                        </p:tgtEl>
                                        <p:attrNameLst>
                                          <p:attrName>style.visibility</p:attrName>
                                        </p:attrNameLst>
                                      </p:cBhvr>
                                      <p:to>
                                        <p:strVal val="visible"/>
                                      </p:to>
                                    </p:set>
                                    <p:animEffect transition="in" filter="dissolve">
                                      <p:cBhvr>
                                        <p:cTn id="15" dur="500"/>
                                        <p:tgtEl>
                                          <p:spTgt spid="490"/>
                                        </p:tgtEl>
                                      </p:cBhvr>
                                    </p:animEffect>
                                  </p:childTnLst>
                                </p:cTn>
                              </p:par>
                              <p:par>
                                <p:cTn id="16" presetID="9" presetClass="entr" presetSubtype="0" fill="hold" nodeType="withEffect">
                                  <p:stCondLst>
                                    <p:cond delay="0"/>
                                  </p:stCondLst>
                                  <p:childTnLst>
                                    <p:set>
                                      <p:cBhvr>
                                        <p:cTn id="17" dur="1" fill="hold">
                                          <p:stCondLst>
                                            <p:cond delay="0"/>
                                          </p:stCondLst>
                                        </p:cTn>
                                        <p:tgtEl>
                                          <p:spTgt spid="488"/>
                                        </p:tgtEl>
                                        <p:attrNameLst>
                                          <p:attrName>style.visibility</p:attrName>
                                        </p:attrNameLst>
                                      </p:cBhvr>
                                      <p:to>
                                        <p:strVal val="visible"/>
                                      </p:to>
                                    </p:set>
                                    <p:animEffect transition="in" filter="dissolve">
                                      <p:cBhvr>
                                        <p:cTn id="18" dur="500"/>
                                        <p:tgtEl>
                                          <p:spTgt spid="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 grpId="0"/>
      <p:bldP spid="49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9" name="Group 708">
            <a:extLst>
              <a:ext uri="{FF2B5EF4-FFF2-40B4-BE49-F238E27FC236}">
                <a16:creationId xmlns:a16="http://schemas.microsoft.com/office/drawing/2014/main" id="{1F41E039-69B1-C84B-A231-87568310385C}"/>
              </a:ext>
            </a:extLst>
          </p:cNvPr>
          <p:cNvGrpSpPr/>
          <p:nvPr/>
        </p:nvGrpSpPr>
        <p:grpSpPr>
          <a:xfrm>
            <a:off x="1163507" y="1064076"/>
            <a:ext cx="9801110" cy="2876474"/>
            <a:chOff x="1113403" y="1064076"/>
            <a:chExt cx="9801110" cy="2876474"/>
          </a:xfrm>
        </p:grpSpPr>
        <p:grpSp>
          <p:nvGrpSpPr>
            <p:cNvPr id="710" name="Group 709">
              <a:extLst>
                <a:ext uri="{FF2B5EF4-FFF2-40B4-BE49-F238E27FC236}">
                  <a16:creationId xmlns:a16="http://schemas.microsoft.com/office/drawing/2014/main" id="{358F421E-8ED0-8E45-B17C-02ACEF578637}"/>
                </a:ext>
              </a:extLst>
            </p:cNvPr>
            <p:cNvGrpSpPr/>
            <p:nvPr/>
          </p:nvGrpSpPr>
          <p:grpSpPr>
            <a:xfrm>
              <a:off x="1113403" y="1064076"/>
              <a:ext cx="9801110" cy="2876474"/>
              <a:chOff x="1426553" y="3694542"/>
              <a:chExt cx="9801110" cy="2876474"/>
            </a:xfrm>
          </p:grpSpPr>
          <p:grpSp>
            <p:nvGrpSpPr>
              <p:cNvPr id="712" name="Group 711">
                <a:extLst>
                  <a:ext uri="{FF2B5EF4-FFF2-40B4-BE49-F238E27FC236}">
                    <a16:creationId xmlns:a16="http://schemas.microsoft.com/office/drawing/2014/main" id="{1BC421A3-D5D4-D44E-B01C-625A8BEB17CB}"/>
                  </a:ext>
                </a:extLst>
              </p:cNvPr>
              <p:cNvGrpSpPr/>
              <p:nvPr/>
            </p:nvGrpSpPr>
            <p:grpSpPr>
              <a:xfrm>
                <a:off x="1426553" y="3694542"/>
                <a:ext cx="9249542" cy="2876474"/>
                <a:chOff x="1426553" y="3694542"/>
                <a:chExt cx="9249542" cy="2876474"/>
              </a:xfrm>
            </p:grpSpPr>
            <p:grpSp>
              <p:nvGrpSpPr>
                <p:cNvPr id="730" name="Group 729">
                  <a:extLst>
                    <a:ext uri="{FF2B5EF4-FFF2-40B4-BE49-F238E27FC236}">
                      <a16:creationId xmlns:a16="http://schemas.microsoft.com/office/drawing/2014/main" id="{ABD7D0B3-FF50-7F41-A3A6-44EAF38A4B70}"/>
                    </a:ext>
                  </a:extLst>
                </p:cNvPr>
                <p:cNvGrpSpPr/>
                <p:nvPr/>
              </p:nvGrpSpPr>
              <p:grpSpPr>
                <a:xfrm>
                  <a:off x="4625977" y="4850481"/>
                  <a:ext cx="2545688" cy="1720535"/>
                  <a:chOff x="4625977" y="4850481"/>
                  <a:chExt cx="2545688" cy="1720535"/>
                </a:xfrm>
              </p:grpSpPr>
              <p:grpSp>
                <p:nvGrpSpPr>
                  <p:cNvPr id="864" name="Group 863">
                    <a:extLst>
                      <a:ext uri="{FF2B5EF4-FFF2-40B4-BE49-F238E27FC236}">
                        <a16:creationId xmlns:a16="http://schemas.microsoft.com/office/drawing/2014/main" id="{DD424EE1-85A8-444D-A8D1-7D38FAD08860}"/>
                      </a:ext>
                    </a:extLst>
                  </p:cNvPr>
                  <p:cNvGrpSpPr/>
                  <p:nvPr/>
                </p:nvGrpSpPr>
                <p:grpSpPr>
                  <a:xfrm>
                    <a:off x="4625977" y="4850481"/>
                    <a:ext cx="2545688" cy="1720535"/>
                    <a:chOff x="-2170772" y="2784954"/>
                    <a:chExt cx="2712783" cy="1853712"/>
                  </a:xfrm>
                </p:grpSpPr>
                <p:sp>
                  <p:nvSpPr>
                    <p:cNvPr id="866" name="Freeform 2">
                      <a:extLst>
                        <a:ext uri="{FF2B5EF4-FFF2-40B4-BE49-F238E27FC236}">
                          <a16:creationId xmlns:a16="http://schemas.microsoft.com/office/drawing/2014/main" id="{A08F267F-4261-B94D-A420-8BAFE1C906D9}"/>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867" name="Group 866">
                      <a:extLst>
                        <a:ext uri="{FF2B5EF4-FFF2-40B4-BE49-F238E27FC236}">
                          <a16:creationId xmlns:a16="http://schemas.microsoft.com/office/drawing/2014/main" id="{6C152276-B4D4-DD40-9914-32913FAF7494}"/>
                        </a:ext>
                      </a:extLst>
                    </p:cNvPr>
                    <p:cNvGrpSpPr/>
                    <p:nvPr/>
                  </p:nvGrpSpPr>
                  <p:grpSpPr>
                    <a:xfrm>
                      <a:off x="-1935370" y="2935816"/>
                      <a:ext cx="2333625" cy="1590649"/>
                      <a:chOff x="833331" y="2873352"/>
                      <a:chExt cx="2333625" cy="1590649"/>
                    </a:xfrm>
                  </p:grpSpPr>
                  <p:grpSp>
                    <p:nvGrpSpPr>
                      <p:cNvPr id="868" name="Group 867">
                        <a:extLst>
                          <a:ext uri="{FF2B5EF4-FFF2-40B4-BE49-F238E27FC236}">
                            <a16:creationId xmlns:a16="http://schemas.microsoft.com/office/drawing/2014/main" id="{984DD8A4-E214-7F4B-90A9-8295BFEB5C28}"/>
                          </a:ext>
                        </a:extLst>
                      </p:cNvPr>
                      <p:cNvGrpSpPr/>
                      <p:nvPr/>
                    </p:nvGrpSpPr>
                    <p:grpSpPr>
                      <a:xfrm>
                        <a:off x="1736090" y="2873352"/>
                        <a:ext cx="565150" cy="369332"/>
                        <a:chOff x="1736090" y="2873352"/>
                        <a:chExt cx="565150" cy="369332"/>
                      </a:xfrm>
                    </p:grpSpPr>
                    <p:grpSp>
                      <p:nvGrpSpPr>
                        <p:cNvPr id="914" name="Group 327">
                          <a:extLst>
                            <a:ext uri="{FF2B5EF4-FFF2-40B4-BE49-F238E27FC236}">
                              <a16:creationId xmlns:a16="http://schemas.microsoft.com/office/drawing/2014/main" id="{16416F8E-73DA-7E44-A2E1-11F9A389B401}"/>
                            </a:ext>
                          </a:extLst>
                        </p:cNvPr>
                        <p:cNvGrpSpPr>
                          <a:grpSpLocks/>
                        </p:cNvGrpSpPr>
                        <p:nvPr/>
                      </p:nvGrpSpPr>
                      <p:grpSpPr bwMode="auto">
                        <a:xfrm>
                          <a:off x="1736090" y="2893762"/>
                          <a:ext cx="565150" cy="292100"/>
                          <a:chOff x="1871277" y="1576300"/>
                          <a:chExt cx="1128371" cy="437861"/>
                        </a:xfrm>
                      </p:grpSpPr>
                      <p:sp>
                        <p:nvSpPr>
                          <p:cNvPr id="918" name="Oval 917">
                            <a:extLst>
                              <a:ext uri="{FF2B5EF4-FFF2-40B4-BE49-F238E27FC236}">
                                <a16:creationId xmlns:a16="http://schemas.microsoft.com/office/drawing/2014/main" id="{45F6DB6D-85EE-CF48-AC13-61C36E83062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9" name="Rectangle 918">
                            <a:extLst>
                              <a:ext uri="{FF2B5EF4-FFF2-40B4-BE49-F238E27FC236}">
                                <a16:creationId xmlns:a16="http://schemas.microsoft.com/office/drawing/2014/main" id="{3A14DF77-624B-E44E-87A5-E8B586AC488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Oval 919">
                            <a:extLst>
                              <a:ext uri="{FF2B5EF4-FFF2-40B4-BE49-F238E27FC236}">
                                <a16:creationId xmlns:a16="http://schemas.microsoft.com/office/drawing/2014/main" id="{C264CA65-7553-FD42-9C26-EB736D772FB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1" name="Freeform 920">
                            <a:extLst>
                              <a:ext uri="{FF2B5EF4-FFF2-40B4-BE49-F238E27FC236}">
                                <a16:creationId xmlns:a16="http://schemas.microsoft.com/office/drawing/2014/main" id="{9D17FB0D-D5F8-D24E-A415-30E6C2573D3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2" name="Freeform 921">
                            <a:extLst>
                              <a:ext uri="{FF2B5EF4-FFF2-40B4-BE49-F238E27FC236}">
                                <a16:creationId xmlns:a16="http://schemas.microsoft.com/office/drawing/2014/main" id="{F9A51000-975B-EB40-8B99-2B6B64AC243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3" name="Freeform 922">
                            <a:extLst>
                              <a:ext uri="{FF2B5EF4-FFF2-40B4-BE49-F238E27FC236}">
                                <a16:creationId xmlns:a16="http://schemas.microsoft.com/office/drawing/2014/main" id="{CBF9A2EE-5BAF-6347-8868-546C1DA662E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4" name="Freeform 923">
                            <a:extLst>
                              <a:ext uri="{FF2B5EF4-FFF2-40B4-BE49-F238E27FC236}">
                                <a16:creationId xmlns:a16="http://schemas.microsoft.com/office/drawing/2014/main" id="{66A8568D-930B-A144-96E9-3A6098D4666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5" name="Straight Connector 924">
                            <a:extLst>
                              <a:ext uri="{FF2B5EF4-FFF2-40B4-BE49-F238E27FC236}">
                                <a16:creationId xmlns:a16="http://schemas.microsoft.com/office/drawing/2014/main" id="{B45965DA-8119-F346-B78B-95D8507549C3}"/>
                              </a:ext>
                            </a:extLst>
                          </p:cNvPr>
                          <p:cNvCxnSpPr>
                            <a:endCxn id="9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6" name="Straight Connector 925">
                            <a:extLst>
                              <a:ext uri="{FF2B5EF4-FFF2-40B4-BE49-F238E27FC236}">
                                <a16:creationId xmlns:a16="http://schemas.microsoft.com/office/drawing/2014/main" id="{358648E1-B6D7-BB4E-B30C-0ABC3A20459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5" name="Group 914">
                          <a:extLst>
                            <a:ext uri="{FF2B5EF4-FFF2-40B4-BE49-F238E27FC236}">
                              <a16:creationId xmlns:a16="http://schemas.microsoft.com/office/drawing/2014/main" id="{6E3FD144-ACD9-8B46-8DFA-31013DF10219}"/>
                            </a:ext>
                          </a:extLst>
                        </p:cNvPr>
                        <p:cNvGrpSpPr/>
                        <p:nvPr/>
                      </p:nvGrpSpPr>
                      <p:grpSpPr>
                        <a:xfrm>
                          <a:off x="1770362" y="2873352"/>
                          <a:ext cx="441422" cy="369332"/>
                          <a:chOff x="667045" y="1708643"/>
                          <a:chExt cx="441422" cy="369332"/>
                        </a:xfrm>
                      </p:grpSpPr>
                      <p:sp>
                        <p:nvSpPr>
                          <p:cNvPr id="916" name="Oval 915">
                            <a:extLst>
                              <a:ext uri="{FF2B5EF4-FFF2-40B4-BE49-F238E27FC236}">
                                <a16:creationId xmlns:a16="http://schemas.microsoft.com/office/drawing/2014/main" id="{521E7560-3C19-5445-8F40-2B5FD84E923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7" name="TextBox 916">
                            <a:extLst>
                              <a:ext uri="{FF2B5EF4-FFF2-40B4-BE49-F238E27FC236}">
                                <a16:creationId xmlns:a16="http://schemas.microsoft.com/office/drawing/2014/main" id="{6CC18FED-8C8E-6746-82C1-76A1B1E31A0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869" name="Group 868">
                        <a:extLst>
                          <a:ext uri="{FF2B5EF4-FFF2-40B4-BE49-F238E27FC236}">
                            <a16:creationId xmlns:a16="http://schemas.microsoft.com/office/drawing/2014/main" id="{24CDA961-8A3C-1A4A-87FF-9ED829FB0BB9}"/>
                          </a:ext>
                        </a:extLst>
                      </p:cNvPr>
                      <p:cNvGrpSpPr/>
                      <p:nvPr/>
                    </p:nvGrpSpPr>
                    <p:grpSpPr>
                      <a:xfrm>
                        <a:off x="1740320" y="4094669"/>
                        <a:ext cx="565150" cy="369332"/>
                        <a:chOff x="1736090" y="2873352"/>
                        <a:chExt cx="565150" cy="369332"/>
                      </a:xfrm>
                    </p:grpSpPr>
                    <p:grpSp>
                      <p:nvGrpSpPr>
                        <p:cNvPr id="901" name="Group 327">
                          <a:extLst>
                            <a:ext uri="{FF2B5EF4-FFF2-40B4-BE49-F238E27FC236}">
                              <a16:creationId xmlns:a16="http://schemas.microsoft.com/office/drawing/2014/main" id="{FBB55B34-4F76-4F45-A2E1-FE6143EE8638}"/>
                            </a:ext>
                          </a:extLst>
                        </p:cNvPr>
                        <p:cNvGrpSpPr>
                          <a:grpSpLocks/>
                        </p:cNvGrpSpPr>
                        <p:nvPr/>
                      </p:nvGrpSpPr>
                      <p:grpSpPr bwMode="auto">
                        <a:xfrm>
                          <a:off x="1736090" y="2893762"/>
                          <a:ext cx="565150" cy="292100"/>
                          <a:chOff x="1871277" y="1576300"/>
                          <a:chExt cx="1128371" cy="437861"/>
                        </a:xfrm>
                      </p:grpSpPr>
                      <p:sp>
                        <p:nvSpPr>
                          <p:cNvPr id="905" name="Oval 904">
                            <a:extLst>
                              <a:ext uri="{FF2B5EF4-FFF2-40B4-BE49-F238E27FC236}">
                                <a16:creationId xmlns:a16="http://schemas.microsoft.com/office/drawing/2014/main" id="{9C6C507D-6C63-294A-B3E6-403FABD134B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6" name="Rectangle 905">
                            <a:extLst>
                              <a:ext uri="{FF2B5EF4-FFF2-40B4-BE49-F238E27FC236}">
                                <a16:creationId xmlns:a16="http://schemas.microsoft.com/office/drawing/2014/main" id="{9E22BB70-F61E-D04A-A519-1D0AF342067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7" name="Oval 906">
                            <a:extLst>
                              <a:ext uri="{FF2B5EF4-FFF2-40B4-BE49-F238E27FC236}">
                                <a16:creationId xmlns:a16="http://schemas.microsoft.com/office/drawing/2014/main" id="{D1104472-DC58-0E48-A05B-CA908F609B9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8" name="Freeform 907">
                            <a:extLst>
                              <a:ext uri="{FF2B5EF4-FFF2-40B4-BE49-F238E27FC236}">
                                <a16:creationId xmlns:a16="http://schemas.microsoft.com/office/drawing/2014/main" id="{DEA263ED-CEC5-DA4F-B4B0-51403C49CE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9" name="Freeform 908">
                            <a:extLst>
                              <a:ext uri="{FF2B5EF4-FFF2-40B4-BE49-F238E27FC236}">
                                <a16:creationId xmlns:a16="http://schemas.microsoft.com/office/drawing/2014/main" id="{397C235E-CDFA-4049-BB15-744CA4F7611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0" name="Freeform 909">
                            <a:extLst>
                              <a:ext uri="{FF2B5EF4-FFF2-40B4-BE49-F238E27FC236}">
                                <a16:creationId xmlns:a16="http://schemas.microsoft.com/office/drawing/2014/main" id="{FCD39440-5B9B-7746-A7C3-024B9988D5C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1" name="Freeform 910">
                            <a:extLst>
                              <a:ext uri="{FF2B5EF4-FFF2-40B4-BE49-F238E27FC236}">
                                <a16:creationId xmlns:a16="http://schemas.microsoft.com/office/drawing/2014/main" id="{6BC1008D-C639-2946-B788-616DC1D442E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2" name="Straight Connector 911">
                            <a:extLst>
                              <a:ext uri="{FF2B5EF4-FFF2-40B4-BE49-F238E27FC236}">
                                <a16:creationId xmlns:a16="http://schemas.microsoft.com/office/drawing/2014/main" id="{52AF9C52-A2A0-DB45-B6D1-87BCCD857535}"/>
                              </a:ext>
                            </a:extLst>
                          </p:cNvPr>
                          <p:cNvCxnSpPr>
                            <a:endCxn id="9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13" name="Straight Connector 912">
                            <a:extLst>
                              <a:ext uri="{FF2B5EF4-FFF2-40B4-BE49-F238E27FC236}">
                                <a16:creationId xmlns:a16="http://schemas.microsoft.com/office/drawing/2014/main" id="{3045BEB5-088F-4041-BC9C-FC941866539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02" name="Group 901">
                          <a:extLst>
                            <a:ext uri="{FF2B5EF4-FFF2-40B4-BE49-F238E27FC236}">
                              <a16:creationId xmlns:a16="http://schemas.microsoft.com/office/drawing/2014/main" id="{2A51E43C-BAA7-0042-8AAA-798AC7449271}"/>
                            </a:ext>
                          </a:extLst>
                        </p:cNvPr>
                        <p:cNvGrpSpPr/>
                        <p:nvPr/>
                      </p:nvGrpSpPr>
                      <p:grpSpPr>
                        <a:xfrm>
                          <a:off x="1770362" y="2873352"/>
                          <a:ext cx="441422" cy="369332"/>
                          <a:chOff x="667045" y="1708643"/>
                          <a:chExt cx="441422" cy="369332"/>
                        </a:xfrm>
                      </p:grpSpPr>
                      <p:sp>
                        <p:nvSpPr>
                          <p:cNvPr id="903" name="Oval 902">
                            <a:extLst>
                              <a:ext uri="{FF2B5EF4-FFF2-40B4-BE49-F238E27FC236}">
                                <a16:creationId xmlns:a16="http://schemas.microsoft.com/office/drawing/2014/main" id="{50FB2868-EF79-8146-9629-D6ED30AF39B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4" name="TextBox 903">
                            <a:extLst>
                              <a:ext uri="{FF2B5EF4-FFF2-40B4-BE49-F238E27FC236}">
                                <a16:creationId xmlns:a16="http://schemas.microsoft.com/office/drawing/2014/main" id="{BF56E4DD-3E9B-734D-A27A-A1D220E3D2E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870" name="Group 869">
                        <a:extLst>
                          <a:ext uri="{FF2B5EF4-FFF2-40B4-BE49-F238E27FC236}">
                            <a16:creationId xmlns:a16="http://schemas.microsoft.com/office/drawing/2014/main" id="{D438F4A2-E4FF-7F41-B86F-D77DCC378D3C}"/>
                          </a:ext>
                        </a:extLst>
                      </p:cNvPr>
                      <p:cNvGrpSpPr/>
                      <p:nvPr/>
                    </p:nvGrpSpPr>
                    <p:grpSpPr>
                      <a:xfrm>
                        <a:off x="2601806" y="3485072"/>
                        <a:ext cx="565150" cy="369332"/>
                        <a:chOff x="1736090" y="2873352"/>
                        <a:chExt cx="565150" cy="369332"/>
                      </a:xfrm>
                    </p:grpSpPr>
                    <p:grpSp>
                      <p:nvGrpSpPr>
                        <p:cNvPr id="888" name="Group 327">
                          <a:extLst>
                            <a:ext uri="{FF2B5EF4-FFF2-40B4-BE49-F238E27FC236}">
                              <a16:creationId xmlns:a16="http://schemas.microsoft.com/office/drawing/2014/main" id="{8C7E775C-1367-9049-B5AD-A39C7DC7FCC5}"/>
                            </a:ext>
                          </a:extLst>
                        </p:cNvPr>
                        <p:cNvGrpSpPr>
                          <a:grpSpLocks/>
                        </p:cNvGrpSpPr>
                        <p:nvPr/>
                      </p:nvGrpSpPr>
                      <p:grpSpPr bwMode="auto">
                        <a:xfrm>
                          <a:off x="1736090" y="2893762"/>
                          <a:ext cx="565150" cy="292100"/>
                          <a:chOff x="1871277" y="1576300"/>
                          <a:chExt cx="1128371" cy="437861"/>
                        </a:xfrm>
                      </p:grpSpPr>
                      <p:sp>
                        <p:nvSpPr>
                          <p:cNvPr id="892" name="Oval 891">
                            <a:extLst>
                              <a:ext uri="{FF2B5EF4-FFF2-40B4-BE49-F238E27FC236}">
                                <a16:creationId xmlns:a16="http://schemas.microsoft.com/office/drawing/2014/main" id="{0599E5C5-DAA9-0242-9F3C-91363C5B82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3" name="Rectangle 892">
                            <a:extLst>
                              <a:ext uri="{FF2B5EF4-FFF2-40B4-BE49-F238E27FC236}">
                                <a16:creationId xmlns:a16="http://schemas.microsoft.com/office/drawing/2014/main" id="{97711880-E256-7746-83DE-1059E47DA5F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4" name="Oval 893">
                            <a:extLst>
                              <a:ext uri="{FF2B5EF4-FFF2-40B4-BE49-F238E27FC236}">
                                <a16:creationId xmlns:a16="http://schemas.microsoft.com/office/drawing/2014/main" id="{0F65D2F0-AA32-2143-A1DA-1FB3459451D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5" name="Freeform 894">
                            <a:extLst>
                              <a:ext uri="{FF2B5EF4-FFF2-40B4-BE49-F238E27FC236}">
                                <a16:creationId xmlns:a16="http://schemas.microsoft.com/office/drawing/2014/main" id="{7F060615-5429-5F4F-8931-4F3531FAC56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6" name="Freeform 895">
                            <a:extLst>
                              <a:ext uri="{FF2B5EF4-FFF2-40B4-BE49-F238E27FC236}">
                                <a16:creationId xmlns:a16="http://schemas.microsoft.com/office/drawing/2014/main" id="{0227F0D2-46F1-DD48-99E9-CCE7B0B163B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7" name="Freeform 896">
                            <a:extLst>
                              <a:ext uri="{FF2B5EF4-FFF2-40B4-BE49-F238E27FC236}">
                                <a16:creationId xmlns:a16="http://schemas.microsoft.com/office/drawing/2014/main" id="{B2AE2C46-5E54-B949-B61D-DDDAF1F92C3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8" name="Freeform 897">
                            <a:extLst>
                              <a:ext uri="{FF2B5EF4-FFF2-40B4-BE49-F238E27FC236}">
                                <a16:creationId xmlns:a16="http://schemas.microsoft.com/office/drawing/2014/main" id="{E62940AD-612B-3640-8ED1-AFA8A7AEC6A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99" name="Straight Connector 898">
                            <a:extLst>
                              <a:ext uri="{FF2B5EF4-FFF2-40B4-BE49-F238E27FC236}">
                                <a16:creationId xmlns:a16="http://schemas.microsoft.com/office/drawing/2014/main" id="{C783DA74-AC98-084E-8C9B-9A40409A8290}"/>
                              </a:ext>
                            </a:extLst>
                          </p:cNvPr>
                          <p:cNvCxnSpPr>
                            <a:endCxn id="8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00" name="Straight Connector 899">
                            <a:extLst>
                              <a:ext uri="{FF2B5EF4-FFF2-40B4-BE49-F238E27FC236}">
                                <a16:creationId xmlns:a16="http://schemas.microsoft.com/office/drawing/2014/main" id="{FCA5460F-9A86-9E48-A6D1-6448FEB282C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89" name="Group 888">
                          <a:extLst>
                            <a:ext uri="{FF2B5EF4-FFF2-40B4-BE49-F238E27FC236}">
                              <a16:creationId xmlns:a16="http://schemas.microsoft.com/office/drawing/2014/main" id="{418A8BBE-82F4-0447-8BAD-72DBA791E424}"/>
                            </a:ext>
                          </a:extLst>
                        </p:cNvPr>
                        <p:cNvGrpSpPr/>
                        <p:nvPr/>
                      </p:nvGrpSpPr>
                      <p:grpSpPr>
                        <a:xfrm>
                          <a:off x="1770362" y="2873352"/>
                          <a:ext cx="428460" cy="369332"/>
                          <a:chOff x="667045" y="1708643"/>
                          <a:chExt cx="428460" cy="369332"/>
                        </a:xfrm>
                      </p:grpSpPr>
                      <p:sp>
                        <p:nvSpPr>
                          <p:cNvPr id="890" name="Oval 889">
                            <a:extLst>
                              <a:ext uri="{FF2B5EF4-FFF2-40B4-BE49-F238E27FC236}">
                                <a16:creationId xmlns:a16="http://schemas.microsoft.com/office/drawing/2014/main" id="{68C1CC24-1322-304B-AA91-1A45B88054C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1" name="TextBox 890">
                            <a:extLst>
                              <a:ext uri="{FF2B5EF4-FFF2-40B4-BE49-F238E27FC236}">
                                <a16:creationId xmlns:a16="http://schemas.microsoft.com/office/drawing/2014/main" id="{3736B38C-24F8-7F45-A7AB-38AF3A9B596A}"/>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871" name="Group 870">
                        <a:extLst>
                          <a:ext uri="{FF2B5EF4-FFF2-40B4-BE49-F238E27FC236}">
                            <a16:creationId xmlns:a16="http://schemas.microsoft.com/office/drawing/2014/main" id="{2C74275F-BBFE-6447-843A-7EC70E8CD1D1}"/>
                          </a:ext>
                        </a:extLst>
                      </p:cNvPr>
                      <p:cNvGrpSpPr/>
                      <p:nvPr/>
                    </p:nvGrpSpPr>
                    <p:grpSpPr>
                      <a:xfrm>
                        <a:off x="833331" y="3478719"/>
                        <a:ext cx="565150" cy="369332"/>
                        <a:chOff x="1736090" y="2873352"/>
                        <a:chExt cx="565150" cy="369332"/>
                      </a:xfrm>
                    </p:grpSpPr>
                    <p:grpSp>
                      <p:nvGrpSpPr>
                        <p:cNvPr id="875" name="Group 327">
                          <a:extLst>
                            <a:ext uri="{FF2B5EF4-FFF2-40B4-BE49-F238E27FC236}">
                              <a16:creationId xmlns:a16="http://schemas.microsoft.com/office/drawing/2014/main" id="{D0AE3EC0-5AED-5C42-A3E9-2B6A4F31A3D5}"/>
                            </a:ext>
                          </a:extLst>
                        </p:cNvPr>
                        <p:cNvGrpSpPr>
                          <a:grpSpLocks/>
                        </p:cNvGrpSpPr>
                        <p:nvPr/>
                      </p:nvGrpSpPr>
                      <p:grpSpPr bwMode="auto">
                        <a:xfrm>
                          <a:off x="1736090" y="2893762"/>
                          <a:ext cx="565150" cy="292100"/>
                          <a:chOff x="1871277" y="1576300"/>
                          <a:chExt cx="1128371" cy="437861"/>
                        </a:xfrm>
                      </p:grpSpPr>
                      <p:sp>
                        <p:nvSpPr>
                          <p:cNvPr id="879" name="Oval 878">
                            <a:extLst>
                              <a:ext uri="{FF2B5EF4-FFF2-40B4-BE49-F238E27FC236}">
                                <a16:creationId xmlns:a16="http://schemas.microsoft.com/office/drawing/2014/main" id="{6A1C7C0B-D9BE-5B47-BAEA-4ECE7B46032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0" name="Rectangle 879">
                            <a:extLst>
                              <a:ext uri="{FF2B5EF4-FFF2-40B4-BE49-F238E27FC236}">
                                <a16:creationId xmlns:a16="http://schemas.microsoft.com/office/drawing/2014/main" id="{FC785F69-7AC5-DD41-9551-7E83D1AEAC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1" name="Oval 880">
                            <a:extLst>
                              <a:ext uri="{FF2B5EF4-FFF2-40B4-BE49-F238E27FC236}">
                                <a16:creationId xmlns:a16="http://schemas.microsoft.com/office/drawing/2014/main" id="{B93AB64D-3B6F-C24C-83B6-D356C7CDB59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2" name="Freeform 881">
                            <a:extLst>
                              <a:ext uri="{FF2B5EF4-FFF2-40B4-BE49-F238E27FC236}">
                                <a16:creationId xmlns:a16="http://schemas.microsoft.com/office/drawing/2014/main" id="{41809955-8183-3142-B344-7571F9E26B2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3" name="Freeform 882">
                            <a:extLst>
                              <a:ext uri="{FF2B5EF4-FFF2-40B4-BE49-F238E27FC236}">
                                <a16:creationId xmlns:a16="http://schemas.microsoft.com/office/drawing/2014/main" id="{C8469625-6E06-9845-8260-D6163EBF6C6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4" name="Freeform 883">
                            <a:extLst>
                              <a:ext uri="{FF2B5EF4-FFF2-40B4-BE49-F238E27FC236}">
                                <a16:creationId xmlns:a16="http://schemas.microsoft.com/office/drawing/2014/main" id="{136A834D-35D4-0D44-942B-5144B62D80A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5" name="Freeform 884">
                            <a:extLst>
                              <a:ext uri="{FF2B5EF4-FFF2-40B4-BE49-F238E27FC236}">
                                <a16:creationId xmlns:a16="http://schemas.microsoft.com/office/drawing/2014/main" id="{B9D90F43-3AD5-FF4B-BA60-21F0FEAC369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86" name="Straight Connector 885">
                            <a:extLst>
                              <a:ext uri="{FF2B5EF4-FFF2-40B4-BE49-F238E27FC236}">
                                <a16:creationId xmlns:a16="http://schemas.microsoft.com/office/drawing/2014/main" id="{7F23707A-76AD-2347-B654-9F3BCB3429D2}"/>
                              </a:ext>
                            </a:extLst>
                          </p:cNvPr>
                          <p:cNvCxnSpPr>
                            <a:endCxn id="8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87" name="Straight Connector 886">
                            <a:extLst>
                              <a:ext uri="{FF2B5EF4-FFF2-40B4-BE49-F238E27FC236}">
                                <a16:creationId xmlns:a16="http://schemas.microsoft.com/office/drawing/2014/main" id="{9F19899B-1A48-7049-8FFC-A709621ECD1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76" name="Group 875">
                          <a:extLst>
                            <a:ext uri="{FF2B5EF4-FFF2-40B4-BE49-F238E27FC236}">
                              <a16:creationId xmlns:a16="http://schemas.microsoft.com/office/drawing/2014/main" id="{7BBC5130-A420-2445-99B2-7B8D78F70D8C}"/>
                            </a:ext>
                          </a:extLst>
                        </p:cNvPr>
                        <p:cNvGrpSpPr/>
                        <p:nvPr/>
                      </p:nvGrpSpPr>
                      <p:grpSpPr>
                        <a:xfrm>
                          <a:off x="1770362" y="2873352"/>
                          <a:ext cx="441422" cy="369332"/>
                          <a:chOff x="667045" y="1708643"/>
                          <a:chExt cx="441422" cy="369332"/>
                        </a:xfrm>
                      </p:grpSpPr>
                      <p:sp>
                        <p:nvSpPr>
                          <p:cNvPr id="877" name="Oval 876">
                            <a:extLst>
                              <a:ext uri="{FF2B5EF4-FFF2-40B4-BE49-F238E27FC236}">
                                <a16:creationId xmlns:a16="http://schemas.microsoft.com/office/drawing/2014/main" id="{4A4979ED-9DB5-5B43-B1BD-990D4B3E3B8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78" name="TextBox 877">
                            <a:extLst>
                              <a:ext uri="{FF2B5EF4-FFF2-40B4-BE49-F238E27FC236}">
                                <a16:creationId xmlns:a16="http://schemas.microsoft.com/office/drawing/2014/main" id="{C37287CE-B17F-944D-9D74-B45F5DB3187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872" name="Straight Connector 871">
                        <a:extLst>
                          <a:ext uri="{FF2B5EF4-FFF2-40B4-BE49-F238E27FC236}">
                            <a16:creationId xmlns:a16="http://schemas.microsoft.com/office/drawing/2014/main" id="{53A5BF8E-8026-7544-B095-2B0810EC45C7}"/>
                          </a:ext>
                        </a:extLst>
                      </p:cNvPr>
                      <p:cNvCxnSpPr>
                        <a:stCxn id="9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73" name="Straight Connector 872">
                        <a:extLst>
                          <a:ext uri="{FF2B5EF4-FFF2-40B4-BE49-F238E27FC236}">
                            <a16:creationId xmlns:a16="http://schemas.microsoft.com/office/drawing/2014/main" id="{ACB55289-44C7-324C-BFC9-1ED03EFCF8F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74" name="Straight Connector 873">
                        <a:extLst>
                          <a:ext uri="{FF2B5EF4-FFF2-40B4-BE49-F238E27FC236}">
                            <a16:creationId xmlns:a16="http://schemas.microsoft.com/office/drawing/2014/main" id="{1EC0EB31-5ADC-0C48-AFEC-E9E36690E86E}"/>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865" name="TextBox 864">
                    <a:extLst>
                      <a:ext uri="{FF2B5EF4-FFF2-40B4-BE49-F238E27FC236}">
                        <a16:creationId xmlns:a16="http://schemas.microsoft.com/office/drawing/2014/main" id="{7C5DA395-36E1-DD47-882C-C99275A9433C}"/>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731" name="Group 730">
                  <a:extLst>
                    <a:ext uri="{FF2B5EF4-FFF2-40B4-BE49-F238E27FC236}">
                      <a16:creationId xmlns:a16="http://schemas.microsoft.com/office/drawing/2014/main" id="{0C916CC7-B4E3-6E47-B4D4-FF966179F5F8}"/>
                    </a:ext>
                  </a:extLst>
                </p:cNvPr>
                <p:cNvGrpSpPr/>
                <p:nvPr/>
              </p:nvGrpSpPr>
              <p:grpSpPr>
                <a:xfrm>
                  <a:off x="8100574" y="3694542"/>
                  <a:ext cx="2575521" cy="1672516"/>
                  <a:chOff x="8100574" y="3694542"/>
                  <a:chExt cx="2575521" cy="1672516"/>
                </a:xfrm>
              </p:grpSpPr>
              <p:sp>
                <p:nvSpPr>
                  <p:cNvPr id="799" name="Freeform 2">
                    <a:extLst>
                      <a:ext uri="{FF2B5EF4-FFF2-40B4-BE49-F238E27FC236}">
                        <a16:creationId xmlns:a16="http://schemas.microsoft.com/office/drawing/2014/main" id="{C9F1C8EF-9CA0-DF4E-BF7B-98289E3B0EAD}"/>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800" name="Group 799">
                    <a:extLst>
                      <a:ext uri="{FF2B5EF4-FFF2-40B4-BE49-F238E27FC236}">
                        <a16:creationId xmlns:a16="http://schemas.microsoft.com/office/drawing/2014/main" id="{326D4158-E78D-4546-871D-E05C73E9AA2C}"/>
                      </a:ext>
                    </a:extLst>
                  </p:cNvPr>
                  <p:cNvGrpSpPr/>
                  <p:nvPr/>
                </p:nvGrpSpPr>
                <p:grpSpPr>
                  <a:xfrm>
                    <a:off x="8136838" y="3735782"/>
                    <a:ext cx="2402775" cy="1530043"/>
                    <a:chOff x="8136838" y="3735782"/>
                    <a:chExt cx="2402775" cy="1530043"/>
                  </a:xfrm>
                </p:grpSpPr>
                <p:grpSp>
                  <p:nvGrpSpPr>
                    <p:cNvPr id="801" name="Group 800">
                      <a:extLst>
                        <a:ext uri="{FF2B5EF4-FFF2-40B4-BE49-F238E27FC236}">
                          <a16:creationId xmlns:a16="http://schemas.microsoft.com/office/drawing/2014/main" id="{AC187CFF-80D8-C74D-B9E1-7BF4C1B951FF}"/>
                        </a:ext>
                      </a:extLst>
                    </p:cNvPr>
                    <p:cNvGrpSpPr/>
                    <p:nvPr/>
                  </p:nvGrpSpPr>
                  <p:grpSpPr>
                    <a:xfrm>
                      <a:off x="8324065" y="3830658"/>
                      <a:ext cx="2215548" cy="1435167"/>
                      <a:chOff x="833331" y="2873352"/>
                      <a:chExt cx="2333625" cy="1590649"/>
                    </a:xfrm>
                  </p:grpSpPr>
                  <p:grpSp>
                    <p:nvGrpSpPr>
                      <p:cNvPr id="803" name="Group 802">
                        <a:extLst>
                          <a:ext uri="{FF2B5EF4-FFF2-40B4-BE49-F238E27FC236}">
                            <a16:creationId xmlns:a16="http://schemas.microsoft.com/office/drawing/2014/main" id="{CB08FB85-D943-144F-B125-69A1C14B73A0}"/>
                          </a:ext>
                        </a:extLst>
                      </p:cNvPr>
                      <p:cNvGrpSpPr/>
                      <p:nvPr/>
                    </p:nvGrpSpPr>
                    <p:grpSpPr>
                      <a:xfrm>
                        <a:off x="1736090" y="2873352"/>
                        <a:ext cx="565150" cy="369332"/>
                        <a:chOff x="1736090" y="2873352"/>
                        <a:chExt cx="565150" cy="369332"/>
                      </a:xfrm>
                    </p:grpSpPr>
                    <p:grpSp>
                      <p:nvGrpSpPr>
                        <p:cNvPr id="851" name="Group 327">
                          <a:extLst>
                            <a:ext uri="{FF2B5EF4-FFF2-40B4-BE49-F238E27FC236}">
                              <a16:creationId xmlns:a16="http://schemas.microsoft.com/office/drawing/2014/main" id="{2B8FE84F-C44F-EA4C-A549-35EA36422370}"/>
                            </a:ext>
                          </a:extLst>
                        </p:cNvPr>
                        <p:cNvGrpSpPr>
                          <a:grpSpLocks/>
                        </p:cNvGrpSpPr>
                        <p:nvPr/>
                      </p:nvGrpSpPr>
                      <p:grpSpPr bwMode="auto">
                        <a:xfrm>
                          <a:off x="1736090" y="2893762"/>
                          <a:ext cx="565150" cy="292100"/>
                          <a:chOff x="1871277" y="1576300"/>
                          <a:chExt cx="1128371" cy="437861"/>
                        </a:xfrm>
                      </p:grpSpPr>
                      <p:sp>
                        <p:nvSpPr>
                          <p:cNvPr id="855" name="Oval 854">
                            <a:extLst>
                              <a:ext uri="{FF2B5EF4-FFF2-40B4-BE49-F238E27FC236}">
                                <a16:creationId xmlns:a16="http://schemas.microsoft.com/office/drawing/2014/main" id="{AE2BBEA1-8076-5645-86CE-C5805362D8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6" name="Rectangle 855">
                            <a:extLst>
                              <a:ext uri="{FF2B5EF4-FFF2-40B4-BE49-F238E27FC236}">
                                <a16:creationId xmlns:a16="http://schemas.microsoft.com/office/drawing/2014/main" id="{B8A5768D-3F4A-7C4D-878E-9B015CD110B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7" name="Oval 856">
                            <a:extLst>
                              <a:ext uri="{FF2B5EF4-FFF2-40B4-BE49-F238E27FC236}">
                                <a16:creationId xmlns:a16="http://schemas.microsoft.com/office/drawing/2014/main" id="{6BD7EA63-23AB-0241-9C6E-B4354EAF50F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8" name="Freeform 857">
                            <a:extLst>
                              <a:ext uri="{FF2B5EF4-FFF2-40B4-BE49-F238E27FC236}">
                                <a16:creationId xmlns:a16="http://schemas.microsoft.com/office/drawing/2014/main" id="{0AF22987-4194-544D-A544-71116358FA6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9" name="Freeform 858">
                            <a:extLst>
                              <a:ext uri="{FF2B5EF4-FFF2-40B4-BE49-F238E27FC236}">
                                <a16:creationId xmlns:a16="http://schemas.microsoft.com/office/drawing/2014/main" id="{4CED5FED-05FD-9D48-A262-AE91D9D25F1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0" name="Freeform 859">
                            <a:extLst>
                              <a:ext uri="{FF2B5EF4-FFF2-40B4-BE49-F238E27FC236}">
                                <a16:creationId xmlns:a16="http://schemas.microsoft.com/office/drawing/2014/main" id="{ED6BD9FD-C89E-0949-9804-02451005F43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1" name="Freeform 860">
                            <a:extLst>
                              <a:ext uri="{FF2B5EF4-FFF2-40B4-BE49-F238E27FC236}">
                                <a16:creationId xmlns:a16="http://schemas.microsoft.com/office/drawing/2014/main" id="{2DBBB645-187E-5747-84B2-B71897F6E88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62" name="Straight Connector 861">
                            <a:extLst>
                              <a:ext uri="{FF2B5EF4-FFF2-40B4-BE49-F238E27FC236}">
                                <a16:creationId xmlns:a16="http://schemas.microsoft.com/office/drawing/2014/main" id="{443D5C88-8856-7D41-93D0-8D377BB3ABAE}"/>
                              </a:ext>
                            </a:extLst>
                          </p:cNvPr>
                          <p:cNvCxnSpPr>
                            <a:endCxn id="8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63" name="Straight Connector 862">
                            <a:extLst>
                              <a:ext uri="{FF2B5EF4-FFF2-40B4-BE49-F238E27FC236}">
                                <a16:creationId xmlns:a16="http://schemas.microsoft.com/office/drawing/2014/main" id="{94FB2721-9B50-6F47-9890-E9309552F94A}"/>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52" name="Group 851">
                          <a:extLst>
                            <a:ext uri="{FF2B5EF4-FFF2-40B4-BE49-F238E27FC236}">
                              <a16:creationId xmlns:a16="http://schemas.microsoft.com/office/drawing/2014/main" id="{9C98ECD3-27C8-D14F-A2E7-A4C3DEE23636}"/>
                            </a:ext>
                          </a:extLst>
                        </p:cNvPr>
                        <p:cNvGrpSpPr/>
                        <p:nvPr/>
                      </p:nvGrpSpPr>
                      <p:grpSpPr>
                        <a:xfrm>
                          <a:off x="1770362" y="2873352"/>
                          <a:ext cx="441422" cy="369332"/>
                          <a:chOff x="667045" y="1708643"/>
                          <a:chExt cx="441422" cy="369332"/>
                        </a:xfrm>
                      </p:grpSpPr>
                      <p:sp>
                        <p:nvSpPr>
                          <p:cNvPr id="853" name="Oval 852">
                            <a:extLst>
                              <a:ext uri="{FF2B5EF4-FFF2-40B4-BE49-F238E27FC236}">
                                <a16:creationId xmlns:a16="http://schemas.microsoft.com/office/drawing/2014/main" id="{936E1921-DF37-F041-A022-931108C1602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4" name="TextBox 853">
                            <a:extLst>
                              <a:ext uri="{FF2B5EF4-FFF2-40B4-BE49-F238E27FC236}">
                                <a16:creationId xmlns:a16="http://schemas.microsoft.com/office/drawing/2014/main" id="{35F627A8-A033-7649-A179-1DD10B438F9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804" name="Group 803">
                        <a:extLst>
                          <a:ext uri="{FF2B5EF4-FFF2-40B4-BE49-F238E27FC236}">
                            <a16:creationId xmlns:a16="http://schemas.microsoft.com/office/drawing/2014/main" id="{721F473A-15B1-574E-9233-E08F643328FE}"/>
                          </a:ext>
                        </a:extLst>
                      </p:cNvPr>
                      <p:cNvGrpSpPr/>
                      <p:nvPr/>
                    </p:nvGrpSpPr>
                    <p:grpSpPr>
                      <a:xfrm>
                        <a:off x="1740320" y="4094669"/>
                        <a:ext cx="565150" cy="369332"/>
                        <a:chOff x="1736090" y="2873352"/>
                        <a:chExt cx="565150" cy="369332"/>
                      </a:xfrm>
                    </p:grpSpPr>
                    <p:grpSp>
                      <p:nvGrpSpPr>
                        <p:cNvPr id="838" name="Group 327">
                          <a:extLst>
                            <a:ext uri="{FF2B5EF4-FFF2-40B4-BE49-F238E27FC236}">
                              <a16:creationId xmlns:a16="http://schemas.microsoft.com/office/drawing/2014/main" id="{5D2FFA4B-7F26-084C-89F3-0B3F268F8032}"/>
                            </a:ext>
                          </a:extLst>
                        </p:cNvPr>
                        <p:cNvGrpSpPr>
                          <a:grpSpLocks/>
                        </p:cNvGrpSpPr>
                        <p:nvPr/>
                      </p:nvGrpSpPr>
                      <p:grpSpPr bwMode="auto">
                        <a:xfrm>
                          <a:off x="1736090" y="2893762"/>
                          <a:ext cx="565150" cy="292100"/>
                          <a:chOff x="1871277" y="1576300"/>
                          <a:chExt cx="1128371" cy="437861"/>
                        </a:xfrm>
                      </p:grpSpPr>
                      <p:sp>
                        <p:nvSpPr>
                          <p:cNvPr id="842" name="Oval 841">
                            <a:extLst>
                              <a:ext uri="{FF2B5EF4-FFF2-40B4-BE49-F238E27FC236}">
                                <a16:creationId xmlns:a16="http://schemas.microsoft.com/office/drawing/2014/main" id="{2E44E194-EC26-FE4B-B328-D97C450E325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3" name="Rectangle 842">
                            <a:extLst>
                              <a:ext uri="{FF2B5EF4-FFF2-40B4-BE49-F238E27FC236}">
                                <a16:creationId xmlns:a16="http://schemas.microsoft.com/office/drawing/2014/main" id="{617D718E-FF6F-1145-A08E-49249BADA56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4" name="Oval 843">
                            <a:extLst>
                              <a:ext uri="{FF2B5EF4-FFF2-40B4-BE49-F238E27FC236}">
                                <a16:creationId xmlns:a16="http://schemas.microsoft.com/office/drawing/2014/main" id="{64E6AA91-8404-E040-8791-0DA5B730A10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5" name="Freeform 844">
                            <a:extLst>
                              <a:ext uri="{FF2B5EF4-FFF2-40B4-BE49-F238E27FC236}">
                                <a16:creationId xmlns:a16="http://schemas.microsoft.com/office/drawing/2014/main" id="{35AA234B-14C9-934A-A247-AB377702539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6" name="Freeform 845">
                            <a:extLst>
                              <a:ext uri="{FF2B5EF4-FFF2-40B4-BE49-F238E27FC236}">
                                <a16:creationId xmlns:a16="http://schemas.microsoft.com/office/drawing/2014/main" id="{0C22DB79-CD97-234D-847F-E68CC9693D2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7" name="Freeform 846">
                            <a:extLst>
                              <a:ext uri="{FF2B5EF4-FFF2-40B4-BE49-F238E27FC236}">
                                <a16:creationId xmlns:a16="http://schemas.microsoft.com/office/drawing/2014/main" id="{26401730-ACB4-104C-9FA1-7653AED3B8D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8" name="Freeform 847">
                            <a:extLst>
                              <a:ext uri="{FF2B5EF4-FFF2-40B4-BE49-F238E27FC236}">
                                <a16:creationId xmlns:a16="http://schemas.microsoft.com/office/drawing/2014/main" id="{E10FF36F-2EBF-2648-8C45-ADE3962380F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49" name="Straight Connector 848">
                            <a:extLst>
                              <a:ext uri="{FF2B5EF4-FFF2-40B4-BE49-F238E27FC236}">
                                <a16:creationId xmlns:a16="http://schemas.microsoft.com/office/drawing/2014/main" id="{0F24D3EE-9895-C640-A0C0-61A7B1299E3E}"/>
                              </a:ext>
                            </a:extLst>
                          </p:cNvPr>
                          <p:cNvCxnSpPr>
                            <a:endCxn id="84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50" name="Straight Connector 849">
                            <a:extLst>
                              <a:ext uri="{FF2B5EF4-FFF2-40B4-BE49-F238E27FC236}">
                                <a16:creationId xmlns:a16="http://schemas.microsoft.com/office/drawing/2014/main" id="{765EDC04-7E30-954A-B0F3-00CCC740480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39" name="Group 838">
                          <a:extLst>
                            <a:ext uri="{FF2B5EF4-FFF2-40B4-BE49-F238E27FC236}">
                              <a16:creationId xmlns:a16="http://schemas.microsoft.com/office/drawing/2014/main" id="{57BB86FC-7295-EB45-932B-17FAD0875FBB}"/>
                            </a:ext>
                          </a:extLst>
                        </p:cNvPr>
                        <p:cNvGrpSpPr/>
                        <p:nvPr/>
                      </p:nvGrpSpPr>
                      <p:grpSpPr>
                        <a:xfrm>
                          <a:off x="1770362" y="2873352"/>
                          <a:ext cx="441422" cy="369332"/>
                          <a:chOff x="667045" y="1708643"/>
                          <a:chExt cx="441422" cy="369332"/>
                        </a:xfrm>
                      </p:grpSpPr>
                      <p:sp>
                        <p:nvSpPr>
                          <p:cNvPr id="840" name="Oval 839">
                            <a:extLst>
                              <a:ext uri="{FF2B5EF4-FFF2-40B4-BE49-F238E27FC236}">
                                <a16:creationId xmlns:a16="http://schemas.microsoft.com/office/drawing/2014/main" id="{C03DDE60-B168-F24E-BAB8-C9ED48A56DC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1" name="TextBox 840">
                            <a:extLst>
                              <a:ext uri="{FF2B5EF4-FFF2-40B4-BE49-F238E27FC236}">
                                <a16:creationId xmlns:a16="http://schemas.microsoft.com/office/drawing/2014/main" id="{532CEA14-D8F9-F44B-8A93-C1D4196FFA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805" name="Group 804">
                        <a:extLst>
                          <a:ext uri="{FF2B5EF4-FFF2-40B4-BE49-F238E27FC236}">
                            <a16:creationId xmlns:a16="http://schemas.microsoft.com/office/drawing/2014/main" id="{71F2ABB3-1F37-1749-A71A-D55C4164C6D3}"/>
                          </a:ext>
                        </a:extLst>
                      </p:cNvPr>
                      <p:cNvGrpSpPr/>
                      <p:nvPr/>
                    </p:nvGrpSpPr>
                    <p:grpSpPr>
                      <a:xfrm>
                        <a:off x="2601806" y="3485072"/>
                        <a:ext cx="565150" cy="369332"/>
                        <a:chOff x="1736090" y="2873352"/>
                        <a:chExt cx="565150" cy="369332"/>
                      </a:xfrm>
                    </p:grpSpPr>
                    <p:grpSp>
                      <p:nvGrpSpPr>
                        <p:cNvPr id="825" name="Group 327">
                          <a:extLst>
                            <a:ext uri="{FF2B5EF4-FFF2-40B4-BE49-F238E27FC236}">
                              <a16:creationId xmlns:a16="http://schemas.microsoft.com/office/drawing/2014/main" id="{2651DCEF-09B4-C942-A0F3-FA87951DD865}"/>
                            </a:ext>
                          </a:extLst>
                        </p:cNvPr>
                        <p:cNvGrpSpPr>
                          <a:grpSpLocks/>
                        </p:cNvGrpSpPr>
                        <p:nvPr/>
                      </p:nvGrpSpPr>
                      <p:grpSpPr bwMode="auto">
                        <a:xfrm>
                          <a:off x="1736090" y="2893762"/>
                          <a:ext cx="565150" cy="292100"/>
                          <a:chOff x="1871277" y="1576300"/>
                          <a:chExt cx="1128371" cy="437861"/>
                        </a:xfrm>
                      </p:grpSpPr>
                      <p:sp>
                        <p:nvSpPr>
                          <p:cNvPr id="829" name="Oval 828">
                            <a:extLst>
                              <a:ext uri="{FF2B5EF4-FFF2-40B4-BE49-F238E27FC236}">
                                <a16:creationId xmlns:a16="http://schemas.microsoft.com/office/drawing/2014/main" id="{CA0BA046-ADD1-DF43-9064-2BD897B3CA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0" name="Rectangle 829">
                            <a:extLst>
                              <a:ext uri="{FF2B5EF4-FFF2-40B4-BE49-F238E27FC236}">
                                <a16:creationId xmlns:a16="http://schemas.microsoft.com/office/drawing/2014/main" id="{882472DD-BC97-CA41-B9FE-B478A85C5FC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1" name="Oval 830">
                            <a:extLst>
                              <a:ext uri="{FF2B5EF4-FFF2-40B4-BE49-F238E27FC236}">
                                <a16:creationId xmlns:a16="http://schemas.microsoft.com/office/drawing/2014/main" id="{0DF677DC-458B-4249-9F0B-4BEA8992A46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2" name="Freeform 831">
                            <a:extLst>
                              <a:ext uri="{FF2B5EF4-FFF2-40B4-BE49-F238E27FC236}">
                                <a16:creationId xmlns:a16="http://schemas.microsoft.com/office/drawing/2014/main" id="{0F164491-88B9-F549-89BF-3249CF0EC7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3" name="Freeform 832">
                            <a:extLst>
                              <a:ext uri="{FF2B5EF4-FFF2-40B4-BE49-F238E27FC236}">
                                <a16:creationId xmlns:a16="http://schemas.microsoft.com/office/drawing/2014/main" id="{2758E550-A851-E74D-8E4C-C8A45774D08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4" name="Freeform 833">
                            <a:extLst>
                              <a:ext uri="{FF2B5EF4-FFF2-40B4-BE49-F238E27FC236}">
                                <a16:creationId xmlns:a16="http://schemas.microsoft.com/office/drawing/2014/main" id="{1350CAC8-6F9F-564A-823C-89EC27BAC74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5" name="Freeform 834">
                            <a:extLst>
                              <a:ext uri="{FF2B5EF4-FFF2-40B4-BE49-F238E27FC236}">
                                <a16:creationId xmlns:a16="http://schemas.microsoft.com/office/drawing/2014/main" id="{97B1F333-DA1A-0F4B-B54D-DB2B8B8F2B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36" name="Straight Connector 835">
                            <a:extLst>
                              <a:ext uri="{FF2B5EF4-FFF2-40B4-BE49-F238E27FC236}">
                                <a16:creationId xmlns:a16="http://schemas.microsoft.com/office/drawing/2014/main" id="{0A3849EA-872C-6847-A5A3-116B6EC439E7}"/>
                              </a:ext>
                            </a:extLst>
                          </p:cNvPr>
                          <p:cNvCxnSpPr>
                            <a:endCxn id="83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37" name="Straight Connector 836">
                            <a:extLst>
                              <a:ext uri="{FF2B5EF4-FFF2-40B4-BE49-F238E27FC236}">
                                <a16:creationId xmlns:a16="http://schemas.microsoft.com/office/drawing/2014/main" id="{56B8C882-098F-AD46-B77F-9CC83FFDFA3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26" name="Group 825">
                          <a:extLst>
                            <a:ext uri="{FF2B5EF4-FFF2-40B4-BE49-F238E27FC236}">
                              <a16:creationId xmlns:a16="http://schemas.microsoft.com/office/drawing/2014/main" id="{250BE9B6-B57D-F94F-BCB6-B73C86BEC82D}"/>
                            </a:ext>
                          </a:extLst>
                        </p:cNvPr>
                        <p:cNvGrpSpPr/>
                        <p:nvPr/>
                      </p:nvGrpSpPr>
                      <p:grpSpPr>
                        <a:xfrm>
                          <a:off x="1770362" y="2873352"/>
                          <a:ext cx="428460" cy="369332"/>
                          <a:chOff x="667045" y="1708643"/>
                          <a:chExt cx="428460" cy="369332"/>
                        </a:xfrm>
                      </p:grpSpPr>
                      <p:sp>
                        <p:nvSpPr>
                          <p:cNvPr id="827" name="Oval 826">
                            <a:extLst>
                              <a:ext uri="{FF2B5EF4-FFF2-40B4-BE49-F238E27FC236}">
                                <a16:creationId xmlns:a16="http://schemas.microsoft.com/office/drawing/2014/main" id="{440673B1-5B90-3B47-B433-5B745BEF7ED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8" name="TextBox 827">
                            <a:extLst>
                              <a:ext uri="{FF2B5EF4-FFF2-40B4-BE49-F238E27FC236}">
                                <a16:creationId xmlns:a16="http://schemas.microsoft.com/office/drawing/2014/main" id="{CEFFE0E5-506B-494E-9F80-E0ED1385C913}"/>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806" name="Group 805">
                        <a:extLst>
                          <a:ext uri="{FF2B5EF4-FFF2-40B4-BE49-F238E27FC236}">
                            <a16:creationId xmlns:a16="http://schemas.microsoft.com/office/drawing/2014/main" id="{934EAAF5-7899-6048-985B-55771C310E30}"/>
                          </a:ext>
                        </a:extLst>
                      </p:cNvPr>
                      <p:cNvGrpSpPr/>
                      <p:nvPr/>
                    </p:nvGrpSpPr>
                    <p:grpSpPr>
                      <a:xfrm>
                        <a:off x="833331" y="3478719"/>
                        <a:ext cx="565150" cy="369332"/>
                        <a:chOff x="1736090" y="2873352"/>
                        <a:chExt cx="565150" cy="369332"/>
                      </a:xfrm>
                    </p:grpSpPr>
                    <p:grpSp>
                      <p:nvGrpSpPr>
                        <p:cNvPr id="812" name="Group 327">
                          <a:extLst>
                            <a:ext uri="{FF2B5EF4-FFF2-40B4-BE49-F238E27FC236}">
                              <a16:creationId xmlns:a16="http://schemas.microsoft.com/office/drawing/2014/main" id="{EA2F9A36-B4FF-064C-8E95-B92BA1EFBC03}"/>
                            </a:ext>
                          </a:extLst>
                        </p:cNvPr>
                        <p:cNvGrpSpPr>
                          <a:grpSpLocks/>
                        </p:cNvGrpSpPr>
                        <p:nvPr/>
                      </p:nvGrpSpPr>
                      <p:grpSpPr bwMode="auto">
                        <a:xfrm>
                          <a:off x="1736090" y="2893762"/>
                          <a:ext cx="565150" cy="292100"/>
                          <a:chOff x="1871277" y="1576300"/>
                          <a:chExt cx="1128371" cy="437861"/>
                        </a:xfrm>
                      </p:grpSpPr>
                      <p:sp>
                        <p:nvSpPr>
                          <p:cNvPr id="816" name="Oval 815">
                            <a:extLst>
                              <a:ext uri="{FF2B5EF4-FFF2-40B4-BE49-F238E27FC236}">
                                <a16:creationId xmlns:a16="http://schemas.microsoft.com/office/drawing/2014/main" id="{C9B42101-EA24-6842-96B2-075E8CDEE5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7" name="Rectangle 816">
                            <a:extLst>
                              <a:ext uri="{FF2B5EF4-FFF2-40B4-BE49-F238E27FC236}">
                                <a16:creationId xmlns:a16="http://schemas.microsoft.com/office/drawing/2014/main" id="{DD6446F3-EBED-4C4E-98E8-DFA3342992A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8" name="Oval 817">
                            <a:extLst>
                              <a:ext uri="{FF2B5EF4-FFF2-40B4-BE49-F238E27FC236}">
                                <a16:creationId xmlns:a16="http://schemas.microsoft.com/office/drawing/2014/main" id="{276754CC-BC24-D645-88C4-AD8ABBDAC20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9" name="Freeform 818">
                            <a:extLst>
                              <a:ext uri="{FF2B5EF4-FFF2-40B4-BE49-F238E27FC236}">
                                <a16:creationId xmlns:a16="http://schemas.microsoft.com/office/drawing/2014/main" id="{5A8BD987-737D-FA44-B273-88A8F35DF04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a16="http://schemas.microsoft.com/office/drawing/2014/main" id="{F85E71B3-F6FD-5D41-8B69-1BEF4807052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1" name="Freeform 820">
                            <a:extLst>
                              <a:ext uri="{FF2B5EF4-FFF2-40B4-BE49-F238E27FC236}">
                                <a16:creationId xmlns:a16="http://schemas.microsoft.com/office/drawing/2014/main" id="{D1004E37-7132-B444-A2A9-00EFCF8A5B1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2" name="Freeform 821">
                            <a:extLst>
                              <a:ext uri="{FF2B5EF4-FFF2-40B4-BE49-F238E27FC236}">
                                <a16:creationId xmlns:a16="http://schemas.microsoft.com/office/drawing/2014/main" id="{D1933192-6FC3-1F4C-A774-BFD867FD86B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23" name="Straight Connector 822">
                            <a:extLst>
                              <a:ext uri="{FF2B5EF4-FFF2-40B4-BE49-F238E27FC236}">
                                <a16:creationId xmlns:a16="http://schemas.microsoft.com/office/drawing/2014/main" id="{90A448BE-7308-2149-A3B1-04243C3579A4}"/>
                              </a:ext>
                            </a:extLst>
                          </p:cNvPr>
                          <p:cNvCxnSpPr>
                            <a:endCxn id="8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24" name="Straight Connector 823">
                            <a:extLst>
                              <a:ext uri="{FF2B5EF4-FFF2-40B4-BE49-F238E27FC236}">
                                <a16:creationId xmlns:a16="http://schemas.microsoft.com/office/drawing/2014/main" id="{3D23F772-4772-4944-9814-58585E15D2C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13" name="Group 812">
                          <a:extLst>
                            <a:ext uri="{FF2B5EF4-FFF2-40B4-BE49-F238E27FC236}">
                              <a16:creationId xmlns:a16="http://schemas.microsoft.com/office/drawing/2014/main" id="{3960218D-0B99-B847-9F2F-6D6844AA31C6}"/>
                            </a:ext>
                          </a:extLst>
                        </p:cNvPr>
                        <p:cNvGrpSpPr/>
                        <p:nvPr/>
                      </p:nvGrpSpPr>
                      <p:grpSpPr>
                        <a:xfrm>
                          <a:off x="1770362" y="2873352"/>
                          <a:ext cx="441422" cy="369332"/>
                          <a:chOff x="667045" y="1708643"/>
                          <a:chExt cx="441422" cy="369332"/>
                        </a:xfrm>
                      </p:grpSpPr>
                      <p:sp>
                        <p:nvSpPr>
                          <p:cNvPr id="814" name="Oval 813">
                            <a:extLst>
                              <a:ext uri="{FF2B5EF4-FFF2-40B4-BE49-F238E27FC236}">
                                <a16:creationId xmlns:a16="http://schemas.microsoft.com/office/drawing/2014/main" id="{5EA97AFC-9556-FA4F-A9FC-32D54BB6DE7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5" name="TextBox 814">
                            <a:extLst>
                              <a:ext uri="{FF2B5EF4-FFF2-40B4-BE49-F238E27FC236}">
                                <a16:creationId xmlns:a16="http://schemas.microsoft.com/office/drawing/2014/main" id="{ADC46399-42EC-C546-9364-6036E45185B9}"/>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807" name="Straight Connector 806">
                        <a:extLst>
                          <a:ext uri="{FF2B5EF4-FFF2-40B4-BE49-F238E27FC236}">
                            <a16:creationId xmlns:a16="http://schemas.microsoft.com/office/drawing/2014/main" id="{D595D77F-9B17-014B-A773-8B7499AF21FE}"/>
                          </a:ext>
                        </a:extLst>
                      </p:cNvPr>
                      <p:cNvCxnSpPr>
                        <a:stCxn id="854" idx="2"/>
                        <a:endCxn id="841"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8" name="Straight Connector 807">
                        <a:extLst>
                          <a:ext uri="{FF2B5EF4-FFF2-40B4-BE49-F238E27FC236}">
                            <a16:creationId xmlns:a16="http://schemas.microsoft.com/office/drawing/2014/main" id="{B60EB8E1-3F2D-124E-9763-9324DE9A9749}"/>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9" name="Straight Connector 808">
                        <a:extLst>
                          <a:ext uri="{FF2B5EF4-FFF2-40B4-BE49-F238E27FC236}">
                            <a16:creationId xmlns:a16="http://schemas.microsoft.com/office/drawing/2014/main" id="{C0B2D073-9741-6549-9449-917E9E16C403}"/>
                          </a:ext>
                        </a:extLst>
                      </p:cNvPr>
                      <p:cNvCxnSpPr>
                        <a:stCxn id="85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10" name="Straight Connector 809">
                        <a:extLst>
                          <a:ext uri="{FF2B5EF4-FFF2-40B4-BE49-F238E27FC236}">
                            <a16:creationId xmlns:a16="http://schemas.microsoft.com/office/drawing/2014/main" id="{4D5C178E-157A-D64F-AE50-0F9655E535B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11" name="Straight Connector 810">
                        <a:extLst>
                          <a:ext uri="{FF2B5EF4-FFF2-40B4-BE49-F238E27FC236}">
                            <a16:creationId xmlns:a16="http://schemas.microsoft.com/office/drawing/2014/main" id="{A5E3182C-7425-E749-BFC7-44DF79905B35}"/>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802" name="TextBox 801">
                      <a:extLst>
                        <a:ext uri="{FF2B5EF4-FFF2-40B4-BE49-F238E27FC236}">
                          <a16:creationId xmlns:a16="http://schemas.microsoft.com/office/drawing/2014/main" id="{19BEA4DD-02C9-1742-B68A-DDA636E66254}"/>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732" name="Group 731">
                  <a:extLst>
                    <a:ext uri="{FF2B5EF4-FFF2-40B4-BE49-F238E27FC236}">
                      <a16:creationId xmlns:a16="http://schemas.microsoft.com/office/drawing/2014/main" id="{25B703B0-45F9-AF4D-95BF-5DCFD65E5FBA}"/>
                    </a:ext>
                  </a:extLst>
                </p:cNvPr>
                <p:cNvGrpSpPr/>
                <p:nvPr/>
              </p:nvGrpSpPr>
              <p:grpSpPr>
                <a:xfrm>
                  <a:off x="1426553" y="4136253"/>
                  <a:ext cx="3452487" cy="1719017"/>
                  <a:chOff x="1426553" y="4136253"/>
                  <a:chExt cx="3452487" cy="1719017"/>
                </a:xfrm>
              </p:grpSpPr>
              <p:grpSp>
                <p:nvGrpSpPr>
                  <p:cNvPr id="734" name="Group 733">
                    <a:extLst>
                      <a:ext uri="{FF2B5EF4-FFF2-40B4-BE49-F238E27FC236}">
                        <a16:creationId xmlns:a16="http://schemas.microsoft.com/office/drawing/2014/main" id="{61CE85DF-9928-444A-87E7-24AA52EF627D}"/>
                      </a:ext>
                    </a:extLst>
                  </p:cNvPr>
                  <p:cNvGrpSpPr/>
                  <p:nvPr/>
                </p:nvGrpSpPr>
                <p:grpSpPr>
                  <a:xfrm>
                    <a:off x="1426553" y="4136253"/>
                    <a:ext cx="2557336" cy="1719017"/>
                    <a:chOff x="-2170772" y="2784954"/>
                    <a:chExt cx="2712783" cy="1853712"/>
                  </a:xfrm>
                </p:grpSpPr>
                <p:sp>
                  <p:nvSpPr>
                    <p:cNvPr id="737" name="Freeform 2">
                      <a:extLst>
                        <a:ext uri="{FF2B5EF4-FFF2-40B4-BE49-F238E27FC236}">
                          <a16:creationId xmlns:a16="http://schemas.microsoft.com/office/drawing/2014/main" id="{E74A625E-9A5E-C54E-9177-7F6CDAD9708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738" name="Group 737">
                      <a:extLst>
                        <a:ext uri="{FF2B5EF4-FFF2-40B4-BE49-F238E27FC236}">
                          <a16:creationId xmlns:a16="http://schemas.microsoft.com/office/drawing/2014/main" id="{005DCEEF-EFC7-514E-8C89-60C23B8D1004}"/>
                        </a:ext>
                      </a:extLst>
                    </p:cNvPr>
                    <p:cNvGrpSpPr/>
                    <p:nvPr/>
                  </p:nvGrpSpPr>
                  <p:grpSpPr>
                    <a:xfrm>
                      <a:off x="-1935370" y="2935816"/>
                      <a:ext cx="2333625" cy="1590649"/>
                      <a:chOff x="833331" y="2873352"/>
                      <a:chExt cx="2333625" cy="1590649"/>
                    </a:xfrm>
                  </p:grpSpPr>
                  <p:grpSp>
                    <p:nvGrpSpPr>
                      <p:cNvPr id="739" name="Group 738">
                        <a:extLst>
                          <a:ext uri="{FF2B5EF4-FFF2-40B4-BE49-F238E27FC236}">
                            <a16:creationId xmlns:a16="http://schemas.microsoft.com/office/drawing/2014/main" id="{AAB72804-6BE8-5748-9B24-6E0EE728AADC}"/>
                          </a:ext>
                        </a:extLst>
                      </p:cNvPr>
                      <p:cNvGrpSpPr/>
                      <p:nvPr/>
                    </p:nvGrpSpPr>
                    <p:grpSpPr>
                      <a:xfrm>
                        <a:off x="1736090" y="2873352"/>
                        <a:ext cx="565150" cy="369332"/>
                        <a:chOff x="1736090" y="2873352"/>
                        <a:chExt cx="565150" cy="369332"/>
                      </a:xfrm>
                    </p:grpSpPr>
                    <p:grpSp>
                      <p:nvGrpSpPr>
                        <p:cNvPr id="786" name="Group 327">
                          <a:extLst>
                            <a:ext uri="{FF2B5EF4-FFF2-40B4-BE49-F238E27FC236}">
                              <a16:creationId xmlns:a16="http://schemas.microsoft.com/office/drawing/2014/main" id="{FA68E032-55E8-8B40-ABAE-F05183A62D56}"/>
                            </a:ext>
                          </a:extLst>
                        </p:cNvPr>
                        <p:cNvGrpSpPr>
                          <a:grpSpLocks/>
                        </p:cNvGrpSpPr>
                        <p:nvPr/>
                      </p:nvGrpSpPr>
                      <p:grpSpPr bwMode="auto">
                        <a:xfrm>
                          <a:off x="1736090" y="2893762"/>
                          <a:ext cx="565150" cy="292100"/>
                          <a:chOff x="1871277" y="1576300"/>
                          <a:chExt cx="1128371" cy="437861"/>
                        </a:xfrm>
                      </p:grpSpPr>
                      <p:sp>
                        <p:nvSpPr>
                          <p:cNvPr id="790" name="Oval 789">
                            <a:extLst>
                              <a:ext uri="{FF2B5EF4-FFF2-40B4-BE49-F238E27FC236}">
                                <a16:creationId xmlns:a16="http://schemas.microsoft.com/office/drawing/2014/main" id="{BD10E64F-4CF2-F34E-AEB0-AD8997DFD8B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1" name="Rectangle 790">
                            <a:extLst>
                              <a:ext uri="{FF2B5EF4-FFF2-40B4-BE49-F238E27FC236}">
                                <a16:creationId xmlns:a16="http://schemas.microsoft.com/office/drawing/2014/main" id="{AE94B377-C034-D840-B45A-4702304B161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2" name="Oval 791">
                            <a:extLst>
                              <a:ext uri="{FF2B5EF4-FFF2-40B4-BE49-F238E27FC236}">
                                <a16:creationId xmlns:a16="http://schemas.microsoft.com/office/drawing/2014/main" id="{58728178-E5A9-DC40-B418-327E8A4F9D8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3" name="Freeform 792">
                            <a:extLst>
                              <a:ext uri="{FF2B5EF4-FFF2-40B4-BE49-F238E27FC236}">
                                <a16:creationId xmlns:a16="http://schemas.microsoft.com/office/drawing/2014/main" id="{5AEB7CD2-090F-794C-AA70-233ED633DA2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4" name="Freeform 793">
                            <a:extLst>
                              <a:ext uri="{FF2B5EF4-FFF2-40B4-BE49-F238E27FC236}">
                                <a16:creationId xmlns:a16="http://schemas.microsoft.com/office/drawing/2014/main" id="{83125BAA-FA09-E747-974E-E0F54A470A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5" name="Freeform 794">
                            <a:extLst>
                              <a:ext uri="{FF2B5EF4-FFF2-40B4-BE49-F238E27FC236}">
                                <a16:creationId xmlns:a16="http://schemas.microsoft.com/office/drawing/2014/main" id="{87103A88-30C2-5345-982D-0F945134F71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6" name="Freeform 795">
                            <a:extLst>
                              <a:ext uri="{FF2B5EF4-FFF2-40B4-BE49-F238E27FC236}">
                                <a16:creationId xmlns:a16="http://schemas.microsoft.com/office/drawing/2014/main" id="{5047CBF9-975B-9C45-99F0-408800C1BB7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97" name="Straight Connector 796">
                            <a:extLst>
                              <a:ext uri="{FF2B5EF4-FFF2-40B4-BE49-F238E27FC236}">
                                <a16:creationId xmlns:a16="http://schemas.microsoft.com/office/drawing/2014/main" id="{AD2BA30B-6DEF-894C-907B-399D236BCF34}"/>
                              </a:ext>
                            </a:extLst>
                          </p:cNvPr>
                          <p:cNvCxnSpPr>
                            <a:endCxn id="79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98" name="Straight Connector 797">
                            <a:extLst>
                              <a:ext uri="{FF2B5EF4-FFF2-40B4-BE49-F238E27FC236}">
                                <a16:creationId xmlns:a16="http://schemas.microsoft.com/office/drawing/2014/main" id="{F207D725-2B15-474F-90B1-EFB0D8D008A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87" name="Group 786">
                          <a:extLst>
                            <a:ext uri="{FF2B5EF4-FFF2-40B4-BE49-F238E27FC236}">
                              <a16:creationId xmlns:a16="http://schemas.microsoft.com/office/drawing/2014/main" id="{B2436551-7EC1-D94E-88A5-A751023040D5}"/>
                            </a:ext>
                          </a:extLst>
                        </p:cNvPr>
                        <p:cNvGrpSpPr/>
                        <p:nvPr/>
                      </p:nvGrpSpPr>
                      <p:grpSpPr>
                        <a:xfrm>
                          <a:off x="1770362" y="2873352"/>
                          <a:ext cx="441422" cy="369332"/>
                          <a:chOff x="667045" y="1708643"/>
                          <a:chExt cx="441422" cy="369332"/>
                        </a:xfrm>
                      </p:grpSpPr>
                      <p:sp>
                        <p:nvSpPr>
                          <p:cNvPr id="788" name="Oval 787">
                            <a:extLst>
                              <a:ext uri="{FF2B5EF4-FFF2-40B4-BE49-F238E27FC236}">
                                <a16:creationId xmlns:a16="http://schemas.microsoft.com/office/drawing/2014/main" id="{ACD4F590-5511-8C49-856C-D9F61EC3A6F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9" name="TextBox 788">
                            <a:extLst>
                              <a:ext uri="{FF2B5EF4-FFF2-40B4-BE49-F238E27FC236}">
                                <a16:creationId xmlns:a16="http://schemas.microsoft.com/office/drawing/2014/main" id="{C2CDE2C1-D78A-0441-8274-26D8DC0CF38C}"/>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740" name="Group 739">
                        <a:extLst>
                          <a:ext uri="{FF2B5EF4-FFF2-40B4-BE49-F238E27FC236}">
                            <a16:creationId xmlns:a16="http://schemas.microsoft.com/office/drawing/2014/main" id="{30B06503-E49F-DC47-9B3A-3731490D11BE}"/>
                          </a:ext>
                        </a:extLst>
                      </p:cNvPr>
                      <p:cNvGrpSpPr/>
                      <p:nvPr/>
                    </p:nvGrpSpPr>
                    <p:grpSpPr>
                      <a:xfrm>
                        <a:off x="1740320" y="4094669"/>
                        <a:ext cx="565150" cy="369332"/>
                        <a:chOff x="1736090" y="2873352"/>
                        <a:chExt cx="565150" cy="369332"/>
                      </a:xfrm>
                    </p:grpSpPr>
                    <p:grpSp>
                      <p:nvGrpSpPr>
                        <p:cNvPr id="773" name="Group 327">
                          <a:extLst>
                            <a:ext uri="{FF2B5EF4-FFF2-40B4-BE49-F238E27FC236}">
                              <a16:creationId xmlns:a16="http://schemas.microsoft.com/office/drawing/2014/main" id="{2DF5F91E-84FA-834A-B744-DDF2B6BE2C6B}"/>
                            </a:ext>
                          </a:extLst>
                        </p:cNvPr>
                        <p:cNvGrpSpPr>
                          <a:grpSpLocks/>
                        </p:cNvGrpSpPr>
                        <p:nvPr/>
                      </p:nvGrpSpPr>
                      <p:grpSpPr bwMode="auto">
                        <a:xfrm>
                          <a:off x="1736090" y="2893762"/>
                          <a:ext cx="565150" cy="292100"/>
                          <a:chOff x="1871277" y="1576300"/>
                          <a:chExt cx="1128371" cy="437861"/>
                        </a:xfrm>
                      </p:grpSpPr>
                      <p:sp>
                        <p:nvSpPr>
                          <p:cNvPr id="777" name="Oval 776">
                            <a:extLst>
                              <a:ext uri="{FF2B5EF4-FFF2-40B4-BE49-F238E27FC236}">
                                <a16:creationId xmlns:a16="http://schemas.microsoft.com/office/drawing/2014/main" id="{E9733A7F-2AA5-2E4A-A2DB-9A5E4827636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78" name="Rectangle 777">
                            <a:extLst>
                              <a:ext uri="{FF2B5EF4-FFF2-40B4-BE49-F238E27FC236}">
                                <a16:creationId xmlns:a16="http://schemas.microsoft.com/office/drawing/2014/main" id="{42A70AC3-35DD-6C4E-81FA-829BE6DA3CA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9" name="Oval 778">
                            <a:extLst>
                              <a:ext uri="{FF2B5EF4-FFF2-40B4-BE49-F238E27FC236}">
                                <a16:creationId xmlns:a16="http://schemas.microsoft.com/office/drawing/2014/main" id="{A2304BF1-3DDD-9340-8A84-AE9C369F51D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80" name="Freeform 779">
                            <a:extLst>
                              <a:ext uri="{FF2B5EF4-FFF2-40B4-BE49-F238E27FC236}">
                                <a16:creationId xmlns:a16="http://schemas.microsoft.com/office/drawing/2014/main" id="{C3970DA3-3E29-074C-AC04-97FF17D7508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1" name="Freeform 780">
                            <a:extLst>
                              <a:ext uri="{FF2B5EF4-FFF2-40B4-BE49-F238E27FC236}">
                                <a16:creationId xmlns:a16="http://schemas.microsoft.com/office/drawing/2014/main" id="{A39C2CAD-8AE3-D646-96F8-76FA1622C7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2" name="Freeform 781">
                            <a:extLst>
                              <a:ext uri="{FF2B5EF4-FFF2-40B4-BE49-F238E27FC236}">
                                <a16:creationId xmlns:a16="http://schemas.microsoft.com/office/drawing/2014/main" id="{8E58313C-9438-C241-BDDB-74043441908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3" name="Freeform 782">
                            <a:extLst>
                              <a:ext uri="{FF2B5EF4-FFF2-40B4-BE49-F238E27FC236}">
                                <a16:creationId xmlns:a16="http://schemas.microsoft.com/office/drawing/2014/main" id="{9CBF95A9-3F3A-1444-B368-813148C6B13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84" name="Straight Connector 783">
                            <a:extLst>
                              <a:ext uri="{FF2B5EF4-FFF2-40B4-BE49-F238E27FC236}">
                                <a16:creationId xmlns:a16="http://schemas.microsoft.com/office/drawing/2014/main" id="{A0367D39-3CC9-2441-B780-91D982F2F0E8}"/>
                              </a:ext>
                            </a:extLst>
                          </p:cNvPr>
                          <p:cNvCxnSpPr>
                            <a:endCxn id="77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85" name="Straight Connector 784">
                            <a:extLst>
                              <a:ext uri="{FF2B5EF4-FFF2-40B4-BE49-F238E27FC236}">
                                <a16:creationId xmlns:a16="http://schemas.microsoft.com/office/drawing/2014/main" id="{8F40F5A7-D40E-8B4C-AFDC-FC86F9537BC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74" name="Group 773">
                          <a:extLst>
                            <a:ext uri="{FF2B5EF4-FFF2-40B4-BE49-F238E27FC236}">
                              <a16:creationId xmlns:a16="http://schemas.microsoft.com/office/drawing/2014/main" id="{192D6118-E0AD-F84C-A99E-31288D389E76}"/>
                            </a:ext>
                          </a:extLst>
                        </p:cNvPr>
                        <p:cNvGrpSpPr/>
                        <p:nvPr/>
                      </p:nvGrpSpPr>
                      <p:grpSpPr>
                        <a:xfrm>
                          <a:off x="1770362" y="2873352"/>
                          <a:ext cx="441422" cy="369332"/>
                          <a:chOff x="667045" y="1708643"/>
                          <a:chExt cx="441422" cy="369332"/>
                        </a:xfrm>
                      </p:grpSpPr>
                      <p:sp>
                        <p:nvSpPr>
                          <p:cNvPr id="775" name="Oval 774">
                            <a:extLst>
                              <a:ext uri="{FF2B5EF4-FFF2-40B4-BE49-F238E27FC236}">
                                <a16:creationId xmlns:a16="http://schemas.microsoft.com/office/drawing/2014/main" id="{FD8BB520-2A90-7449-A407-C092110AE6D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6" name="TextBox 775">
                            <a:extLst>
                              <a:ext uri="{FF2B5EF4-FFF2-40B4-BE49-F238E27FC236}">
                                <a16:creationId xmlns:a16="http://schemas.microsoft.com/office/drawing/2014/main" id="{0F6981BB-37AF-5849-86B5-6BCEE26BBDC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741" name="Group 740">
                        <a:extLst>
                          <a:ext uri="{FF2B5EF4-FFF2-40B4-BE49-F238E27FC236}">
                            <a16:creationId xmlns:a16="http://schemas.microsoft.com/office/drawing/2014/main" id="{32F58F87-527B-1B40-ACA5-ACBABC3E3937}"/>
                          </a:ext>
                        </a:extLst>
                      </p:cNvPr>
                      <p:cNvGrpSpPr/>
                      <p:nvPr/>
                    </p:nvGrpSpPr>
                    <p:grpSpPr>
                      <a:xfrm>
                        <a:off x="2601806" y="3485072"/>
                        <a:ext cx="565150" cy="369332"/>
                        <a:chOff x="1736090" y="2873352"/>
                        <a:chExt cx="565150" cy="369332"/>
                      </a:xfrm>
                    </p:grpSpPr>
                    <p:grpSp>
                      <p:nvGrpSpPr>
                        <p:cNvPr id="760" name="Group 327">
                          <a:extLst>
                            <a:ext uri="{FF2B5EF4-FFF2-40B4-BE49-F238E27FC236}">
                              <a16:creationId xmlns:a16="http://schemas.microsoft.com/office/drawing/2014/main" id="{26A2847C-9B2E-3B4D-A0A8-23BF9E8573CE}"/>
                            </a:ext>
                          </a:extLst>
                        </p:cNvPr>
                        <p:cNvGrpSpPr>
                          <a:grpSpLocks/>
                        </p:cNvGrpSpPr>
                        <p:nvPr/>
                      </p:nvGrpSpPr>
                      <p:grpSpPr bwMode="auto">
                        <a:xfrm>
                          <a:off x="1736090" y="2893762"/>
                          <a:ext cx="565150" cy="292100"/>
                          <a:chOff x="1871277" y="1576300"/>
                          <a:chExt cx="1128371" cy="437861"/>
                        </a:xfrm>
                      </p:grpSpPr>
                      <p:sp>
                        <p:nvSpPr>
                          <p:cNvPr id="764" name="Oval 763">
                            <a:extLst>
                              <a:ext uri="{FF2B5EF4-FFF2-40B4-BE49-F238E27FC236}">
                                <a16:creationId xmlns:a16="http://schemas.microsoft.com/office/drawing/2014/main" id="{30C26719-CE59-9542-89AE-113EE4378C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5" name="Rectangle 764">
                            <a:extLst>
                              <a:ext uri="{FF2B5EF4-FFF2-40B4-BE49-F238E27FC236}">
                                <a16:creationId xmlns:a16="http://schemas.microsoft.com/office/drawing/2014/main" id="{A8E5EF72-8959-A141-A27F-DCBB3B6FC5F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6" name="Oval 765">
                            <a:extLst>
                              <a:ext uri="{FF2B5EF4-FFF2-40B4-BE49-F238E27FC236}">
                                <a16:creationId xmlns:a16="http://schemas.microsoft.com/office/drawing/2014/main" id="{DB0E1E96-6E05-444E-AFE1-7FED441A28D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7" name="Freeform 766">
                            <a:extLst>
                              <a:ext uri="{FF2B5EF4-FFF2-40B4-BE49-F238E27FC236}">
                                <a16:creationId xmlns:a16="http://schemas.microsoft.com/office/drawing/2014/main" id="{D804BAE9-01C9-F04F-864A-DC69CA8704C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8" name="Freeform 767">
                            <a:extLst>
                              <a:ext uri="{FF2B5EF4-FFF2-40B4-BE49-F238E27FC236}">
                                <a16:creationId xmlns:a16="http://schemas.microsoft.com/office/drawing/2014/main" id="{B80D1005-8D7E-794B-B66A-BBEE9BB83D4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9" name="Freeform 768">
                            <a:extLst>
                              <a:ext uri="{FF2B5EF4-FFF2-40B4-BE49-F238E27FC236}">
                                <a16:creationId xmlns:a16="http://schemas.microsoft.com/office/drawing/2014/main" id="{26061C07-030E-2943-8233-ED972C0F1DE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0" name="Freeform 769">
                            <a:extLst>
                              <a:ext uri="{FF2B5EF4-FFF2-40B4-BE49-F238E27FC236}">
                                <a16:creationId xmlns:a16="http://schemas.microsoft.com/office/drawing/2014/main" id="{3BC56B66-F93D-6E4E-9C3A-FA330ACFD48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71" name="Straight Connector 770">
                            <a:extLst>
                              <a:ext uri="{FF2B5EF4-FFF2-40B4-BE49-F238E27FC236}">
                                <a16:creationId xmlns:a16="http://schemas.microsoft.com/office/drawing/2014/main" id="{FA079037-40EF-364F-8071-B27874032277}"/>
                              </a:ext>
                            </a:extLst>
                          </p:cNvPr>
                          <p:cNvCxnSpPr>
                            <a:endCxn id="76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72" name="Straight Connector 771">
                            <a:extLst>
                              <a:ext uri="{FF2B5EF4-FFF2-40B4-BE49-F238E27FC236}">
                                <a16:creationId xmlns:a16="http://schemas.microsoft.com/office/drawing/2014/main" id="{D68AD61A-014B-2C44-AEA7-6534E8E342D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61" name="Group 760">
                          <a:extLst>
                            <a:ext uri="{FF2B5EF4-FFF2-40B4-BE49-F238E27FC236}">
                              <a16:creationId xmlns:a16="http://schemas.microsoft.com/office/drawing/2014/main" id="{87F5F90C-BD59-C24C-B311-C965CD629E11}"/>
                            </a:ext>
                          </a:extLst>
                        </p:cNvPr>
                        <p:cNvGrpSpPr/>
                        <p:nvPr/>
                      </p:nvGrpSpPr>
                      <p:grpSpPr>
                        <a:xfrm>
                          <a:off x="1770362" y="2873352"/>
                          <a:ext cx="428460" cy="369332"/>
                          <a:chOff x="667045" y="1708643"/>
                          <a:chExt cx="428460" cy="369332"/>
                        </a:xfrm>
                      </p:grpSpPr>
                      <p:sp>
                        <p:nvSpPr>
                          <p:cNvPr id="762" name="Oval 761">
                            <a:extLst>
                              <a:ext uri="{FF2B5EF4-FFF2-40B4-BE49-F238E27FC236}">
                                <a16:creationId xmlns:a16="http://schemas.microsoft.com/office/drawing/2014/main" id="{7C520CBA-321F-F843-9FC1-D6E80EC7AED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3" name="TextBox 762">
                            <a:extLst>
                              <a:ext uri="{FF2B5EF4-FFF2-40B4-BE49-F238E27FC236}">
                                <a16:creationId xmlns:a16="http://schemas.microsoft.com/office/drawing/2014/main" id="{ECCEE075-3442-A44F-BF70-46ED02410670}"/>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742" name="Group 741">
                        <a:extLst>
                          <a:ext uri="{FF2B5EF4-FFF2-40B4-BE49-F238E27FC236}">
                            <a16:creationId xmlns:a16="http://schemas.microsoft.com/office/drawing/2014/main" id="{A020CA2E-AA9F-4E45-9B49-88BD8CF4D581}"/>
                          </a:ext>
                        </a:extLst>
                      </p:cNvPr>
                      <p:cNvGrpSpPr/>
                      <p:nvPr/>
                    </p:nvGrpSpPr>
                    <p:grpSpPr>
                      <a:xfrm>
                        <a:off x="833331" y="3478719"/>
                        <a:ext cx="565150" cy="369332"/>
                        <a:chOff x="1736090" y="2873352"/>
                        <a:chExt cx="565150" cy="369332"/>
                      </a:xfrm>
                    </p:grpSpPr>
                    <p:grpSp>
                      <p:nvGrpSpPr>
                        <p:cNvPr id="747" name="Group 327">
                          <a:extLst>
                            <a:ext uri="{FF2B5EF4-FFF2-40B4-BE49-F238E27FC236}">
                              <a16:creationId xmlns:a16="http://schemas.microsoft.com/office/drawing/2014/main" id="{1D1A1E72-3B17-A940-AC16-3BF9D55AC222}"/>
                            </a:ext>
                          </a:extLst>
                        </p:cNvPr>
                        <p:cNvGrpSpPr>
                          <a:grpSpLocks/>
                        </p:cNvGrpSpPr>
                        <p:nvPr/>
                      </p:nvGrpSpPr>
                      <p:grpSpPr bwMode="auto">
                        <a:xfrm>
                          <a:off x="1736090" y="2893762"/>
                          <a:ext cx="565150" cy="292100"/>
                          <a:chOff x="1871277" y="1576300"/>
                          <a:chExt cx="1128371" cy="437861"/>
                        </a:xfrm>
                      </p:grpSpPr>
                      <p:sp>
                        <p:nvSpPr>
                          <p:cNvPr id="751" name="Oval 750">
                            <a:extLst>
                              <a:ext uri="{FF2B5EF4-FFF2-40B4-BE49-F238E27FC236}">
                                <a16:creationId xmlns:a16="http://schemas.microsoft.com/office/drawing/2014/main" id="{B433E55A-8E54-A948-BFFA-495C9897ED5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2" name="Rectangle 751">
                            <a:extLst>
                              <a:ext uri="{FF2B5EF4-FFF2-40B4-BE49-F238E27FC236}">
                                <a16:creationId xmlns:a16="http://schemas.microsoft.com/office/drawing/2014/main" id="{1FAC2971-718D-8749-B0A3-A391F5616E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3" name="Oval 752">
                            <a:extLst>
                              <a:ext uri="{FF2B5EF4-FFF2-40B4-BE49-F238E27FC236}">
                                <a16:creationId xmlns:a16="http://schemas.microsoft.com/office/drawing/2014/main" id="{9CB00B62-F2EF-4245-907B-8857ED29453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4" name="Freeform 753">
                            <a:extLst>
                              <a:ext uri="{FF2B5EF4-FFF2-40B4-BE49-F238E27FC236}">
                                <a16:creationId xmlns:a16="http://schemas.microsoft.com/office/drawing/2014/main" id="{776591EF-CB11-1B4F-8B98-2BD58542544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5" name="Freeform 754">
                            <a:extLst>
                              <a:ext uri="{FF2B5EF4-FFF2-40B4-BE49-F238E27FC236}">
                                <a16:creationId xmlns:a16="http://schemas.microsoft.com/office/drawing/2014/main" id="{70168348-6BB3-A44B-B3DC-B315B168EF4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6" name="Freeform 755">
                            <a:extLst>
                              <a:ext uri="{FF2B5EF4-FFF2-40B4-BE49-F238E27FC236}">
                                <a16:creationId xmlns:a16="http://schemas.microsoft.com/office/drawing/2014/main" id="{5BBBC961-9879-9F47-83D3-63D60E7E761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7" name="Freeform 756">
                            <a:extLst>
                              <a:ext uri="{FF2B5EF4-FFF2-40B4-BE49-F238E27FC236}">
                                <a16:creationId xmlns:a16="http://schemas.microsoft.com/office/drawing/2014/main" id="{9F7AF4E8-DF0D-574C-AE6D-C228DDB0043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58" name="Straight Connector 757">
                            <a:extLst>
                              <a:ext uri="{FF2B5EF4-FFF2-40B4-BE49-F238E27FC236}">
                                <a16:creationId xmlns:a16="http://schemas.microsoft.com/office/drawing/2014/main" id="{AFD7AD8E-766C-EF47-B73B-8661F3511F9F}"/>
                              </a:ext>
                            </a:extLst>
                          </p:cNvPr>
                          <p:cNvCxnSpPr>
                            <a:endCxn id="75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59" name="Straight Connector 758">
                            <a:extLst>
                              <a:ext uri="{FF2B5EF4-FFF2-40B4-BE49-F238E27FC236}">
                                <a16:creationId xmlns:a16="http://schemas.microsoft.com/office/drawing/2014/main" id="{18A9AECB-70DF-CD4B-8109-6E3587A404D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48" name="Group 747">
                          <a:extLst>
                            <a:ext uri="{FF2B5EF4-FFF2-40B4-BE49-F238E27FC236}">
                              <a16:creationId xmlns:a16="http://schemas.microsoft.com/office/drawing/2014/main" id="{6DBAAB73-EF58-DC45-99FD-A7CCF2A13445}"/>
                            </a:ext>
                          </a:extLst>
                        </p:cNvPr>
                        <p:cNvGrpSpPr/>
                        <p:nvPr/>
                      </p:nvGrpSpPr>
                      <p:grpSpPr>
                        <a:xfrm>
                          <a:off x="1770362" y="2873352"/>
                          <a:ext cx="441422" cy="369332"/>
                          <a:chOff x="667045" y="1708643"/>
                          <a:chExt cx="441422" cy="369332"/>
                        </a:xfrm>
                      </p:grpSpPr>
                      <p:sp>
                        <p:nvSpPr>
                          <p:cNvPr id="749" name="Oval 748">
                            <a:extLst>
                              <a:ext uri="{FF2B5EF4-FFF2-40B4-BE49-F238E27FC236}">
                                <a16:creationId xmlns:a16="http://schemas.microsoft.com/office/drawing/2014/main" id="{81F5B65C-090F-864B-9D3D-6862C07634E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0" name="TextBox 749">
                            <a:extLst>
                              <a:ext uri="{FF2B5EF4-FFF2-40B4-BE49-F238E27FC236}">
                                <a16:creationId xmlns:a16="http://schemas.microsoft.com/office/drawing/2014/main" id="{C53E106B-77FA-C14C-9B6D-EE6DFB6EC33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743" name="Straight Connector 742">
                        <a:extLst>
                          <a:ext uri="{FF2B5EF4-FFF2-40B4-BE49-F238E27FC236}">
                            <a16:creationId xmlns:a16="http://schemas.microsoft.com/office/drawing/2014/main" id="{E4797E7A-8ED8-6C41-8674-EAEC8D18D707}"/>
                          </a:ext>
                        </a:extLst>
                      </p:cNvPr>
                      <p:cNvCxnSpPr>
                        <a:stCxn id="79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4" name="Straight Connector 743">
                        <a:extLst>
                          <a:ext uri="{FF2B5EF4-FFF2-40B4-BE49-F238E27FC236}">
                            <a16:creationId xmlns:a16="http://schemas.microsoft.com/office/drawing/2014/main" id="{54F17AFF-28C1-274F-9EF2-34DCACE2853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5" name="Straight Connector 744">
                        <a:extLst>
                          <a:ext uri="{FF2B5EF4-FFF2-40B4-BE49-F238E27FC236}">
                            <a16:creationId xmlns:a16="http://schemas.microsoft.com/office/drawing/2014/main" id="{AFC3917C-96A3-2D47-9010-605714E6DC3A}"/>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46" name="Straight Connector 745">
                        <a:extLst>
                          <a:ext uri="{FF2B5EF4-FFF2-40B4-BE49-F238E27FC236}">
                            <a16:creationId xmlns:a16="http://schemas.microsoft.com/office/drawing/2014/main" id="{FDD35AF7-CBC3-BA4C-88CF-D5CCFA98DA28}"/>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735" name="TextBox 734">
                    <a:extLst>
                      <a:ext uri="{FF2B5EF4-FFF2-40B4-BE49-F238E27FC236}">
                        <a16:creationId xmlns:a16="http://schemas.microsoft.com/office/drawing/2014/main" id="{3A6530A1-EBC7-8447-8BD9-642637A446B5}"/>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736" name="Straight Connector 735">
                    <a:extLst>
                      <a:ext uri="{FF2B5EF4-FFF2-40B4-BE49-F238E27FC236}">
                        <a16:creationId xmlns:a16="http://schemas.microsoft.com/office/drawing/2014/main" id="{E0FCBE3F-E795-4C4B-B0C1-FC7BC0309C04}"/>
                      </a:ext>
                    </a:extLst>
                  </p:cNvPr>
                  <p:cNvCxnSpPr>
                    <a:cxnSpLocks/>
                    <a:stCxn id="8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733" name="Straight Connector 732">
                  <a:extLst>
                    <a:ext uri="{FF2B5EF4-FFF2-40B4-BE49-F238E27FC236}">
                      <a16:creationId xmlns:a16="http://schemas.microsoft.com/office/drawing/2014/main" id="{CE901D66-734E-3F4B-9A7E-8C2A3FBAE777}"/>
                    </a:ext>
                  </a:extLst>
                </p:cNvPr>
                <p:cNvCxnSpPr>
                  <a:cxnSpLocks/>
                  <a:stCxn id="894" idx="5"/>
                  <a:endCxn id="815"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713" name="Group 712">
                <a:extLst>
                  <a:ext uri="{FF2B5EF4-FFF2-40B4-BE49-F238E27FC236}">
                    <a16:creationId xmlns:a16="http://schemas.microsoft.com/office/drawing/2014/main" id="{1D597A85-C1F2-AB46-89D9-E4C6C845E8E2}"/>
                  </a:ext>
                </a:extLst>
              </p:cNvPr>
              <p:cNvGrpSpPr/>
              <p:nvPr/>
            </p:nvGrpSpPr>
            <p:grpSpPr>
              <a:xfrm>
                <a:off x="9525929" y="4809915"/>
                <a:ext cx="1701734" cy="616172"/>
                <a:chOff x="6935906" y="5482318"/>
                <a:chExt cx="1701734" cy="616172"/>
              </a:xfrm>
            </p:grpSpPr>
            <p:grpSp>
              <p:nvGrpSpPr>
                <p:cNvPr id="714" name="Group 713">
                  <a:extLst>
                    <a:ext uri="{FF2B5EF4-FFF2-40B4-BE49-F238E27FC236}">
                      <a16:creationId xmlns:a16="http://schemas.microsoft.com/office/drawing/2014/main" id="{006FF1F8-A5A0-924F-A5B5-1B52B2E05516}"/>
                    </a:ext>
                  </a:extLst>
                </p:cNvPr>
                <p:cNvGrpSpPr/>
                <p:nvPr/>
              </p:nvGrpSpPr>
              <p:grpSpPr>
                <a:xfrm>
                  <a:off x="6935906" y="5482318"/>
                  <a:ext cx="1701734" cy="616172"/>
                  <a:chOff x="6808463" y="5108795"/>
                  <a:chExt cx="1701734" cy="616172"/>
                </a:xfrm>
              </p:grpSpPr>
              <p:sp>
                <p:nvSpPr>
                  <p:cNvPr id="716" name="Freeform 2">
                    <a:extLst>
                      <a:ext uri="{FF2B5EF4-FFF2-40B4-BE49-F238E27FC236}">
                        <a16:creationId xmlns:a16="http://schemas.microsoft.com/office/drawing/2014/main" id="{FC1D2B11-E513-554D-8A7B-8D69AC28C804}"/>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717" name="Group 327">
                    <a:extLst>
                      <a:ext uri="{FF2B5EF4-FFF2-40B4-BE49-F238E27FC236}">
                        <a16:creationId xmlns:a16="http://schemas.microsoft.com/office/drawing/2014/main" id="{71072E0A-A047-B247-A8EE-DF18CE2E5CD7}"/>
                      </a:ext>
                    </a:extLst>
                  </p:cNvPr>
                  <p:cNvGrpSpPr>
                    <a:grpSpLocks/>
                  </p:cNvGrpSpPr>
                  <p:nvPr/>
                </p:nvGrpSpPr>
                <p:grpSpPr bwMode="auto">
                  <a:xfrm>
                    <a:off x="7908175" y="5241780"/>
                    <a:ext cx="536554" cy="263548"/>
                    <a:chOff x="1871277" y="1576300"/>
                    <a:chExt cx="1128371" cy="437861"/>
                  </a:xfrm>
                </p:grpSpPr>
                <p:sp>
                  <p:nvSpPr>
                    <p:cNvPr id="721" name="Oval 720">
                      <a:extLst>
                        <a:ext uri="{FF2B5EF4-FFF2-40B4-BE49-F238E27FC236}">
                          <a16:creationId xmlns:a16="http://schemas.microsoft.com/office/drawing/2014/main" id="{91D06C98-59E7-614E-8273-42A55EA472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2" name="Rectangle 721">
                      <a:extLst>
                        <a:ext uri="{FF2B5EF4-FFF2-40B4-BE49-F238E27FC236}">
                          <a16:creationId xmlns:a16="http://schemas.microsoft.com/office/drawing/2014/main" id="{09278EB9-8AC0-1447-BAD1-DD9B5D739E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3" name="Oval 722">
                      <a:extLst>
                        <a:ext uri="{FF2B5EF4-FFF2-40B4-BE49-F238E27FC236}">
                          <a16:creationId xmlns:a16="http://schemas.microsoft.com/office/drawing/2014/main" id="{2CBE7AD0-5785-9747-9E56-4BF8ABD881A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4" name="Freeform 723">
                      <a:extLst>
                        <a:ext uri="{FF2B5EF4-FFF2-40B4-BE49-F238E27FC236}">
                          <a16:creationId xmlns:a16="http://schemas.microsoft.com/office/drawing/2014/main" id="{BFA7769B-9F89-0943-9A16-C637EBA41BD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5" name="Freeform 724">
                      <a:extLst>
                        <a:ext uri="{FF2B5EF4-FFF2-40B4-BE49-F238E27FC236}">
                          <a16:creationId xmlns:a16="http://schemas.microsoft.com/office/drawing/2014/main" id="{2BA9B2FD-ED67-5C46-990C-DEBD4552CBE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6" name="Freeform 725">
                      <a:extLst>
                        <a:ext uri="{FF2B5EF4-FFF2-40B4-BE49-F238E27FC236}">
                          <a16:creationId xmlns:a16="http://schemas.microsoft.com/office/drawing/2014/main" id="{852C178C-5A80-FA47-96E6-19EA6DCEC68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7" name="Freeform 726">
                      <a:extLst>
                        <a:ext uri="{FF2B5EF4-FFF2-40B4-BE49-F238E27FC236}">
                          <a16:creationId xmlns:a16="http://schemas.microsoft.com/office/drawing/2014/main" id="{BCCDAE1A-37E6-A740-84AD-3651F301C81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28" name="Straight Connector 727">
                      <a:extLst>
                        <a:ext uri="{FF2B5EF4-FFF2-40B4-BE49-F238E27FC236}">
                          <a16:creationId xmlns:a16="http://schemas.microsoft.com/office/drawing/2014/main" id="{79278D10-2F66-4843-BE2D-75C1E444A3FF}"/>
                        </a:ext>
                      </a:extLst>
                    </p:cNvPr>
                    <p:cNvCxnSpPr>
                      <a:endCxn id="72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29" name="Straight Connector 728">
                      <a:extLst>
                        <a:ext uri="{FF2B5EF4-FFF2-40B4-BE49-F238E27FC236}">
                          <a16:creationId xmlns:a16="http://schemas.microsoft.com/office/drawing/2014/main" id="{64D394C8-4031-A04B-B39E-D20F1408177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18" name="Group 717">
                    <a:extLst>
                      <a:ext uri="{FF2B5EF4-FFF2-40B4-BE49-F238E27FC236}">
                        <a16:creationId xmlns:a16="http://schemas.microsoft.com/office/drawing/2014/main" id="{0BE34F3B-D7A6-C645-98A7-AC12A17D32D0}"/>
                      </a:ext>
                    </a:extLst>
                  </p:cNvPr>
                  <p:cNvGrpSpPr/>
                  <p:nvPr/>
                </p:nvGrpSpPr>
                <p:grpSpPr>
                  <a:xfrm>
                    <a:off x="7876581" y="5223365"/>
                    <a:ext cx="466894" cy="369332"/>
                    <a:chOff x="599495" y="1708643"/>
                    <a:chExt cx="491778" cy="409344"/>
                  </a:xfrm>
                </p:grpSpPr>
                <p:sp>
                  <p:nvSpPr>
                    <p:cNvPr id="719" name="Oval 718">
                      <a:extLst>
                        <a:ext uri="{FF2B5EF4-FFF2-40B4-BE49-F238E27FC236}">
                          <a16:creationId xmlns:a16="http://schemas.microsoft.com/office/drawing/2014/main" id="{D3AA4D2D-9268-D54B-A609-2916D44A722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0" name="TextBox 719">
                      <a:extLst>
                        <a:ext uri="{FF2B5EF4-FFF2-40B4-BE49-F238E27FC236}">
                          <a16:creationId xmlns:a16="http://schemas.microsoft.com/office/drawing/2014/main" id="{D7C545A8-1974-314F-8B84-D3FC912EB8D6}"/>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715" name="Straight Connector 714">
                  <a:extLst>
                    <a:ext uri="{FF2B5EF4-FFF2-40B4-BE49-F238E27FC236}">
                      <a16:creationId xmlns:a16="http://schemas.microsoft.com/office/drawing/2014/main" id="{C7AD81D7-3B6A-D844-ABEA-CAF2858DD417}"/>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711" name="Straight Connector 710">
              <a:extLst>
                <a:ext uri="{FF2B5EF4-FFF2-40B4-BE49-F238E27FC236}">
                  <a16:creationId xmlns:a16="http://schemas.microsoft.com/office/drawing/2014/main" id="{A7F0587B-29EA-584F-81E3-E24C967738BB}"/>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0515600" cy="894622"/>
          </a:xfrm>
        </p:spPr>
        <p:txBody>
          <a:bodyPr/>
          <a:lstStyle/>
          <a:p>
            <a:r>
              <a:rPr lang="en-US"/>
              <a:t>Hot potato routing</a:t>
            </a:r>
          </a:p>
        </p:txBody>
      </p:sp>
      <p:sp>
        <p:nvSpPr>
          <p:cNvPr id="280" name="Content Placeholder 39">
            <a:extLst>
              <a:ext uri="{FF2B5EF4-FFF2-40B4-BE49-F238E27FC236}">
                <a16:creationId xmlns:a16="http://schemas.microsoft.com/office/drawing/2014/main" id="{B4272163-18FE-8D42-9D74-AD852AF94689}"/>
              </a:ext>
            </a:extLst>
          </p:cNvPr>
          <p:cNvSpPr txBox="1">
            <a:spLocks/>
          </p:cNvSpPr>
          <p:nvPr/>
        </p:nvSpPr>
        <p:spPr bwMode="auto">
          <a:xfrm>
            <a:off x="1102290" y="4634378"/>
            <a:ext cx="10809962" cy="18666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b="0" i="0" u="none" strike="noStrike" kern="0" cap="none" spc="0" normalizeH="0" baseline="0" noProof="0">
                <a:ln>
                  <a:noFill/>
                </a:ln>
                <a:solidFill>
                  <a:srgbClr val="000000"/>
                </a:solidFill>
                <a:effectLst/>
                <a:uLnTx/>
                <a:uFillTx/>
                <a:ea typeface="ＭＳ Ｐゴシック" charset="0"/>
              </a:rPr>
              <a:t>2d learns (via iBGP) it can route to X via 2a or 2c</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b="0" u="none" strike="noStrike" kern="0" cap="none" spc="0" normalizeH="0" baseline="0" noProof="0">
                <a:ln>
                  <a:noFill/>
                </a:ln>
                <a:solidFill>
                  <a:srgbClr val="C00000"/>
                </a:solidFill>
                <a:effectLst/>
                <a:uLnTx/>
                <a:uFillTx/>
                <a:ea typeface="ＭＳ Ｐゴシック" charset="0"/>
              </a:rPr>
              <a:t>hot potato routing: </a:t>
            </a:r>
            <a:r>
              <a:rPr kumimoji="0" lang="en-US" b="0" i="0" u="none" strike="noStrike" kern="0" cap="none" spc="0" normalizeH="0" baseline="0" noProof="0">
                <a:ln>
                  <a:noFill/>
                </a:ln>
                <a:solidFill>
                  <a:srgbClr val="000000"/>
                </a:solidFill>
                <a:effectLst/>
                <a:uLnTx/>
                <a:uFillTx/>
                <a:ea typeface="ＭＳ Ｐゴシック" charset="0"/>
              </a:rPr>
              <a:t>choose local gateway that has least </a:t>
            </a:r>
            <a:r>
              <a:rPr kumimoji="0" lang="en-US" b="0" i="1" u="none" strike="noStrike" kern="0" cap="none" spc="0" normalizeH="0" baseline="0" noProof="0">
                <a:ln>
                  <a:noFill/>
                </a:ln>
                <a:solidFill>
                  <a:srgbClr val="000000"/>
                </a:solidFill>
                <a:effectLst/>
                <a:uLnTx/>
                <a:uFillTx/>
                <a:ea typeface="ＭＳ Ｐゴシック" charset="0"/>
              </a:rPr>
              <a:t>intra-domain</a:t>
            </a:r>
            <a:r>
              <a:rPr kumimoji="0" lang="en-US" b="0" i="0" u="none" strike="noStrike" kern="0" cap="none" spc="0" normalizeH="0" baseline="0" noProof="0">
                <a:ln>
                  <a:noFill/>
                </a:ln>
                <a:solidFill>
                  <a:srgbClr val="000000"/>
                </a:solidFill>
                <a:effectLst/>
                <a:uLnTx/>
                <a:uFillTx/>
                <a:ea typeface="ＭＳ Ｐゴシック" charset="0"/>
              </a:rPr>
              <a:t> cost.</a:t>
            </a:r>
          </a:p>
          <a:p>
            <a:pPr lvl="1" indent="-342900">
              <a:buSzPct val="100000"/>
              <a:buFont typeface="Wingdings" charset="2"/>
              <a:buChar char="§"/>
              <a:defRPr/>
            </a:pPr>
            <a:r>
              <a:rPr lang="en-US" kern="0">
                <a:solidFill>
                  <a:srgbClr val="000000"/>
                </a:solidFill>
              </a:rPr>
              <a:t>If this is the top criteria on the list, </a:t>
            </a:r>
            <a:r>
              <a:rPr kumimoji="0" lang="en-US" b="0" i="0" u="none" strike="noStrike" kern="0" cap="none" spc="0" normalizeH="0" baseline="0" noProof="0">
                <a:ln>
                  <a:noFill/>
                </a:ln>
                <a:solidFill>
                  <a:srgbClr val="000000"/>
                </a:solidFill>
                <a:effectLst/>
                <a:uLnTx/>
                <a:uFillTx/>
                <a:ea typeface="ＭＳ Ｐゴシック" charset="0"/>
              </a:rPr>
              <a:t>2d will choose 2a, even though more AS hops to </a:t>
            </a:r>
            <a:r>
              <a:rPr kumimoji="0" lang="en-US" b="0" i="1" u="none" strike="noStrike" kern="0" cap="none" spc="0" normalizeH="0" baseline="0" noProof="0">
                <a:ln>
                  <a:noFill/>
                </a:ln>
                <a:solidFill>
                  <a:srgbClr val="000000"/>
                </a:solidFill>
                <a:effectLst/>
                <a:uLnTx/>
                <a:uFillTx/>
                <a:ea typeface="ＭＳ Ｐゴシック" charset="0"/>
              </a:rPr>
              <a:t>X</a:t>
            </a:r>
            <a:r>
              <a:rPr kumimoji="0" lang="en-US" b="0" i="0" u="none" strike="noStrike" kern="0" cap="none" spc="0" normalizeH="0" baseline="0" noProof="0">
                <a:ln>
                  <a:noFill/>
                </a:ln>
                <a:solidFill>
                  <a:srgbClr val="000000"/>
                </a:solidFill>
                <a:effectLst/>
                <a:uLnTx/>
                <a:uFillTx/>
                <a:ea typeface="ＭＳ Ｐゴシック" charset="0"/>
              </a:rPr>
              <a:t>): don’t worry about </a:t>
            </a:r>
            <a:r>
              <a:rPr lang="en-US" kern="0">
                <a:solidFill>
                  <a:srgbClr val="000000"/>
                </a:solidFill>
              </a:rPr>
              <a:t>how many other AS are left until the destination.</a:t>
            </a:r>
            <a:endParaRPr kumimoji="0" lang="en-US" b="0" i="0" u="none" strike="noStrike" kern="0" cap="none" spc="0" normalizeH="0" baseline="0" noProof="0">
              <a:ln>
                <a:noFill/>
              </a:ln>
              <a:solidFill>
                <a:srgbClr val="000000"/>
              </a:solidFill>
              <a:effectLst/>
              <a:uLnTx/>
              <a:uFillTx/>
              <a:ea typeface="ＭＳ Ｐゴシック" charset="0"/>
            </a:endParaRPr>
          </a:p>
        </p:txBody>
      </p:sp>
      <p:cxnSp>
        <p:nvCxnSpPr>
          <p:cNvPr id="281" name="Straight Connector 280">
            <a:extLst>
              <a:ext uri="{FF2B5EF4-FFF2-40B4-BE49-F238E27FC236}">
                <a16:creationId xmlns:a16="http://schemas.microsoft.com/office/drawing/2014/main" id="{31BA1DB9-2969-4441-97FB-835EAFDCA3ED}"/>
              </a:ext>
            </a:extLst>
          </p:cNvPr>
          <p:cNvCxnSpPr>
            <a:cxnSpLocks/>
          </p:cNvCxnSpPr>
          <p:nvPr/>
        </p:nvCxnSpPr>
        <p:spPr bwMode="auto">
          <a:xfrm flipH="1" flipV="1">
            <a:off x="6000873" y="3328637"/>
            <a:ext cx="424979" cy="441697"/>
          </a:xfrm>
          <a:prstGeom prst="line">
            <a:avLst/>
          </a:prstGeom>
          <a:solidFill>
            <a:srgbClr val="00CC99"/>
          </a:solidFill>
          <a:ln w="6350" cap="flat" cmpd="sng" algn="ctr">
            <a:solidFill>
              <a:srgbClr val="0000A8"/>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282" name="Group 281">
            <a:extLst>
              <a:ext uri="{FF2B5EF4-FFF2-40B4-BE49-F238E27FC236}">
                <a16:creationId xmlns:a16="http://schemas.microsoft.com/office/drawing/2014/main" id="{9B38A050-67CE-5644-A229-647B38C7B4DC}"/>
              </a:ext>
            </a:extLst>
          </p:cNvPr>
          <p:cNvGrpSpPr/>
          <p:nvPr/>
        </p:nvGrpSpPr>
        <p:grpSpPr>
          <a:xfrm>
            <a:off x="7095765" y="2483791"/>
            <a:ext cx="880227" cy="680442"/>
            <a:chOff x="5705376" y="2487543"/>
            <a:chExt cx="880227" cy="680442"/>
          </a:xfrm>
        </p:grpSpPr>
        <p:sp>
          <p:nvSpPr>
            <p:cNvPr id="283" name="AutoShape 118">
              <a:extLst>
                <a:ext uri="{FF2B5EF4-FFF2-40B4-BE49-F238E27FC236}">
                  <a16:creationId xmlns:a16="http://schemas.microsoft.com/office/drawing/2014/main" id="{D2EA5418-D2F2-9942-BF52-2F0B35DDEBF4}"/>
                </a:ext>
              </a:extLst>
            </p:cNvPr>
            <p:cNvSpPr>
              <a:spLocks noChangeArrowheads="1"/>
            </p:cNvSpPr>
            <p:nvPr/>
          </p:nvSpPr>
          <p:spPr bwMode="auto">
            <a:xfrm rot="19229657">
              <a:off x="5705376" y="2487543"/>
              <a:ext cx="768350" cy="276226"/>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84" name="Text Box 119">
              <a:extLst>
                <a:ext uri="{FF2B5EF4-FFF2-40B4-BE49-F238E27FC236}">
                  <a16:creationId xmlns:a16="http://schemas.microsoft.com/office/drawing/2014/main" id="{127D65CD-9295-E948-976F-8A832CE28756}"/>
                </a:ext>
              </a:extLst>
            </p:cNvPr>
            <p:cNvSpPr txBox="1">
              <a:spLocks noChangeArrowheads="1"/>
            </p:cNvSpPr>
            <p:nvPr/>
          </p:nvSpPr>
          <p:spPr bwMode="auto">
            <a:xfrm>
              <a:off x="5848435" y="2887139"/>
              <a:ext cx="737168" cy="2808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AS3,X </a:t>
              </a:r>
            </a:p>
          </p:txBody>
        </p:sp>
      </p:grpSp>
      <p:grpSp>
        <p:nvGrpSpPr>
          <p:cNvPr id="285" name="Group 284">
            <a:extLst>
              <a:ext uri="{FF2B5EF4-FFF2-40B4-BE49-F238E27FC236}">
                <a16:creationId xmlns:a16="http://schemas.microsoft.com/office/drawing/2014/main" id="{0084D847-A5E4-7448-8369-247D24C1C4FF}"/>
              </a:ext>
            </a:extLst>
          </p:cNvPr>
          <p:cNvGrpSpPr/>
          <p:nvPr/>
        </p:nvGrpSpPr>
        <p:grpSpPr>
          <a:xfrm>
            <a:off x="2970239" y="2693439"/>
            <a:ext cx="1359693" cy="525314"/>
            <a:chOff x="2143521" y="2684666"/>
            <a:chExt cx="1359693" cy="525314"/>
          </a:xfrm>
        </p:grpSpPr>
        <p:sp>
          <p:nvSpPr>
            <p:cNvPr id="286" name="Text Box 119">
              <a:extLst>
                <a:ext uri="{FF2B5EF4-FFF2-40B4-BE49-F238E27FC236}">
                  <a16:creationId xmlns:a16="http://schemas.microsoft.com/office/drawing/2014/main" id="{30A1DC45-762F-1E47-8308-E4920AA2B111}"/>
                </a:ext>
              </a:extLst>
            </p:cNvPr>
            <p:cNvSpPr txBox="1">
              <a:spLocks noChangeArrowheads="1"/>
            </p:cNvSpPr>
            <p:nvPr/>
          </p:nvSpPr>
          <p:spPr bwMode="auto">
            <a:xfrm>
              <a:off x="2143521" y="2929134"/>
              <a:ext cx="1126397" cy="2808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AS1,AS3,X </a:t>
              </a:r>
            </a:p>
          </p:txBody>
        </p:sp>
        <p:sp>
          <p:nvSpPr>
            <p:cNvPr id="287" name="AutoShape 118">
              <a:extLst>
                <a:ext uri="{FF2B5EF4-FFF2-40B4-BE49-F238E27FC236}">
                  <a16:creationId xmlns:a16="http://schemas.microsoft.com/office/drawing/2014/main" id="{24E303A9-1C25-904F-85A7-12C9D1683C4D}"/>
                </a:ext>
              </a:extLst>
            </p:cNvPr>
            <p:cNvSpPr>
              <a:spLocks noChangeArrowheads="1"/>
            </p:cNvSpPr>
            <p:nvPr/>
          </p:nvSpPr>
          <p:spPr bwMode="auto">
            <a:xfrm rot="12975073">
              <a:off x="2734864" y="2684666"/>
              <a:ext cx="768350" cy="276225"/>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88" name="TextBox 287">
            <a:extLst>
              <a:ext uri="{FF2B5EF4-FFF2-40B4-BE49-F238E27FC236}">
                <a16:creationId xmlns:a16="http://schemas.microsoft.com/office/drawing/2014/main" id="{6B1E1F16-BB2B-0F4C-9B24-BC894FF5CF79}"/>
              </a:ext>
            </a:extLst>
          </p:cNvPr>
          <p:cNvSpPr txBox="1"/>
          <p:nvPr/>
        </p:nvSpPr>
        <p:spPr>
          <a:xfrm>
            <a:off x="6375649" y="3642958"/>
            <a:ext cx="1860906" cy="338554"/>
          </a:xfrm>
          <a:prstGeom prst="rect">
            <a:avLst/>
          </a:prstGeom>
          <a:noFill/>
        </p:spPr>
        <p:txBody>
          <a:bodyPr wrap="none" rtlCol="0">
            <a:spAutoFit/>
          </a:bodyPr>
          <a:lstStyle/>
          <a:p>
            <a:pPr eaLnBrk="0" fontAlgn="base" hangingPunct="0">
              <a:spcBef>
                <a:spcPct val="0"/>
              </a:spcBef>
              <a:spcAft>
                <a:spcPct val="0"/>
              </a:spcAft>
            </a:pPr>
            <a:r>
              <a:rPr lang="en-US" sz="1600">
                <a:latin typeface="Arial" charset="0"/>
                <a:ea typeface="ＭＳ Ｐゴシック" charset="0"/>
              </a:rPr>
              <a:t>OSPF link weights</a:t>
            </a:r>
          </a:p>
        </p:txBody>
      </p:sp>
      <p:sp>
        <p:nvSpPr>
          <p:cNvPr id="289" name="TextBox 288">
            <a:extLst>
              <a:ext uri="{FF2B5EF4-FFF2-40B4-BE49-F238E27FC236}">
                <a16:creationId xmlns:a16="http://schemas.microsoft.com/office/drawing/2014/main" id="{9F04B398-1488-B84F-9A96-5791902C5242}"/>
              </a:ext>
            </a:extLst>
          </p:cNvPr>
          <p:cNvSpPr txBox="1"/>
          <p:nvPr/>
        </p:nvSpPr>
        <p:spPr>
          <a:xfrm>
            <a:off x="5162685" y="3108488"/>
            <a:ext cx="482824"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201</a:t>
            </a:r>
            <a:endParaRPr lang="en-US" i="1">
              <a:latin typeface="Arial" charset="0"/>
              <a:ea typeface="ＭＳ Ｐゴシック" charset="0"/>
            </a:endParaRPr>
          </a:p>
        </p:txBody>
      </p:sp>
      <p:sp>
        <p:nvSpPr>
          <p:cNvPr id="291" name="TextBox 290">
            <a:extLst>
              <a:ext uri="{FF2B5EF4-FFF2-40B4-BE49-F238E27FC236}">
                <a16:creationId xmlns:a16="http://schemas.microsoft.com/office/drawing/2014/main" id="{7CAA43C0-74F2-9947-B546-F8906DDD43BC}"/>
              </a:ext>
            </a:extLst>
          </p:cNvPr>
          <p:cNvSpPr txBox="1"/>
          <p:nvPr/>
        </p:nvSpPr>
        <p:spPr>
          <a:xfrm>
            <a:off x="5952201" y="2502930"/>
            <a:ext cx="469487"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112</a:t>
            </a:r>
            <a:endParaRPr lang="en-US" i="1">
              <a:latin typeface="Arial" charset="0"/>
              <a:ea typeface="ＭＳ Ｐゴシック" charset="0"/>
            </a:endParaRPr>
          </a:p>
        </p:txBody>
      </p:sp>
      <p:sp>
        <p:nvSpPr>
          <p:cNvPr id="292" name="TextBox 291">
            <a:extLst>
              <a:ext uri="{FF2B5EF4-FFF2-40B4-BE49-F238E27FC236}">
                <a16:creationId xmlns:a16="http://schemas.microsoft.com/office/drawing/2014/main" id="{BFFFC794-EB31-D845-8AFC-0FADD753D327}"/>
              </a:ext>
            </a:extLst>
          </p:cNvPr>
          <p:cNvSpPr txBox="1"/>
          <p:nvPr/>
        </p:nvSpPr>
        <p:spPr>
          <a:xfrm>
            <a:off x="5702048" y="3095306"/>
            <a:ext cx="482824"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263</a:t>
            </a:r>
            <a:endParaRPr lang="en-US" i="1">
              <a:latin typeface="Arial" charset="0"/>
              <a:ea typeface="ＭＳ Ｐゴシック" charset="0"/>
            </a:endParaRPr>
          </a:p>
        </p:txBody>
      </p:sp>
      <p:sp>
        <p:nvSpPr>
          <p:cNvPr id="2" name="Oval 1">
            <a:extLst>
              <a:ext uri="{FF2B5EF4-FFF2-40B4-BE49-F238E27FC236}">
                <a16:creationId xmlns:a16="http://schemas.microsoft.com/office/drawing/2014/main" id="{0F43C6FC-329A-BD41-8BB6-95A12D72D350}"/>
              </a:ext>
            </a:extLst>
          </p:cNvPr>
          <p:cNvSpPr/>
          <p:nvPr/>
        </p:nvSpPr>
        <p:spPr>
          <a:xfrm>
            <a:off x="5334000" y="3352800"/>
            <a:ext cx="720436" cy="67887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21EB4B-191F-E4D9-EB95-3ED5743BCA82}"/>
              </a:ext>
            </a:extLst>
          </p:cNvPr>
          <p:cNvSpPr txBox="1"/>
          <p:nvPr/>
        </p:nvSpPr>
        <p:spPr>
          <a:xfrm>
            <a:off x="4214842" y="2642680"/>
            <a:ext cx="284052"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1</a:t>
            </a:r>
            <a:endParaRPr lang="en-US" i="1">
              <a:latin typeface="Arial" charset="0"/>
              <a:ea typeface="ＭＳ Ｐゴシック" charset="0"/>
            </a:endParaRPr>
          </a:p>
        </p:txBody>
      </p:sp>
      <p:sp>
        <p:nvSpPr>
          <p:cNvPr id="4" name="TextBox 3">
            <a:extLst>
              <a:ext uri="{FF2B5EF4-FFF2-40B4-BE49-F238E27FC236}">
                <a16:creationId xmlns:a16="http://schemas.microsoft.com/office/drawing/2014/main" id="{EC7B2311-73DA-E5A2-9A74-8370F6D181A9}"/>
              </a:ext>
            </a:extLst>
          </p:cNvPr>
          <p:cNvSpPr txBox="1"/>
          <p:nvPr/>
        </p:nvSpPr>
        <p:spPr>
          <a:xfrm>
            <a:off x="6775069" y="2487409"/>
            <a:ext cx="284052"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1</a:t>
            </a:r>
            <a:endParaRPr lang="en-US" i="1">
              <a:latin typeface="Arial" charset="0"/>
              <a:ea typeface="ＭＳ Ｐゴシック" charset="0"/>
            </a:endParaRPr>
          </a:p>
        </p:txBody>
      </p:sp>
    </p:spTree>
    <p:extLst>
      <p:ext uri="{BB962C8B-B14F-4D97-AF65-F5344CB8AC3E}">
        <p14:creationId xmlns:p14="http://schemas.microsoft.com/office/powerpoint/2010/main" val="268754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wipe(up)">
                                      <p:cBhvr>
                                        <p:cTn id="7" dur="1000"/>
                                        <p:tgtEl>
                                          <p:spTgt spid="28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85"/>
                                        </p:tgtEl>
                                        <p:attrNameLst>
                                          <p:attrName>style.visibility</p:attrName>
                                        </p:attrNameLst>
                                      </p:cBhvr>
                                      <p:to>
                                        <p:strVal val="visible"/>
                                      </p:to>
                                    </p:set>
                                    <p:animEffect transition="in" filter="wipe(up)">
                                      <p:cBhvr>
                                        <p:cTn id="11" dur="1000"/>
                                        <p:tgtEl>
                                          <p:spTgt spid="285"/>
                                        </p:tgtEl>
                                      </p:cBhvr>
                                    </p:animEffect>
                                  </p:childTnLst>
                                </p:cTn>
                              </p:par>
                            </p:childTnLst>
                          </p:cTn>
                        </p:par>
                        <p:par>
                          <p:cTn id="12" fill="hold">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280">
                                            <p:txEl>
                                              <p:pRg st="0" end="0"/>
                                            </p:txEl>
                                          </p:spTgt>
                                        </p:tgtEl>
                                        <p:attrNameLst>
                                          <p:attrName>style.visibility</p:attrName>
                                        </p:attrNameLst>
                                      </p:cBhvr>
                                      <p:to>
                                        <p:strVal val="visible"/>
                                      </p:to>
                                    </p:set>
                                    <p:animEffect transition="in" filter="dissolve">
                                      <p:cBhvr>
                                        <p:cTn id="15" dur="500"/>
                                        <p:tgtEl>
                                          <p:spTgt spid="280">
                                            <p:txEl>
                                              <p:pRg st="0" end="0"/>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500"/>
                                        <p:tgtEl>
                                          <p:spTgt spid="2"/>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80">
                                            <p:txEl>
                                              <p:pRg st="1" end="1"/>
                                            </p:txEl>
                                          </p:spTgt>
                                        </p:tgtEl>
                                        <p:attrNameLst>
                                          <p:attrName>style.visibility</p:attrName>
                                        </p:attrNameLst>
                                      </p:cBhvr>
                                      <p:to>
                                        <p:strVal val="visible"/>
                                      </p:to>
                                    </p:set>
                                    <p:animEffect transition="in" filter="dissolve">
                                      <p:cBhvr>
                                        <p:cTn id="21" dur="500"/>
                                        <p:tgtEl>
                                          <p:spTgt spid="280">
                                            <p:txEl>
                                              <p:pRg st="1" end="1"/>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80">
                                            <p:txEl>
                                              <p:pRg st="2" end="2"/>
                                            </p:txEl>
                                          </p:spTgt>
                                        </p:tgtEl>
                                        <p:attrNameLst>
                                          <p:attrName>style.visibility</p:attrName>
                                        </p:attrNameLst>
                                      </p:cBhvr>
                                      <p:to>
                                        <p:strVal val="visible"/>
                                      </p:to>
                                    </p:set>
                                    <p:animEffect transition="in" filter="dissolve">
                                      <p:cBhvr>
                                        <p:cTn id="24" dur="500"/>
                                        <p:tgtEl>
                                          <p:spTgt spid="2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uiExpand="1" build="p"/>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angle 4">
            <a:extLst>
              <a:ext uri="{FF2B5EF4-FFF2-40B4-BE49-F238E27FC236}">
                <a16:creationId xmlns:a16="http://schemas.microsoft.com/office/drawing/2014/main" id="{2232FF8D-4FEF-E645-B7EA-CC7B2BF547BD}"/>
              </a:ext>
            </a:extLst>
          </p:cNvPr>
          <p:cNvSpPr txBox="1">
            <a:spLocks noChangeArrowheads="1"/>
          </p:cNvSpPr>
          <p:nvPr/>
        </p:nvSpPr>
        <p:spPr>
          <a:xfrm>
            <a:off x="1028702" y="4038310"/>
            <a:ext cx="9975595" cy="2656402"/>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3688" indent="-293688">
              <a:lnSpc>
                <a:spcPts val="2140"/>
              </a:lnSpc>
            </a:pPr>
            <a:r>
              <a:rPr lang="en-US" sz="2400"/>
              <a:t>AS2 is AS1’s and AS3’s customer. It does not want to carry their transit traffic. </a:t>
            </a:r>
          </a:p>
          <a:p>
            <a:pPr marL="293688" indent="-293688">
              <a:lnSpc>
                <a:spcPts val="2140"/>
              </a:lnSpc>
            </a:pPr>
            <a:r>
              <a:rPr lang="en-US" sz="2400"/>
              <a:t>X is connected to subnet 50.60.0.0/16.</a:t>
            </a:r>
          </a:p>
          <a:p>
            <a:pPr marL="293688" indent="-293688">
              <a:lnSpc>
                <a:spcPts val="2140"/>
              </a:lnSpc>
            </a:pPr>
            <a:r>
              <a:rPr lang="en-US" sz="2400"/>
              <a:t>Gateway routers use default BGP route selection criteria list.</a:t>
            </a:r>
          </a:p>
          <a:p>
            <a:pPr marL="293688" indent="-293688">
              <a:lnSpc>
                <a:spcPts val="2140"/>
              </a:lnSpc>
            </a:pPr>
            <a:r>
              <a:rPr lang="en-US" sz="2400"/>
              <a:t>Internal routers prioritize hot potato routing.</a:t>
            </a:r>
          </a:p>
          <a:p>
            <a:pPr marL="293688" indent="-293688">
              <a:lnSpc>
                <a:spcPts val="2140"/>
              </a:lnSpc>
            </a:pPr>
            <a:r>
              <a:rPr lang="en-US" sz="2400"/>
              <a:t>Link weights are shown in the figure</a:t>
            </a:r>
          </a:p>
          <a:p>
            <a:pPr marL="293688" indent="-293688">
              <a:lnSpc>
                <a:spcPts val="2140"/>
              </a:lnSpc>
            </a:pPr>
            <a:r>
              <a:rPr lang="en-US" sz="2400"/>
              <a:t>What are relevant entries in router 3c’s forwarding table for forwarding to 50.60.0.0/16? How about for router 2b? How about for router 1a?</a:t>
            </a:r>
          </a:p>
        </p:txBody>
      </p:sp>
      <p:grpSp>
        <p:nvGrpSpPr>
          <p:cNvPr id="242" name="Group 241">
            <a:extLst>
              <a:ext uri="{FF2B5EF4-FFF2-40B4-BE49-F238E27FC236}">
                <a16:creationId xmlns:a16="http://schemas.microsoft.com/office/drawing/2014/main" id="{6E588378-AB3C-7643-8B8F-7696DC3EA767}"/>
              </a:ext>
            </a:extLst>
          </p:cNvPr>
          <p:cNvGrpSpPr/>
          <p:nvPr/>
        </p:nvGrpSpPr>
        <p:grpSpPr>
          <a:xfrm>
            <a:off x="1970966" y="1952535"/>
            <a:ext cx="1118837" cy="826267"/>
            <a:chOff x="4052000" y="2820739"/>
            <a:chExt cx="1118837" cy="826267"/>
          </a:xfrm>
        </p:grpSpPr>
        <p:cxnSp>
          <p:nvCxnSpPr>
            <p:cNvPr id="243" name="Straight Arrow Connector 242">
              <a:extLst>
                <a:ext uri="{FF2B5EF4-FFF2-40B4-BE49-F238E27FC236}">
                  <a16:creationId xmlns:a16="http://schemas.microsoft.com/office/drawing/2014/main" id="{8788AB24-E49A-9D42-9746-5F1AC923F508}"/>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4" name="Straight Arrow Connector 243">
              <a:extLst>
                <a:ext uri="{FF2B5EF4-FFF2-40B4-BE49-F238E27FC236}">
                  <a16:creationId xmlns:a16="http://schemas.microsoft.com/office/drawing/2014/main" id="{A73C5C13-0DA1-CE4C-AAB8-6132C6E0D88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5" name="Straight Arrow Connector 244">
              <a:extLst>
                <a:ext uri="{FF2B5EF4-FFF2-40B4-BE49-F238E27FC236}">
                  <a16:creationId xmlns:a16="http://schemas.microsoft.com/office/drawing/2014/main" id="{70F16FA1-A20C-4948-9683-F7720A00EE5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46" name="Group 245">
            <a:extLst>
              <a:ext uri="{FF2B5EF4-FFF2-40B4-BE49-F238E27FC236}">
                <a16:creationId xmlns:a16="http://schemas.microsoft.com/office/drawing/2014/main" id="{CB6EBD89-7C58-E647-8259-C3CC0DA3FBFE}"/>
              </a:ext>
            </a:extLst>
          </p:cNvPr>
          <p:cNvGrpSpPr/>
          <p:nvPr/>
        </p:nvGrpSpPr>
        <p:grpSpPr>
          <a:xfrm>
            <a:off x="6436517" y="1247426"/>
            <a:ext cx="928664" cy="573008"/>
            <a:chOff x="4482698" y="1658905"/>
            <a:chExt cx="928664" cy="573008"/>
          </a:xfrm>
        </p:grpSpPr>
        <p:sp>
          <p:nvSpPr>
            <p:cNvPr id="247" name="AutoShape 118">
              <a:extLst>
                <a:ext uri="{FF2B5EF4-FFF2-40B4-BE49-F238E27FC236}">
                  <a16:creationId xmlns:a16="http://schemas.microsoft.com/office/drawing/2014/main" id="{C4DDF1A3-A046-ED42-ACAC-5927DA6AC10C}"/>
                </a:ext>
              </a:extLst>
            </p:cNvPr>
            <p:cNvSpPr>
              <a:spLocks noChangeArrowheads="1"/>
            </p:cNvSpPr>
            <p:nvPr/>
          </p:nvSpPr>
          <p:spPr bwMode="auto">
            <a:xfrm rot="21210880">
              <a:off x="4643012" y="1955688"/>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48" name="TextBox 247">
              <a:extLst>
                <a:ext uri="{FF2B5EF4-FFF2-40B4-BE49-F238E27FC236}">
                  <a16:creationId xmlns:a16="http://schemas.microsoft.com/office/drawing/2014/main" id="{DC604320-3281-9C46-A4A2-C7947827CBE2}"/>
                </a:ext>
              </a:extLst>
            </p:cNvPr>
            <p:cNvSpPr txBox="1"/>
            <p:nvPr/>
          </p:nvSpPr>
          <p:spPr>
            <a:xfrm>
              <a:off x="4482698" y="1658905"/>
              <a:ext cx="764953" cy="338554"/>
            </a:xfrm>
            <a:prstGeom prst="rect">
              <a:avLst/>
            </a:prstGeom>
            <a:noFill/>
          </p:spPr>
          <p:txBody>
            <a:bodyPr wrap="none" rtlCol="0">
              <a:spAutoFit/>
            </a:bodyPr>
            <a:lstStyle/>
            <a:p>
              <a:r>
                <a:rPr lang="en-US" sz="1600" i="1">
                  <a:solidFill>
                    <a:srgbClr val="C00000"/>
                  </a:solidFill>
                  <a:latin typeface="Arial" panose="020B0604020202020204" pitchFamily="34" charset="0"/>
                  <a:cs typeface="Arial" panose="020B0604020202020204" pitchFamily="34" charset="0"/>
                </a:rPr>
                <a:t>AS3,X</a:t>
              </a:r>
            </a:p>
          </p:txBody>
        </p:sp>
      </p:grpSp>
      <p:grpSp>
        <p:nvGrpSpPr>
          <p:cNvPr id="335" name="Group 117">
            <a:extLst>
              <a:ext uri="{FF2B5EF4-FFF2-40B4-BE49-F238E27FC236}">
                <a16:creationId xmlns:a16="http://schemas.microsoft.com/office/drawing/2014/main" id="{499578B2-9337-6441-BD75-B09C9CAC1963}"/>
              </a:ext>
            </a:extLst>
          </p:cNvPr>
          <p:cNvGrpSpPr>
            <a:grpSpLocks/>
          </p:cNvGrpSpPr>
          <p:nvPr/>
        </p:nvGrpSpPr>
        <p:grpSpPr bwMode="auto">
          <a:xfrm>
            <a:off x="7038891" y="2604083"/>
            <a:ext cx="1290638" cy="481013"/>
            <a:chOff x="2282" y="2446"/>
            <a:chExt cx="813" cy="303"/>
          </a:xfrm>
        </p:grpSpPr>
        <p:sp>
          <p:nvSpPr>
            <p:cNvPr id="336" name="AutoShape 118">
              <a:extLst>
                <a:ext uri="{FF2B5EF4-FFF2-40B4-BE49-F238E27FC236}">
                  <a16:creationId xmlns:a16="http://schemas.microsoft.com/office/drawing/2014/main" id="{87CF43BB-9638-1849-BCC0-3D8B346AB96B}"/>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37" name="Text Box 119">
              <a:extLst>
                <a:ext uri="{FF2B5EF4-FFF2-40B4-BE49-F238E27FC236}">
                  <a16:creationId xmlns:a16="http://schemas.microsoft.com/office/drawing/2014/main" id="{F6316E17-9D4A-514F-B9C2-2CE5C2F0F227}"/>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grpSp>
        <p:nvGrpSpPr>
          <p:cNvPr id="224" name="Group 223">
            <a:extLst>
              <a:ext uri="{FF2B5EF4-FFF2-40B4-BE49-F238E27FC236}">
                <a16:creationId xmlns:a16="http://schemas.microsoft.com/office/drawing/2014/main" id="{C8C59A59-1D76-C647-A251-D4088B013D8A}"/>
              </a:ext>
            </a:extLst>
          </p:cNvPr>
          <p:cNvGrpSpPr/>
          <p:nvPr/>
        </p:nvGrpSpPr>
        <p:grpSpPr>
          <a:xfrm>
            <a:off x="1113403" y="1064076"/>
            <a:ext cx="9801110" cy="2876474"/>
            <a:chOff x="1113403" y="1064076"/>
            <a:chExt cx="9801110" cy="2876474"/>
          </a:xfrm>
        </p:grpSpPr>
        <p:grpSp>
          <p:nvGrpSpPr>
            <p:cNvPr id="356" name="Group 355">
              <a:extLst>
                <a:ext uri="{FF2B5EF4-FFF2-40B4-BE49-F238E27FC236}">
                  <a16:creationId xmlns:a16="http://schemas.microsoft.com/office/drawing/2014/main" id="{5E8C95F8-7B0C-AE45-8FF2-737D4CDC3B01}"/>
                </a:ext>
              </a:extLst>
            </p:cNvPr>
            <p:cNvGrpSpPr/>
            <p:nvPr/>
          </p:nvGrpSpPr>
          <p:grpSpPr>
            <a:xfrm>
              <a:off x="1113403" y="1064076"/>
              <a:ext cx="9801110" cy="2876474"/>
              <a:chOff x="1426553" y="3694542"/>
              <a:chExt cx="9801110" cy="2876474"/>
            </a:xfrm>
          </p:grpSpPr>
          <p:grpSp>
            <p:nvGrpSpPr>
              <p:cNvPr id="357" name="Group 356">
                <a:extLst>
                  <a:ext uri="{FF2B5EF4-FFF2-40B4-BE49-F238E27FC236}">
                    <a16:creationId xmlns:a16="http://schemas.microsoft.com/office/drawing/2014/main" id="{0A451CF8-BF7F-4D44-A41E-DFD92B55911F}"/>
                  </a:ext>
                </a:extLst>
              </p:cNvPr>
              <p:cNvGrpSpPr/>
              <p:nvPr/>
            </p:nvGrpSpPr>
            <p:grpSpPr>
              <a:xfrm>
                <a:off x="1426553" y="3694542"/>
                <a:ext cx="9249542" cy="2876474"/>
                <a:chOff x="1426553" y="3694542"/>
                <a:chExt cx="9249542" cy="2876474"/>
              </a:xfrm>
            </p:grpSpPr>
            <p:grpSp>
              <p:nvGrpSpPr>
                <p:cNvPr id="375" name="Group 374">
                  <a:extLst>
                    <a:ext uri="{FF2B5EF4-FFF2-40B4-BE49-F238E27FC236}">
                      <a16:creationId xmlns:a16="http://schemas.microsoft.com/office/drawing/2014/main" id="{F970A349-418F-4E41-AA61-FFEE40ECDFB0}"/>
                    </a:ext>
                  </a:extLst>
                </p:cNvPr>
                <p:cNvGrpSpPr/>
                <p:nvPr/>
              </p:nvGrpSpPr>
              <p:grpSpPr>
                <a:xfrm>
                  <a:off x="4625977" y="4850481"/>
                  <a:ext cx="2545688" cy="1720535"/>
                  <a:chOff x="4625977" y="4850481"/>
                  <a:chExt cx="2545688" cy="1720535"/>
                </a:xfrm>
              </p:grpSpPr>
              <p:grpSp>
                <p:nvGrpSpPr>
                  <p:cNvPr id="509" name="Group 508">
                    <a:extLst>
                      <a:ext uri="{FF2B5EF4-FFF2-40B4-BE49-F238E27FC236}">
                        <a16:creationId xmlns:a16="http://schemas.microsoft.com/office/drawing/2014/main" id="{0C9FE3FE-A24D-894D-A22E-F47844E43413}"/>
                      </a:ext>
                    </a:extLst>
                  </p:cNvPr>
                  <p:cNvGrpSpPr/>
                  <p:nvPr/>
                </p:nvGrpSpPr>
                <p:grpSpPr>
                  <a:xfrm>
                    <a:off x="4625977" y="4850481"/>
                    <a:ext cx="2545688" cy="1720535"/>
                    <a:chOff x="-2170772" y="2784954"/>
                    <a:chExt cx="2712783" cy="1853712"/>
                  </a:xfrm>
                </p:grpSpPr>
                <p:sp>
                  <p:nvSpPr>
                    <p:cNvPr id="511" name="Freeform 2">
                      <a:extLst>
                        <a:ext uri="{FF2B5EF4-FFF2-40B4-BE49-F238E27FC236}">
                          <a16:creationId xmlns:a16="http://schemas.microsoft.com/office/drawing/2014/main" id="{016A1667-F58D-654E-A107-D60F5494527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512" name="Group 511">
                      <a:extLst>
                        <a:ext uri="{FF2B5EF4-FFF2-40B4-BE49-F238E27FC236}">
                          <a16:creationId xmlns:a16="http://schemas.microsoft.com/office/drawing/2014/main" id="{44AABC2A-53FF-EF4C-BC04-E89F477E4CD6}"/>
                        </a:ext>
                      </a:extLst>
                    </p:cNvPr>
                    <p:cNvGrpSpPr/>
                    <p:nvPr/>
                  </p:nvGrpSpPr>
                  <p:grpSpPr>
                    <a:xfrm>
                      <a:off x="-1935370" y="2935816"/>
                      <a:ext cx="2333625" cy="1590649"/>
                      <a:chOff x="833331" y="2873352"/>
                      <a:chExt cx="2333625" cy="1590649"/>
                    </a:xfrm>
                  </p:grpSpPr>
                  <p:grpSp>
                    <p:nvGrpSpPr>
                      <p:cNvPr id="513" name="Group 512">
                        <a:extLst>
                          <a:ext uri="{FF2B5EF4-FFF2-40B4-BE49-F238E27FC236}">
                            <a16:creationId xmlns:a16="http://schemas.microsoft.com/office/drawing/2014/main" id="{42AF9E26-B2A8-DC47-AB56-C4444313A6D8}"/>
                          </a:ext>
                        </a:extLst>
                      </p:cNvPr>
                      <p:cNvGrpSpPr/>
                      <p:nvPr/>
                    </p:nvGrpSpPr>
                    <p:grpSpPr>
                      <a:xfrm>
                        <a:off x="1736090" y="2873352"/>
                        <a:ext cx="565150" cy="369332"/>
                        <a:chOff x="1736090" y="2873352"/>
                        <a:chExt cx="565150" cy="369332"/>
                      </a:xfrm>
                    </p:grpSpPr>
                    <p:grpSp>
                      <p:nvGrpSpPr>
                        <p:cNvPr id="559" name="Group 327">
                          <a:extLst>
                            <a:ext uri="{FF2B5EF4-FFF2-40B4-BE49-F238E27FC236}">
                              <a16:creationId xmlns:a16="http://schemas.microsoft.com/office/drawing/2014/main" id="{B2651D17-134F-7C41-A454-18C3536D6950}"/>
                            </a:ext>
                          </a:extLst>
                        </p:cNvPr>
                        <p:cNvGrpSpPr>
                          <a:grpSpLocks/>
                        </p:cNvGrpSpPr>
                        <p:nvPr/>
                      </p:nvGrpSpPr>
                      <p:grpSpPr bwMode="auto">
                        <a:xfrm>
                          <a:off x="1736090" y="2893762"/>
                          <a:ext cx="565150" cy="292100"/>
                          <a:chOff x="1871277" y="1576300"/>
                          <a:chExt cx="1128371" cy="437861"/>
                        </a:xfrm>
                      </p:grpSpPr>
                      <p:sp>
                        <p:nvSpPr>
                          <p:cNvPr id="563" name="Oval 562">
                            <a:extLst>
                              <a:ext uri="{FF2B5EF4-FFF2-40B4-BE49-F238E27FC236}">
                                <a16:creationId xmlns:a16="http://schemas.microsoft.com/office/drawing/2014/main" id="{81D3716B-D087-834C-A6F7-F26A40F4DE4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4" name="Rectangle 563">
                            <a:extLst>
                              <a:ext uri="{FF2B5EF4-FFF2-40B4-BE49-F238E27FC236}">
                                <a16:creationId xmlns:a16="http://schemas.microsoft.com/office/drawing/2014/main" id="{13F26CC8-2D1B-9641-AAD0-7C844C8488A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5" name="Oval 564">
                            <a:extLst>
                              <a:ext uri="{FF2B5EF4-FFF2-40B4-BE49-F238E27FC236}">
                                <a16:creationId xmlns:a16="http://schemas.microsoft.com/office/drawing/2014/main" id="{4527F589-3947-6543-BF37-FE188711458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6" name="Freeform 565">
                            <a:extLst>
                              <a:ext uri="{FF2B5EF4-FFF2-40B4-BE49-F238E27FC236}">
                                <a16:creationId xmlns:a16="http://schemas.microsoft.com/office/drawing/2014/main" id="{69214495-72A1-3D4E-8277-1590777C2E1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7" name="Freeform 566">
                            <a:extLst>
                              <a:ext uri="{FF2B5EF4-FFF2-40B4-BE49-F238E27FC236}">
                                <a16:creationId xmlns:a16="http://schemas.microsoft.com/office/drawing/2014/main" id="{FA34739F-7785-904A-91D7-6AAE7B343DA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8" name="Freeform 567">
                            <a:extLst>
                              <a:ext uri="{FF2B5EF4-FFF2-40B4-BE49-F238E27FC236}">
                                <a16:creationId xmlns:a16="http://schemas.microsoft.com/office/drawing/2014/main" id="{08C1BAB0-BEC6-D245-A60D-07387DB865A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9" name="Freeform 568">
                            <a:extLst>
                              <a:ext uri="{FF2B5EF4-FFF2-40B4-BE49-F238E27FC236}">
                                <a16:creationId xmlns:a16="http://schemas.microsoft.com/office/drawing/2014/main" id="{D7F49E55-8034-8742-8472-7D0077FE19E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70" name="Straight Connector 569">
                            <a:extLst>
                              <a:ext uri="{FF2B5EF4-FFF2-40B4-BE49-F238E27FC236}">
                                <a16:creationId xmlns:a16="http://schemas.microsoft.com/office/drawing/2014/main" id="{073D7C33-2AC1-784F-A285-B683AEF9AE76}"/>
                              </a:ext>
                            </a:extLst>
                          </p:cNvPr>
                          <p:cNvCxnSpPr>
                            <a:cxnSpLocks/>
                            <a:endCxn id="56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71" name="Straight Connector 570">
                            <a:extLst>
                              <a:ext uri="{FF2B5EF4-FFF2-40B4-BE49-F238E27FC236}">
                                <a16:creationId xmlns:a16="http://schemas.microsoft.com/office/drawing/2014/main" id="{5FEE905D-B09A-B448-B0BC-D0B7F043718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60" name="Group 559">
                          <a:extLst>
                            <a:ext uri="{FF2B5EF4-FFF2-40B4-BE49-F238E27FC236}">
                              <a16:creationId xmlns:a16="http://schemas.microsoft.com/office/drawing/2014/main" id="{A3E0F0AA-FB05-D342-AFA8-09D7D632A6A2}"/>
                            </a:ext>
                          </a:extLst>
                        </p:cNvPr>
                        <p:cNvGrpSpPr/>
                        <p:nvPr/>
                      </p:nvGrpSpPr>
                      <p:grpSpPr>
                        <a:xfrm>
                          <a:off x="1770362" y="2873352"/>
                          <a:ext cx="441422" cy="369332"/>
                          <a:chOff x="667045" y="1708643"/>
                          <a:chExt cx="441422" cy="369332"/>
                        </a:xfrm>
                      </p:grpSpPr>
                      <p:sp>
                        <p:nvSpPr>
                          <p:cNvPr id="561" name="Oval 560">
                            <a:extLst>
                              <a:ext uri="{FF2B5EF4-FFF2-40B4-BE49-F238E27FC236}">
                                <a16:creationId xmlns:a16="http://schemas.microsoft.com/office/drawing/2014/main" id="{3C93E73B-53BE-4C47-86B5-DD9DAB0CC74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2" name="TextBox 561">
                            <a:extLst>
                              <a:ext uri="{FF2B5EF4-FFF2-40B4-BE49-F238E27FC236}">
                                <a16:creationId xmlns:a16="http://schemas.microsoft.com/office/drawing/2014/main" id="{A65FA9FA-4EC6-DD46-A5A0-21BBF6B6914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514" name="Group 513">
                        <a:extLst>
                          <a:ext uri="{FF2B5EF4-FFF2-40B4-BE49-F238E27FC236}">
                            <a16:creationId xmlns:a16="http://schemas.microsoft.com/office/drawing/2014/main" id="{50429747-57EE-4F42-97FA-CEA2BF951193}"/>
                          </a:ext>
                        </a:extLst>
                      </p:cNvPr>
                      <p:cNvGrpSpPr/>
                      <p:nvPr/>
                    </p:nvGrpSpPr>
                    <p:grpSpPr>
                      <a:xfrm>
                        <a:off x="1740320" y="4094669"/>
                        <a:ext cx="565150" cy="369332"/>
                        <a:chOff x="1736090" y="2873352"/>
                        <a:chExt cx="565150" cy="369332"/>
                      </a:xfrm>
                    </p:grpSpPr>
                    <p:grpSp>
                      <p:nvGrpSpPr>
                        <p:cNvPr id="546" name="Group 327">
                          <a:extLst>
                            <a:ext uri="{FF2B5EF4-FFF2-40B4-BE49-F238E27FC236}">
                              <a16:creationId xmlns:a16="http://schemas.microsoft.com/office/drawing/2014/main" id="{A536345E-51CD-834E-A0E8-89E5B9E9F86B}"/>
                            </a:ext>
                          </a:extLst>
                        </p:cNvPr>
                        <p:cNvGrpSpPr>
                          <a:grpSpLocks/>
                        </p:cNvGrpSpPr>
                        <p:nvPr/>
                      </p:nvGrpSpPr>
                      <p:grpSpPr bwMode="auto">
                        <a:xfrm>
                          <a:off x="1736090" y="2893762"/>
                          <a:ext cx="565150" cy="292100"/>
                          <a:chOff x="1871277" y="1576300"/>
                          <a:chExt cx="1128371" cy="437861"/>
                        </a:xfrm>
                      </p:grpSpPr>
                      <p:sp>
                        <p:nvSpPr>
                          <p:cNvPr id="550" name="Oval 549">
                            <a:extLst>
                              <a:ext uri="{FF2B5EF4-FFF2-40B4-BE49-F238E27FC236}">
                                <a16:creationId xmlns:a16="http://schemas.microsoft.com/office/drawing/2014/main" id="{B8D29417-1B63-AA46-9A7E-C51D4C1B11A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1" name="Rectangle 550">
                            <a:extLst>
                              <a:ext uri="{FF2B5EF4-FFF2-40B4-BE49-F238E27FC236}">
                                <a16:creationId xmlns:a16="http://schemas.microsoft.com/office/drawing/2014/main" id="{9C6CDDD5-00DE-AB4D-B974-9E0D049F5A2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2" name="Oval 551">
                            <a:extLst>
                              <a:ext uri="{FF2B5EF4-FFF2-40B4-BE49-F238E27FC236}">
                                <a16:creationId xmlns:a16="http://schemas.microsoft.com/office/drawing/2014/main" id="{0ABD4266-725C-F441-B6B3-1F91F88CA72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3" name="Freeform 552">
                            <a:extLst>
                              <a:ext uri="{FF2B5EF4-FFF2-40B4-BE49-F238E27FC236}">
                                <a16:creationId xmlns:a16="http://schemas.microsoft.com/office/drawing/2014/main" id="{2F208CEC-0496-AB4C-AD63-40561F051B1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4" name="Freeform 553">
                            <a:extLst>
                              <a:ext uri="{FF2B5EF4-FFF2-40B4-BE49-F238E27FC236}">
                                <a16:creationId xmlns:a16="http://schemas.microsoft.com/office/drawing/2014/main" id="{D2FB1508-1203-3343-A69B-59985BCA02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5" name="Freeform 554">
                            <a:extLst>
                              <a:ext uri="{FF2B5EF4-FFF2-40B4-BE49-F238E27FC236}">
                                <a16:creationId xmlns:a16="http://schemas.microsoft.com/office/drawing/2014/main" id="{38F03371-FC38-2441-ABD6-0CF48B08714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6" name="Freeform 555">
                            <a:extLst>
                              <a:ext uri="{FF2B5EF4-FFF2-40B4-BE49-F238E27FC236}">
                                <a16:creationId xmlns:a16="http://schemas.microsoft.com/office/drawing/2014/main" id="{80F205FF-90D5-2E4D-A442-5EE9CCEF123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57" name="Straight Connector 556">
                            <a:extLst>
                              <a:ext uri="{FF2B5EF4-FFF2-40B4-BE49-F238E27FC236}">
                                <a16:creationId xmlns:a16="http://schemas.microsoft.com/office/drawing/2014/main" id="{075C28BF-5135-0141-8C80-85DD6D39B93D}"/>
                              </a:ext>
                            </a:extLst>
                          </p:cNvPr>
                          <p:cNvCxnSpPr>
                            <a:cxnSpLocks/>
                            <a:endCxn id="55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58" name="Straight Connector 557">
                            <a:extLst>
                              <a:ext uri="{FF2B5EF4-FFF2-40B4-BE49-F238E27FC236}">
                                <a16:creationId xmlns:a16="http://schemas.microsoft.com/office/drawing/2014/main" id="{E410C2EB-D29D-E144-B280-458AE306412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47" name="Group 546">
                          <a:extLst>
                            <a:ext uri="{FF2B5EF4-FFF2-40B4-BE49-F238E27FC236}">
                              <a16:creationId xmlns:a16="http://schemas.microsoft.com/office/drawing/2014/main" id="{6176E4A3-EF88-8540-AE96-4DD527DA7E8D}"/>
                            </a:ext>
                          </a:extLst>
                        </p:cNvPr>
                        <p:cNvGrpSpPr/>
                        <p:nvPr/>
                      </p:nvGrpSpPr>
                      <p:grpSpPr>
                        <a:xfrm>
                          <a:off x="1770362" y="2873352"/>
                          <a:ext cx="441422" cy="369332"/>
                          <a:chOff x="667045" y="1708643"/>
                          <a:chExt cx="441422" cy="369332"/>
                        </a:xfrm>
                      </p:grpSpPr>
                      <p:sp>
                        <p:nvSpPr>
                          <p:cNvPr id="548" name="Oval 547">
                            <a:extLst>
                              <a:ext uri="{FF2B5EF4-FFF2-40B4-BE49-F238E27FC236}">
                                <a16:creationId xmlns:a16="http://schemas.microsoft.com/office/drawing/2014/main" id="{C3117250-2456-0646-AB43-ADCE1F33911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9" name="TextBox 548">
                            <a:extLst>
                              <a:ext uri="{FF2B5EF4-FFF2-40B4-BE49-F238E27FC236}">
                                <a16:creationId xmlns:a16="http://schemas.microsoft.com/office/drawing/2014/main" id="{E047A69C-7403-DF4E-A1A7-624D22C211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515" name="Group 514">
                        <a:extLst>
                          <a:ext uri="{FF2B5EF4-FFF2-40B4-BE49-F238E27FC236}">
                            <a16:creationId xmlns:a16="http://schemas.microsoft.com/office/drawing/2014/main" id="{FC0279C2-7FD0-B74B-B64D-2FF299FBEDE5}"/>
                          </a:ext>
                        </a:extLst>
                      </p:cNvPr>
                      <p:cNvGrpSpPr/>
                      <p:nvPr/>
                    </p:nvGrpSpPr>
                    <p:grpSpPr>
                      <a:xfrm>
                        <a:off x="2601806" y="3485072"/>
                        <a:ext cx="565150" cy="369332"/>
                        <a:chOff x="1736090" y="2873352"/>
                        <a:chExt cx="565150" cy="369332"/>
                      </a:xfrm>
                    </p:grpSpPr>
                    <p:grpSp>
                      <p:nvGrpSpPr>
                        <p:cNvPr id="533" name="Group 327">
                          <a:extLst>
                            <a:ext uri="{FF2B5EF4-FFF2-40B4-BE49-F238E27FC236}">
                              <a16:creationId xmlns:a16="http://schemas.microsoft.com/office/drawing/2014/main" id="{F948C3A4-3265-BA42-969F-C7E69AFDF7E4}"/>
                            </a:ext>
                          </a:extLst>
                        </p:cNvPr>
                        <p:cNvGrpSpPr>
                          <a:grpSpLocks/>
                        </p:cNvGrpSpPr>
                        <p:nvPr/>
                      </p:nvGrpSpPr>
                      <p:grpSpPr bwMode="auto">
                        <a:xfrm>
                          <a:off x="1736090" y="2893762"/>
                          <a:ext cx="565150" cy="292100"/>
                          <a:chOff x="1871277" y="1576300"/>
                          <a:chExt cx="1128371" cy="437861"/>
                        </a:xfrm>
                      </p:grpSpPr>
                      <p:sp>
                        <p:nvSpPr>
                          <p:cNvPr id="537" name="Oval 536">
                            <a:extLst>
                              <a:ext uri="{FF2B5EF4-FFF2-40B4-BE49-F238E27FC236}">
                                <a16:creationId xmlns:a16="http://schemas.microsoft.com/office/drawing/2014/main" id="{1D795A91-7837-7F44-8B1F-C51234B9E5C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8" name="Rectangle 537">
                            <a:extLst>
                              <a:ext uri="{FF2B5EF4-FFF2-40B4-BE49-F238E27FC236}">
                                <a16:creationId xmlns:a16="http://schemas.microsoft.com/office/drawing/2014/main" id="{B706ABA8-AA1E-B242-9860-E06E1C4300F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9" name="Oval 538">
                            <a:extLst>
                              <a:ext uri="{FF2B5EF4-FFF2-40B4-BE49-F238E27FC236}">
                                <a16:creationId xmlns:a16="http://schemas.microsoft.com/office/drawing/2014/main" id="{27FA3B8E-0B4D-7243-A3A4-F127623D38F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0" name="Freeform 539">
                            <a:extLst>
                              <a:ext uri="{FF2B5EF4-FFF2-40B4-BE49-F238E27FC236}">
                                <a16:creationId xmlns:a16="http://schemas.microsoft.com/office/drawing/2014/main" id="{5993A5CA-41C7-3742-94CC-9CABF7DA17C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1" name="Freeform 540">
                            <a:extLst>
                              <a:ext uri="{FF2B5EF4-FFF2-40B4-BE49-F238E27FC236}">
                                <a16:creationId xmlns:a16="http://schemas.microsoft.com/office/drawing/2014/main" id="{32DFB537-8A90-1446-B40C-54BC340411E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2" name="Freeform 541">
                            <a:extLst>
                              <a:ext uri="{FF2B5EF4-FFF2-40B4-BE49-F238E27FC236}">
                                <a16:creationId xmlns:a16="http://schemas.microsoft.com/office/drawing/2014/main" id="{3E8B8B41-0D5A-C640-8D93-5004F9D3824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3" name="Freeform 542">
                            <a:extLst>
                              <a:ext uri="{FF2B5EF4-FFF2-40B4-BE49-F238E27FC236}">
                                <a16:creationId xmlns:a16="http://schemas.microsoft.com/office/drawing/2014/main" id="{86C81773-EA1F-AF4D-B700-C7A9FDF0282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44" name="Straight Connector 543">
                            <a:extLst>
                              <a:ext uri="{FF2B5EF4-FFF2-40B4-BE49-F238E27FC236}">
                                <a16:creationId xmlns:a16="http://schemas.microsoft.com/office/drawing/2014/main" id="{15346C86-E76A-1E47-8035-0352885F09C1}"/>
                              </a:ext>
                            </a:extLst>
                          </p:cNvPr>
                          <p:cNvCxnSpPr>
                            <a:cxnSpLocks/>
                            <a:endCxn id="53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45" name="Straight Connector 544">
                            <a:extLst>
                              <a:ext uri="{FF2B5EF4-FFF2-40B4-BE49-F238E27FC236}">
                                <a16:creationId xmlns:a16="http://schemas.microsoft.com/office/drawing/2014/main" id="{CAF86B4D-D68C-F747-9FE0-43805F641DF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34" name="Group 533">
                          <a:extLst>
                            <a:ext uri="{FF2B5EF4-FFF2-40B4-BE49-F238E27FC236}">
                              <a16:creationId xmlns:a16="http://schemas.microsoft.com/office/drawing/2014/main" id="{E37EFE80-9F97-0844-BD93-2E44A9B2D0E6}"/>
                            </a:ext>
                          </a:extLst>
                        </p:cNvPr>
                        <p:cNvGrpSpPr/>
                        <p:nvPr/>
                      </p:nvGrpSpPr>
                      <p:grpSpPr>
                        <a:xfrm>
                          <a:off x="1770362" y="2873352"/>
                          <a:ext cx="428460" cy="369332"/>
                          <a:chOff x="667045" y="1708643"/>
                          <a:chExt cx="428460" cy="369332"/>
                        </a:xfrm>
                      </p:grpSpPr>
                      <p:sp>
                        <p:nvSpPr>
                          <p:cNvPr id="535" name="Oval 534">
                            <a:extLst>
                              <a:ext uri="{FF2B5EF4-FFF2-40B4-BE49-F238E27FC236}">
                                <a16:creationId xmlns:a16="http://schemas.microsoft.com/office/drawing/2014/main" id="{6DD890D1-DF34-A948-ABA3-C837DB2A9F0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6" name="TextBox 535">
                            <a:extLst>
                              <a:ext uri="{FF2B5EF4-FFF2-40B4-BE49-F238E27FC236}">
                                <a16:creationId xmlns:a16="http://schemas.microsoft.com/office/drawing/2014/main" id="{DF984F8E-69BD-884E-9859-C44ECEF41BA5}"/>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516" name="Group 515">
                        <a:extLst>
                          <a:ext uri="{FF2B5EF4-FFF2-40B4-BE49-F238E27FC236}">
                            <a16:creationId xmlns:a16="http://schemas.microsoft.com/office/drawing/2014/main" id="{20274897-8FE7-1941-BF44-1DE7F1B52F39}"/>
                          </a:ext>
                        </a:extLst>
                      </p:cNvPr>
                      <p:cNvGrpSpPr/>
                      <p:nvPr/>
                    </p:nvGrpSpPr>
                    <p:grpSpPr>
                      <a:xfrm>
                        <a:off x="833331" y="3478719"/>
                        <a:ext cx="565150" cy="369332"/>
                        <a:chOff x="1736090" y="2873352"/>
                        <a:chExt cx="565150" cy="369332"/>
                      </a:xfrm>
                    </p:grpSpPr>
                    <p:grpSp>
                      <p:nvGrpSpPr>
                        <p:cNvPr id="520" name="Group 327">
                          <a:extLst>
                            <a:ext uri="{FF2B5EF4-FFF2-40B4-BE49-F238E27FC236}">
                              <a16:creationId xmlns:a16="http://schemas.microsoft.com/office/drawing/2014/main" id="{C7F49367-3026-BC4F-A11B-0264CDD2A41A}"/>
                            </a:ext>
                          </a:extLst>
                        </p:cNvPr>
                        <p:cNvGrpSpPr>
                          <a:grpSpLocks/>
                        </p:cNvGrpSpPr>
                        <p:nvPr/>
                      </p:nvGrpSpPr>
                      <p:grpSpPr bwMode="auto">
                        <a:xfrm>
                          <a:off x="1736090" y="2893762"/>
                          <a:ext cx="565150" cy="292100"/>
                          <a:chOff x="1871277" y="1576300"/>
                          <a:chExt cx="1128371" cy="437861"/>
                        </a:xfrm>
                      </p:grpSpPr>
                      <p:sp>
                        <p:nvSpPr>
                          <p:cNvPr id="524" name="Oval 523">
                            <a:extLst>
                              <a:ext uri="{FF2B5EF4-FFF2-40B4-BE49-F238E27FC236}">
                                <a16:creationId xmlns:a16="http://schemas.microsoft.com/office/drawing/2014/main" id="{9E51182E-FDBD-B243-926F-E43F220EB5B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5" name="Rectangle 524">
                            <a:extLst>
                              <a:ext uri="{FF2B5EF4-FFF2-40B4-BE49-F238E27FC236}">
                                <a16:creationId xmlns:a16="http://schemas.microsoft.com/office/drawing/2014/main" id="{D0D4111A-AB32-9146-97FF-617E35EDF21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6" name="Oval 525">
                            <a:extLst>
                              <a:ext uri="{FF2B5EF4-FFF2-40B4-BE49-F238E27FC236}">
                                <a16:creationId xmlns:a16="http://schemas.microsoft.com/office/drawing/2014/main" id="{B373851A-F2F3-2D4E-B660-2E4CD9D5491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7" name="Freeform 526">
                            <a:extLst>
                              <a:ext uri="{FF2B5EF4-FFF2-40B4-BE49-F238E27FC236}">
                                <a16:creationId xmlns:a16="http://schemas.microsoft.com/office/drawing/2014/main" id="{3DADCA02-998A-D44A-8F8C-9A3DEE2B74B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8" name="Freeform 527">
                            <a:extLst>
                              <a:ext uri="{FF2B5EF4-FFF2-40B4-BE49-F238E27FC236}">
                                <a16:creationId xmlns:a16="http://schemas.microsoft.com/office/drawing/2014/main" id="{C90C008E-75B3-D143-B094-BA9CBCE5797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9" name="Freeform 528">
                            <a:extLst>
                              <a:ext uri="{FF2B5EF4-FFF2-40B4-BE49-F238E27FC236}">
                                <a16:creationId xmlns:a16="http://schemas.microsoft.com/office/drawing/2014/main" id="{648326CE-C060-D341-B3E6-FC9CC0DD40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0" name="Freeform 529">
                            <a:extLst>
                              <a:ext uri="{FF2B5EF4-FFF2-40B4-BE49-F238E27FC236}">
                                <a16:creationId xmlns:a16="http://schemas.microsoft.com/office/drawing/2014/main" id="{8EE44440-6746-8C44-97CB-CDF8DD7E26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31" name="Straight Connector 530">
                            <a:extLst>
                              <a:ext uri="{FF2B5EF4-FFF2-40B4-BE49-F238E27FC236}">
                                <a16:creationId xmlns:a16="http://schemas.microsoft.com/office/drawing/2014/main" id="{FE62CAB4-B1C2-AD49-A340-2EA4788D06DD}"/>
                              </a:ext>
                            </a:extLst>
                          </p:cNvPr>
                          <p:cNvCxnSpPr>
                            <a:cxnSpLocks/>
                            <a:endCxn id="52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32" name="Straight Connector 531">
                            <a:extLst>
                              <a:ext uri="{FF2B5EF4-FFF2-40B4-BE49-F238E27FC236}">
                                <a16:creationId xmlns:a16="http://schemas.microsoft.com/office/drawing/2014/main" id="{F7364D87-B2B7-3643-9F82-4BF3CE371FE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21" name="Group 520">
                          <a:extLst>
                            <a:ext uri="{FF2B5EF4-FFF2-40B4-BE49-F238E27FC236}">
                              <a16:creationId xmlns:a16="http://schemas.microsoft.com/office/drawing/2014/main" id="{8ECC9CBE-DF63-5A40-86DE-E2E9BD937840}"/>
                            </a:ext>
                          </a:extLst>
                        </p:cNvPr>
                        <p:cNvGrpSpPr/>
                        <p:nvPr/>
                      </p:nvGrpSpPr>
                      <p:grpSpPr>
                        <a:xfrm>
                          <a:off x="1770362" y="2873352"/>
                          <a:ext cx="441422" cy="369332"/>
                          <a:chOff x="667045" y="1708643"/>
                          <a:chExt cx="441422" cy="369332"/>
                        </a:xfrm>
                      </p:grpSpPr>
                      <p:sp>
                        <p:nvSpPr>
                          <p:cNvPr id="522" name="Oval 521">
                            <a:extLst>
                              <a:ext uri="{FF2B5EF4-FFF2-40B4-BE49-F238E27FC236}">
                                <a16:creationId xmlns:a16="http://schemas.microsoft.com/office/drawing/2014/main" id="{0CDEE2F2-8242-8141-9B83-8BE09A32F19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3" name="TextBox 522">
                            <a:extLst>
                              <a:ext uri="{FF2B5EF4-FFF2-40B4-BE49-F238E27FC236}">
                                <a16:creationId xmlns:a16="http://schemas.microsoft.com/office/drawing/2014/main" id="{318D9B16-F131-684E-AE5E-6C1E8B2C5C5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517" name="Straight Connector 516">
                        <a:extLst>
                          <a:ext uri="{FF2B5EF4-FFF2-40B4-BE49-F238E27FC236}">
                            <a16:creationId xmlns:a16="http://schemas.microsoft.com/office/drawing/2014/main" id="{9043E748-587D-0D4D-9B1C-0477F0F2BAA3}"/>
                          </a:ext>
                        </a:extLst>
                      </p:cNvPr>
                      <p:cNvCxnSpPr>
                        <a:cxnSpLocks/>
                        <a:stCxn id="56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8" name="Straight Connector 517">
                        <a:extLst>
                          <a:ext uri="{FF2B5EF4-FFF2-40B4-BE49-F238E27FC236}">
                            <a16:creationId xmlns:a16="http://schemas.microsoft.com/office/drawing/2014/main" id="{05B9B5D8-C17A-F544-868C-A61D71295632}"/>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9" name="Straight Connector 518">
                        <a:extLst>
                          <a:ext uri="{FF2B5EF4-FFF2-40B4-BE49-F238E27FC236}">
                            <a16:creationId xmlns:a16="http://schemas.microsoft.com/office/drawing/2014/main" id="{881DF9FC-4E33-134B-B4FA-1799254C2509}"/>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510" name="TextBox 509">
                    <a:extLst>
                      <a:ext uri="{FF2B5EF4-FFF2-40B4-BE49-F238E27FC236}">
                        <a16:creationId xmlns:a16="http://schemas.microsoft.com/office/drawing/2014/main" id="{26352676-76E7-5047-BF1E-B8AED459D93D}"/>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376" name="Group 375">
                  <a:extLst>
                    <a:ext uri="{FF2B5EF4-FFF2-40B4-BE49-F238E27FC236}">
                      <a16:creationId xmlns:a16="http://schemas.microsoft.com/office/drawing/2014/main" id="{D52910EB-6DF4-A345-B018-76354C869296}"/>
                    </a:ext>
                  </a:extLst>
                </p:cNvPr>
                <p:cNvGrpSpPr/>
                <p:nvPr/>
              </p:nvGrpSpPr>
              <p:grpSpPr>
                <a:xfrm>
                  <a:off x="8100574" y="3694542"/>
                  <a:ext cx="2575521" cy="1672516"/>
                  <a:chOff x="8100574" y="3694542"/>
                  <a:chExt cx="2575521" cy="1672516"/>
                </a:xfrm>
              </p:grpSpPr>
              <p:sp>
                <p:nvSpPr>
                  <p:cNvPr id="444" name="Freeform 2">
                    <a:extLst>
                      <a:ext uri="{FF2B5EF4-FFF2-40B4-BE49-F238E27FC236}">
                        <a16:creationId xmlns:a16="http://schemas.microsoft.com/office/drawing/2014/main" id="{7F9B141F-5ED9-D74E-B5A0-FE8BB0EB3599}"/>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445" name="Group 444">
                    <a:extLst>
                      <a:ext uri="{FF2B5EF4-FFF2-40B4-BE49-F238E27FC236}">
                        <a16:creationId xmlns:a16="http://schemas.microsoft.com/office/drawing/2014/main" id="{D1B99423-64AD-B947-8422-98F732C26FB9}"/>
                      </a:ext>
                    </a:extLst>
                  </p:cNvPr>
                  <p:cNvGrpSpPr/>
                  <p:nvPr/>
                </p:nvGrpSpPr>
                <p:grpSpPr>
                  <a:xfrm>
                    <a:off x="8136838" y="3735782"/>
                    <a:ext cx="2402775" cy="1530043"/>
                    <a:chOff x="8136838" y="3735782"/>
                    <a:chExt cx="2402775" cy="1530043"/>
                  </a:xfrm>
                </p:grpSpPr>
                <p:grpSp>
                  <p:nvGrpSpPr>
                    <p:cNvPr id="446" name="Group 445">
                      <a:extLst>
                        <a:ext uri="{FF2B5EF4-FFF2-40B4-BE49-F238E27FC236}">
                          <a16:creationId xmlns:a16="http://schemas.microsoft.com/office/drawing/2014/main" id="{72A7E1F7-E846-3147-AA53-CF1D84DD87C4}"/>
                        </a:ext>
                      </a:extLst>
                    </p:cNvPr>
                    <p:cNvGrpSpPr/>
                    <p:nvPr/>
                  </p:nvGrpSpPr>
                  <p:grpSpPr>
                    <a:xfrm>
                      <a:off x="8324065" y="3830658"/>
                      <a:ext cx="2215548" cy="1435167"/>
                      <a:chOff x="833331" y="2873352"/>
                      <a:chExt cx="2333625" cy="1590649"/>
                    </a:xfrm>
                  </p:grpSpPr>
                  <p:grpSp>
                    <p:nvGrpSpPr>
                      <p:cNvPr id="448" name="Group 447">
                        <a:extLst>
                          <a:ext uri="{FF2B5EF4-FFF2-40B4-BE49-F238E27FC236}">
                            <a16:creationId xmlns:a16="http://schemas.microsoft.com/office/drawing/2014/main" id="{AF49ADF0-6850-0A43-A5CE-5ACE79889D92}"/>
                          </a:ext>
                        </a:extLst>
                      </p:cNvPr>
                      <p:cNvGrpSpPr/>
                      <p:nvPr/>
                    </p:nvGrpSpPr>
                    <p:grpSpPr>
                      <a:xfrm>
                        <a:off x="1736090" y="2873352"/>
                        <a:ext cx="565150" cy="369332"/>
                        <a:chOff x="1736090" y="2873352"/>
                        <a:chExt cx="565150" cy="369332"/>
                      </a:xfrm>
                    </p:grpSpPr>
                    <p:grpSp>
                      <p:nvGrpSpPr>
                        <p:cNvPr id="496" name="Group 327">
                          <a:extLst>
                            <a:ext uri="{FF2B5EF4-FFF2-40B4-BE49-F238E27FC236}">
                              <a16:creationId xmlns:a16="http://schemas.microsoft.com/office/drawing/2014/main" id="{FF88E2DF-E2E4-3347-A865-D1B335201367}"/>
                            </a:ext>
                          </a:extLst>
                        </p:cNvPr>
                        <p:cNvGrpSpPr>
                          <a:grpSpLocks/>
                        </p:cNvGrpSpPr>
                        <p:nvPr/>
                      </p:nvGrpSpPr>
                      <p:grpSpPr bwMode="auto">
                        <a:xfrm>
                          <a:off x="1736090" y="2893762"/>
                          <a:ext cx="565150" cy="292100"/>
                          <a:chOff x="1871277" y="1576300"/>
                          <a:chExt cx="1128371" cy="437861"/>
                        </a:xfrm>
                      </p:grpSpPr>
                      <p:sp>
                        <p:nvSpPr>
                          <p:cNvPr id="500" name="Oval 499">
                            <a:extLst>
                              <a:ext uri="{FF2B5EF4-FFF2-40B4-BE49-F238E27FC236}">
                                <a16:creationId xmlns:a16="http://schemas.microsoft.com/office/drawing/2014/main" id="{F51867D5-088D-1141-BDDA-0DF96997E1F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1" name="Rectangle 500">
                            <a:extLst>
                              <a:ext uri="{FF2B5EF4-FFF2-40B4-BE49-F238E27FC236}">
                                <a16:creationId xmlns:a16="http://schemas.microsoft.com/office/drawing/2014/main" id="{9EB2A545-9E2E-2D4E-BCBC-74A6D06D42F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Oval 501">
                            <a:extLst>
                              <a:ext uri="{FF2B5EF4-FFF2-40B4-BE49-F238E27FC236}">
                                <a16:creationId xmlns:a16="http://schemas.microsoft.com/office/drawing/2014/main" id="{375E6326-5638-D948-AF4C-5B244F6C67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3" name="Freeform 502">
                            <a:extLst>
                              <a:ext uri="{FF2B5EF4-FFF2-40B4-BE49-F238E27FC236}">
                                <a16:creationId xmlns:a16="http://schemas.microsoft.com/office/drawing/2014/main" id="{8A73FC0C-576A-DA45-AD12-AF0A5503771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4" name="Freeform 503">
                            <a:extLst>
                              <a:ext uri="{FF2B5EF4-FFF2-40B4-BE49-F238E27FC236}">
                                <a16:creationId xmlns:a16="http://schemas.microsoft.com/office/drawing/2014/main" id="{F6DD9D1A-2B6B-3D4A-9962-4ABB842FAB6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Freeform 504">
                            <a:extLst>
                              <a:ext uri="{FF2B5EF4-FFF2-40B4-BE49-F238E27FC236}">
                                <a16:creationId xmlns:a16="http://schemas.microsoft.com/office/drawing/2014/main" id="{AC2C32F0-D575-744F-BB94-26AF3779C1D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7BE6460D-2974-684B-9BBA-CDE242AE328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07" name="Straight Connector 506">
                            <a:extLst>
                              <a:ext uri="{FF2B5EF4-FFF2-40B4-BE49-F238E27FC236}">
                                <a16:creationId xmlns:a16="http://schemas.microsoft.com/office/drawing/2014/main" id="{4DFA001C-CD4C-9D4A-BCF7-EB9E9094C4D9}"/>
                              </a:ext>
                            </a:extLst>
                          </p:cNvPr>
                          <p:cNvCxnSpPr>
                            <a:cxnSpLocks/>
                            <a:endCxn id="50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08" name="Straight Connector 507">
                            <a:extLst>
                              <a:ext uri="{FF2B5EF4-FFF2-40B4-BE49-F238E27FC236}">
                                <a16:creationId xmlns:a16="http://schemas.microsoft.com/office/drawing/2014/main" id="{21C1F585-9089-CD48-AAF8-8B25080D308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7" name="Group 496">
                          <a:extLst>
                            <a:ext uri="{FF2B5EF4-FFF2-40B4-BE49-F238E27FC236}">
                              <a16:creationId xmlns:a16="http://schemas.microsoft.com/office/drawing/2014/main" id="{013A9D3F-66C6-5646-B65B-07D59E2B508D}"/>
                            </a:ext>
                          </a:extLst>
                        </p:cNvPr>
                        <p:cNvGrpSpPr/>
                        <p:nvPr/>
                      </p:nvGrpSpPr>
                      <p:grpSpPr>
                        <a:xfrm>
                          <a:off x="1770362" y="2873352"/>
                          <a:ext cx="441422" cy="369332"/>
                          <a:chOff x="667045" y="1708643"/>
                          <a:chExt cx="441422" cy="369332"/>
                        </a:xfrm>
                      </p:grpSpPr>
                      <p:sp>
                        <p:nvSpPr>
                          <p:cNvPr id="498" name="Oval 497">
                            <a:extLst>
                              <a:ext uri="{FF2B5EF4-FFF2-40B4-BE49-F238E27FC236}">
                                <a16:creationId xmlns:a16="http://schemas.microsoft.com/office/drawing/2014/main" id="{A588D1D2-2231-6B4F-A3C7-ADA7F2CBC0D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9" name="TextBox 498">
                            <a:extLst>
                              <a:ext uri="{FF2B5EF4-FFF2-40B4-BE49-F238E27FC236}">
                                <a16:creationId xmlns:a16="http://schemas.microsoft.com/office/drawing/2014/main" id="{45B327ED-98AE-A442-88E5-0F179F12891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449" name="Group 448">
                        <a:extLst>
                          <a:ext uri="{FF2B5EF4-FFF2-40B4-BE49-F238E27FC236}">
                            <a16:creationId xmlns:a16="http://schemas.microsoft.com/office/drawing/2014/main" id="{5BA1A9CB-4572-0041-BCD8-760991F2EE1B}"/>
                          </a:ext>
                        </a:extLst>
                      </p:cNvPr>
                      <p:cNvGrpSpPr/>
                      <p:nvPr/>
                    </p:nvGrpSpPr>
                    <p:grpSpPr>
                      <a:xfrm>
                        <a:off x="1740320" y="4094669"/>
                        <a:ext cx="565150" cy="369332"/>
                        <a:chOff x="1736090" y="2873352"/>
                        <a:chExt cx="565150" cy="369332"/>
                      </a:xfrm>
                    </p:grpSpPr>
                    <p:grpSp>
                      <p:nvGrpSpPr>
                        <p:cNvPr id="483" name="Group 327">
                          <a:extLst>
                            <a:ext uri="{FF2B5EF4-FFF2-40B4-BE49-F238E27FC236}">
                              <a16:creationId xmlns:a16="http://schemas.microsoft.com/office/drawing/2014/main" id="{D1877304-D615-C347-B696-1E4EC738AEBE}"/>
                            </a:ext>
                          </a:extLst>
                        </p:cNvPr>
                        <p:cNvGrpSpPr>
                          <a:grpSpLocks/>
                        </p:cNvGrpSpPr>
                        <p:nvPr/>
                      </p:nvGrpSpPr>
                      <p:grpSpPr bwMode="auto">
                        <a:xfrm>
                          <a:off x="1736090" y="2893762"/>
                          <a:ext cx="565150" cy="292100"/>
                          <a:chOff x="1871277" y="1576300"/>
                          <a:chExt cx="1128371" cy="437861"/>
                        </a:xfrm>
                      </p:grpSpPr>
                      <p:sp>
                        <p:nvSpPr>
                          <p:cNvPr id="487" name="Oval 486">
                            <a:extLst>
                              <a:ext uri="{FF2B5EF4-FFF2-40B4-BE49-F238E27FC236}">
                                <a16:creationId xmlns:a16="http://schemas.microsoft.com/office/drawing/2014/main" id="{FCA8E024-D75B-384E-B7DE-7AA5FE622EE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8" name="Rectangle 487">
                            <a:extLst>
                              <a:ext uri="{FF2B5EF4-FFF2-40B4-BE49-F238E27FC236}">
                                <a16:creationId xmlns:a16="http://schemas.microsoft.com/office/drawing/2014/main" id="{1897CA4E-9A6C-1D4E-9C09-D042B4FE2ED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Oval 488">
                            <a:extLst>
                              <a:ext uri="{FF2B5EF4-FFF2-40B4-BE49-F238E27FC236}">
                                <a16:creationId xmlns:a16="http://schemas.microsoft.com/office/drawing/2014/main" id="{3F099347-419A-394D-9F67-D4250F5636E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0" name="Freeform 489">
                            <a:extLst>
                              <a:ext uri="{FF2B5EF4-FFF2-40B4-BE49-F238E27FC236}">
                                <a16:creationId xmlns:a16="http://schemas.microsoft.com/office/drawing/2014/main" id="{C08F2D49-1160-D048-A1C9-03F61662E76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1" name="Freeform 490">
                            <a:extLst>
                              <a:ext uri="{FF2B5EF4-FFF2-40B4-BE49-F238E27FC236}">
                                <a16:creationId xmlns:a16="http://schemas.microsoft.com/office/drawing/2014/main" id="{2D027160-BA02-2C4F-97A9-79D0DE23545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Freeform 491">
                            <a:extLst>
                              <a:ext uri="{FF2B5EF4-FFF2-40B4-BE49-F238E27FC236}">
                                <a16:creationId xmlns:a16="http://schemas.microsoft.com/office/drawing/2014/main" id="{32BA6728-F88C-834C-A843-CEDCFCAE3C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076DA2A8-99C5-1649-A5B8-AA30FDD3E90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4" name="Straight Connector 493">
                            <a:extLst>
                              <a:ext uri="{FF2B5EF4-FFF2-40B4-BE49-F238E27FC236}">
                                <a16:creationId xmlns:a16="http://schemas.microsoft.com/office/drawing/2014/main" id="{EA9EAAD1-1702-AB4D-8E87-C9B32BEEDA17}"/>
                              </a:ext>
                            </a:extLst>
                          </p:cNvPr>
                          <p:cNvCxnSpPr>
                            <a:cxnSpLocks/>
                            <a:endCxn id="48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5" name="Straight Connector 494">
                            <a:extLst>
                              <a:ext uri="{FF2B5EF4-FFF2-40B4-BE49-F238E27FC236}">
                                <a16:creationId xmlns:a16="http://schemas.microsoft.com/office/drawing/2014/main" id="{9CB75121-AE50-0241-BCE4-1BCDA5F5D30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4" name="Group 483">
                          <a:extLst>
                            <a:ext uri="{FF2B5EF4-FFF2-40B4-BE49-F238E27FC236}">
                              <a16:creationId xmlns:a16="http://schemas.microsoft.com/office/drawing/2014/main" id="{3F071658-01EE-2C48-AC20-F60B38FE6422}"/>
                            </a:ext>
                          </a:extLst>
                        </p:cNvPr>
                        <p:cNvGrpSpPr/>
                        <p:nvPr/>
                      </p:nvGrpSpPr>
                      <p:grpSpPr>
                        <a:xfrm>
                          <a:off x="1770362" y="2873352"/>
                          <a:ext cx="441422" cy="369332"/>
                          <a:chOff x="667045" y="1708643"/>
                          <a:chExt cx="441422" cy="369332"/>
                        </a:xfrm>
                      </p:grpSpPr>
                      <p:sp>
                        <p:nvSpPr>
                          <p:cNvPr id="485" name="Oval 484">
                            <a:extLst>
                              <a:ext uri="{FF2B5EF4-FFF2-40B4-BE49-F238E27FC236}">
                                <a16:creationId xmlns:a16="http://schemas.microsoft.com/office/drawing/2014/main" id="{51633682-08D4-3741-8ACB-6CAE184258D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6" name="TextBox 485">
                            <a:extLst>
                              <a:ext uri="{FF2B5EF4-FFF2-40B4-BE49-F238E27FC236}">
                                <a16:creationId xmlns:a16="http://schemas.microsoft.com/office/drawing/2014/main" id="{E3CB6253-020C-2441-8C1C-0D4F587E6E3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450" name="Group 449">
                        <a:extLst>
                          <a:ext uri="{FF2B5EF4-FFF2-40B4-BE49-F238E27FC236}">
                            <a16:creationId xmlns:a16="http://schemas.microsoft.com/office/drawing/2014/main" id="{125DBCFC-7BA2-F144-A0F0-508397DB0188}"/>
                          </a:ext>
                        </a:extLst>
                      </p:cNvPr>
                      <p:cNvGrpSpPr/>
                      <p:nvPr/>
                    </p:nvGrpSpPr>
                    <p:grpSpPr>
                      <a:xfrm>
                        <a:off x="2601806" y="3485072"/>
                        <a:ext cx="565150" cy="369332"/>
                        <a:chOff x="1736090" y="2873352"/>
                        <a:chExt cx="565150" cy="369332"/>
                      </a:xfrm>
                    </p:grpSpPr>
                    <p:grpSp>
                      <p:nvGrpSpPr>
                        <p:cNvPr id="470" name="Group 327">
                          <a:extLst>
                            <a:ext uri="{FF2B5EF4-FFF2-40B4-BE49-F238E27FC236}">
                              <a16:creationId xmlns:a16="http://schemas.microsoft.com/office/drawing/2014/main" id="{34285CF6-D3AC-094E-8607-8E5A25980259}"/>
                            </a:ext>
                          </a:extLst>
                        </p:cNvPr>
                        <p:cNvGrpSpPr>
                          <a:grpSpLocks/>
                        </p:cNvGrpSpPr>
                        <p:nvPr/>
                      </p:nvGrpSpPr>
                      <p:grpSpPr bwMode="auto">
                        <a:xfrm>
                          <a:off x="1736090" y="2893762"/>
                          <a:ext cx="565150" cy="292100"/>
                          <a:chOff x="1871277" y="1576300"/>
                          <a:chExt cx="1128371" cy="437861"/>
                        </a:xfrm>
                      </p:grpSpPr>
                      <p:sp>
                        <p:nvSpPr>
                          <p:cNvPr id="474" name="Oval 473">
                            <a:extLst>
                              <a:ext uri="{FF2B5EF4-FFF2-40B4-BE49-F238E27FC236}">
                                <a16:creationId xmlns:a16="http://schemas.microsoft.com/office/drawing/2014/main" id="{3B349897-1CEA-A94C-A653-306D765FA40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5" name="Rectangle 474">
                            <a:extLst>
                              <a:ext uri="{FF2B5EF4-FFF2-40B4-BE49-F238E27FC236}">
                                <a16:creationId xmlns:a16="http://schemas.microsoft.com/office/drawing/2014/main" id="{F69BAC22-0491-F446-A4FA-4F95C6B0F3D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Oval 475">
                            <a:extLst>
                              <a:ext uri="{FF2B5EF4-FFF2-40B4-BE49-F238E27FC236}">
                                <a16:creationId xmlns:a16="http://schemas.microsoft.com/office/drawing/2014/main" id="{C00F3DA7-8E3F-9547-BE97-F58D95EC59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7" name="Freeform 476">
                            <a:extLst>
                              <a:ext uri="{FF2B5EF4-FFF2-40B4-BE49-F238E27FC236}">
                                <a16:creationId xmlns:a16="http://schemas.microsoft.com/office/drawing/2014/main" id="{BF4644EF-DDFF-8D49-9FD0-2F7B3C29BC6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Freeform 477">
                            <a:extLst>
                              <a:ext uri="{FF2B5EF4-FFF2-40B4-BE49-F238E27FC236}">
                                <a16:creationId xmlns:a16="http://schemas.microsoft.com/office/drawing/2014/main" id="{EECCB299-4CD3-234D-AFCE-A2A331EA13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Freeform 478">
                            <a:extLst>
                              <a:ext uri="{FF2B5EF4-FFF2-40B4-BE49-F238E27FC236}">
                                <a16:creationId xmlns:a16="http://schemas.microsoft.com/office/drawing/2014/main" id="{7540398D-98A6-9A4C-A028-C839F9C9515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11019135-4FCC-0344-AC3D-721648028E4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1" name="Straight Connector 480">
                            <a:extLst>
                              <a:ext uri="{FF2B5EF4-FFF2-40B4-BE49-F238E27FC236}">
                                <a16:creationId xmlns:a16="http://schemas.microsoft.com/office/drawing/2014/main" id="{5C03F5EB-3AFC-4543-B2EB-4052B79EB773}"/>
                              </a:ext>
                            </a:extLst>
                          </p:cNvPr>
                          <p:cNvCxnSpPr>
                            <a:cxnSpLocks/>
                            <a:endCxn id="47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2" name="Straight Connector 481">
                            <a:extLst>
                              <a:ext uri="{FF2B5EF4-FFF2-40B4-BE49-F238E27FC236}">
                                <a16:creationId xmlns:a16="http://schemas.microsoft.com/office/drawing/2014/main" id="{50EEA529-2E3B-0A4B-9DFF-EA2E08C6C05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1" name="Group 470">
                          <a:extLst>
                            <a:ext uri="{FF2B5EF4-FFF2-40B4-BE49-F238E27FC236}">
                              <a16:creationId xmlns:a16="http://schemas.microsoft.com/office/drawing/2014/main" id="{101A36BB-F1C4-5D47-B75D-03B9E2E4054E}"/>
                            </a:ext>
                          </a:extLst>
                        </p:cNvPr>
                        <p:cNvGrpSpPr/>
                        <p:nvPr/>
                      </p:nvGrpSpPr>
                      <p:grpSpPr>
                        <a:xfrm>
                          <a:off x="1770362" y="2873352"/>
                          <a:ext cx="428460" cy="369332"/>
                          <a:chOff x="667045" y="1708643"/>
                          <a:chExt cx="428460" cy="369332"/>
                        </a:xfrm>
                      </p:grpSpPr>
                      <p:sp>
                        <p:nvSpPr>
                          <p:cNvPr id="472" name="Oval 471">
                            <a:extLst>
                              <a:ext uri="{FF2B5EF4-FFF2-40B4-BE49-F238E27FC236}">
                                <a16:creationId xmlns:a16="http://schemas.microsoft.com/office/drawing/2014/main" id="{DDF0E856-753E-FF40-89EE-E40AEF7160C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TextBox 472">
                            <a:extLst>
                              <a:ext uri="{FF2B5EF4-FFF2-40B4-BE49-F238E27FC236}">
                                <a16:creationId xmlns:a16="http://schemas.microsoft.com/office/drawing/2014/main" id="{C4BB44D7-7187-A143-ACE4-AF7AA08F6019}"/>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451" name="Group 450">
                        <a:extLst>
                          <a:ext uri="{FF2B5EF4-FFF2-40B4-BE49-F238E27FC236}">
                            <a16:creationId xmlns:a16="http://schemas.microsoft.com/office/drawing/2014/main" id="{5FF824A3-CA23-7641-9C4D-F4D836BA239C}"/>
                          </a:ext>
                        </a:extLst>
                      </p:cNvPr>
                      <p:cNvGrpSpPr/>
                      <p:nvPr/>
                    </p:nvGrpSpPr>
                    <p:grpSpPr>
                      <a:xfrm>
                        <a:off x="833331" y="3478719"/>
                        <a:ext cx="565150" cy="369332"/>
                        <a:chOff x="1736090" y="2873352"/>
                        <a:chExt cx="565150" cy="369332"/>
                      </a:xfrm>
                    </p:grpSpPr>
                    <p:grpSp>
                      <p:nvGrpSpPr>
                        <p:cNvPr id="457" name="Group 327">
                          <a:extLst>
                            <a:ext uri="{FF2B5EF4-FFF2-40B4-BE49-F238E27FC236}">
                              <a16:creationId xmlns:a16="http://schemas.microsoft.com/office/drawing/2014/main" id="{5D84546C-2908-A44F-86F0-14845830BE8E}"/>
                            </a:ext>
                          </a:extLst>
                        </p:cNvPr>
                        <p:cNvGrpSpPr>
                          <a:grpSpLocks/>
                        </p:cNvGrpSpPr>
                        <p:nvPr/>
                      </p:nvGrpSpPr>
                      <p:grpSpPr bwMode="auto">
                        <a:xfrm>
                          <a:off x="1736090" y="2893762"/>
                          <a:ext cx="565150" cy="292100"/>
                          <a:chOff x="1871277" y="1576300"/>
                          <a:chExt cx="1128371" cy="437861"/>
                        </a:xfrm>
                      </p:grpSpPr>
                      <p:sp>
                        <p:nvSpPr>
                          <p:cNvPr id="461" name="Oval 460">
                            <a:extLst>
                              <a:ext uri="{FF2B5EF4-FFF2-40B4-BE49-F238E27FC236}">
                                <a16:creationId xmlns:a16="http://schemas.microsoft.com/office/drawing/2014/main" id="{2378F29F-8CA4-2546-BAAE-ECF6F0E3705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2" name="Rectangle 461">
                            <a:extLst>
                              <a:ext uri="{FF2B5EF4-FFF2-40B4-BE49-F238E27FC236}">
                                <a16:creationId xmlns:a16="http://schemas.microsoft.com/office/drawing/2014/main" id="{4875D8E7-03DA-A244-B2C1-CE3E3E97339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3" name="Oval 462">
                            <a:extLst>
                              <a:ext uri="{FF2B5EF4-FFF2-40B4-BE49-F238E27FC236}">
                                <a16:creationId xmlns:a16="http://schemas.microsoft.com/office/drawing/2014/main" id="{69C4F070-9AD8-B349-8D3A-A7A5BA73CF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859F95D0-8F88-AF45-A522-FBF8009BB87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5" name="Freeform 464">
                            <a:extLst>
                              <a:ext uri="{FF2B5EF4-FFF2-40B4-BE49-F238E27FC236}">
                                <a16:creationId xmlns:a16="http://schemas.microsoft.com/office/drawing/2014/main" id="{C5D63CE0-DA37-6941-85D1-1E9AF858D12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6" name="Freeform 465">
                            <a:extLst>
                              <a:ext uri="{FF2B5EF4-FFF2-40B4-BE49-F238E27FC236}">
                                <a16:creationId xmlns:a16="http://schemas.microsoft.com/office/drawing/2014/main" id="{05B6304E-219D-8C4C-933C-F74A50ADB90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7" name="Freeform 466">
                            <a:extLst>
                              <a:ext uri="{FF2B5EF4-FFF2-40B4-BE49-F238E27FC236}">
                                <a16:creationId xmlns:a16="http://schemas.microsoft.com/office/drawing/2014/main" id="{7A1C8338-E034-6F46-9CFA-19E29E6DB9C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68" name="Straight Connector 467">
                            <a:extLst>
                              <a:ext uri="{FF2B5EF4-FFF2-40B4-BE49-F238E27FC236}">
                                <a16:creationId xmlns:a16="http://schemas.microsoft.com/office/drawing/2014/main" id="{D01B141C-E8C1-5F43-9AB4-C8F47DB27ABC}"/>
                              </a:ext>
                            </a:extLst>
                          </p:cNvPr>
                          <p:cNvCxnSpPr>
                            <a:cxnSpLocks/>
                            <a:endCxn id="46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69" name="Straight Connector 468">
                            <a:extLst>
                              <a:ext uri="{FF2B5EF4-FFF2-40B4-BE49-F238E27FC236}">
                                <a16:creationId xmlns:a16="http://schemas.microsoft.com/office/drawing/2014/main" id="{C76D3549-4A99-A14A-9266-5C811EF2C96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58" name="Group 457">
                          <a:extLst>
                            <a:ext uri="{FF2B5EF4-FFF2-40B4-BE49-F238E27FC236}">
                              <a16:creationId xmlns:a16="http://schemas.microsoft.com/office/drawing/2014/main" id="{50D34317-A86E-BD4A-B0A0-94B68B4DE33A}"/>
                            </a:ext>
                          </a:extLst>
                        </p:cNvPr>
                        <p:cNvGrpSpPr/>
                        <p:nvPr/>
                      </p:nvGrpSpPr>
                      <p:grpSpPr>
                        <a:xfrm>
                          <a:off x="1770362" y="2873352"/>
                          <a:ext cx="441422" cy="369332"/>
                          <a:chOff x="667045" y="1708643"/>
                          <a:chExt cx="441422" cy="369332"/>
                        </a:xfrm>
                      </p:grpSpPr>
                      <p:sp>
                        <p:nvSpPr>
                          <p:cNvPr id="459" name="Oval 458">
                            <a:extLst>
                              <a:ext uri="{FF2B5EF4-FFF2-40B4-BE49-F238E27FC236}">
                                <a16:creationId xmlns:a16="http://schemas.microsoft.com/office/drawing/2014/main" id="{955898AE-9FB9-D145-99C3-AA5FE491F62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0" name="TextBox 459">
                            <a:extLst>
                              <a:ext uri="{FF2B5EF4-FFF2-40B4-BE49-F238E27FC236}">
                                <a16:creationId xmlns:a16="http://schemas.microsoft.com/office/drawing/2014/main" id="{FDC8D372-267E-834E-B2AD-E3D0477ABC3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453" name="Straight Connector 452">
                        <a:extLst>
                          <a:ext uri="{FF2B5EF4-FFF2-40B4-BE49-F238E27FC236}">
                            <a16:creationId xmlns:a16="http://schemas.microsoft.com/office/drawing/2014/main" id="{B3B0C02C-7ED9-2141-817E-0BD07EFA2441}"/>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4" name="Straight Connector 453">
                        <a:extLst>
                          <a:ext uri="{FF2B5EF4-FFF2-40B4-BE49-F238E27FC236}">
                            <a16:creationId xmlns:a16="http://schemas.microsoft.com/office/drawing/2014/main" id="{4555DBD5-470B-6741-9718-42247FE55249}"/>
                          </a:ext>
                        </a:extLst>
                      </p:cNvPr>
                      <p:cNvCxnSpPr>
                        <a:cxnSpLocks/>
                        <a:stCxn id="50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5" name="Straight Connector 454">
                        <a:extLst>
                          <a:ext uri="{FF2B5EF4-FFF2-40B4-BE49-F238E27FC236}">
                            <a16:creationId xmlns:a16="http://schemas.microsoft.com/office/drawing/2014/main" id="{C8445FE4-D43A-0F43-A2B9-579310EA2C4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6" name="Straight Connector 455">
                        <a:extLst>
                          <a:ext uri="{FF2B5EF4-FFF2-40B4-BE49-F238E27FC236}">
                            <a16:creationId xmlns:a16="http://schemas.microsoft.com/office/drawing/2014/main" id="{255E9653-31F2-2749-A41F-6F972A8AEFF9}"/>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47" name="TextBox 446">
                      <a:extLst>
                        <a:ext uri="{FF2B5EF4-FFF2-40B4-BE49-F238E27FC236}">
                          <a16:creationId xmlns:a16="http://schemas.microsoft.com/office/drawing/2014/main" id="{235FB037-F7EE-DE49-97E8-683209B5D495}"/>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377" name="Group 376">
                  <a:extLst>
                    <a:ext uri="{FF2B5EF4-FFF2-40B4-BE49-F238E27FC236}">
                      <a16:creationId xmlns:a16="http://schemas.microsoft.com/office/drawing/2014/main" id="{216FE367-F524-D446-BD8E-161F28E81098}"/>
                    </a:ext>
                  </a:extLst>
                </p:cNvPr>
                <p:cNvGrpSpPr/>
                <p:nvPr/>
              </p:nvGrpSpPr>
              <p:grpSpPr>
                <a:xfrm>
                  <a:off x="1426553" y="4136253"/>
                  <a:ext cx="3452487" cy="1719017"/>
                  <a:chOff x="1426553" y="4136253"/>
                  <a:chExt cx="3452487" cy="1719017"/>
                </a:xfrm>
              </p:grpSpPr>
              <p:grpSp>
                <p:nvGrpSpPr>
                  <p:cNvPr id="379" name="Group 378">
                    <a:extLst>
                      <a:ext uri="{FF2B5EF4-FFF2-40B4-BE49-F238E27FC236}">
                        <a16:creationId xmlns:a16="http://schemas.microsoft.com/office/drawing/2014/main" id="{DA335CF7-6A44-CD42-BB9B-0F2E679F9021}"/>
                      </a:ext>
                    </a:extLst>
                  </p:cNvPr>
                  <p:cNvGrpSpPr/>
                  <p:nvPr/>
                </p:nvGrpSpPr>
                <p:grpSpPr>
                  <a:xfrm>
                    <a:off x="1426553" y="4136253"/>
                    <a:ext cx="2557336" cy="1719017"/>
                    <a:chOff x="-2170772" y="2784954"/>
                    <a:chExt cx="2712783" cy="1853712"/>
                  </a:xfrm>
                </p:grpSpPr>
                <p:sp>
                  <p:nvSpPr>
                    <p:cNvPr id="382" name="Freeform 2">
                      <a:extLst>
                        <a:ext uri="{FF2B5EF4-FFF2-40B4-BE49-F238E27FC236}">
                          <a16:creationId xmlns:a16="http://schemas.microsoft.com/office/drawing/2014/main" id="{62629CF7-F1C0-394C-847B-14D3503FA27C}"/>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83" name="Group 382">
                      <a:extLst>
                        <a:ext uri="{FF2B5EF4-FFF2-40B4-BE49-F238E27FC236}">
                          <a16:creationId xmlns:a16="http://schemas.microsoft.com/office/drawing/2014/main" id="{5BDEBA52-B2AE-C249-B4E1-A1EA54386646}"/>
                        </a:ext>
                      </a:extLst>
                    </p:cNvPr>
                    <p:cNvGrpSpPr/>
                    <p:nvPr/>
                  </p:nvGrpSpPr>
                  <p:grpSpPr>
                    <a:xfrm>
                      <a:off x="-1935370" y="2935816"/>
                      <a:ext cx="2333625" cy="1590649"/>
                      <a:chOff x="833331" y="2873352"/>
                      <a:chExt cx="2333625" cy="1590649"/>
                    </a:xfrm>
                  </p:grpSpPr>
                  <p:grpSp>
                    <p:nvGrpSpPr>
                      <p:cNvPr id="384" name="Group 383">
                        <a:extLst>
                          <a:ext uri="{FF2B5EF4-FFF2-40B4-BE49-F238E27FC236}">
                            <a16:creationId xmlns:a16="http://schemas.microsoft.com/office/drawing/2014/main" id="{3AC0C204-2B48-AC4E-A396-049FBC6756C5}"/>
                          </a:ext>
                        </a:extLst>
                      </p:cNvPr>
                      <p:cNvGrpSpPr/>
                      <p:nvPr/>
                    </p:nvGrpSpPr>
                    <p:grpSpPr>
                      <a:xfrm>
                        <a:off x="1736090" y="2873352"/>
                        <a:ext cx="565150" cy="369332"/>
                        <a:chOff x="1736090" y="2873352"/>
                        <a:chExt cx="565150" cy="369332"/>
                      </a:xfrm>
                    </p:grpSpPr>
                    <p:grpSp>
                      <p:nvGrpSpPr>
                        <p:cNvPr id="431" name="Group 327">
                          <a:extLst>
                            <a:ext uri="{FF2B5EF4-FFF2-40B4-BE49-F238E27FC236}">
                              <a16:creationId xmlns:a16="http://schemas.microsoft.com/office/drawing/2014/main" id="{E8BC624A-2794-404A-9871-CDAC172056FC}"/>
                            </a:ext>
                          </a:extLst>
                        </p:cNvPr>
                        <p:cNvGrpSpPr>
                          <a:grpSpLocks/>
                        </p:cNvGrpSpPr>
                        <p:nvPr/>
                      </p:nvGrpSpPr>
                      <p:grpSpPr bwMode="auto">
                        <a:xfrm>
                          <a:off x="1736090" y="2893762"/>
                          <a:ext cx="565150" cy="292100"/>
                          <a:chOff x="1871277" y="1576300"/>
                          <a:chExt cx="1128371" cy="437861"/>
                        </a:xfrm>
                      </p:grpSpPr>
                      <p:sp>
                        <p:nvSpPr>
                          <p:cNvPr id="435" name="Oval 434">
                            <a:extLst>
                              <a:ext uri="{FF2B5EF4-FFF2-40B4-BE49-F238E27FC236}">
                                <a16:creationId xmlns:a16="http://schemas.microsoft.com/office/drawing/2014/main" id="{0F604F89-DD7D-A045-BAD3-BC0FEE5E57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6" name="Rectangle 435">
                            <a:extLst>
                              <a:ext uri="{FF2B5EF4-FFF2-40B4-BE49-F238E27FC236}">
                                <a16:creationId xmlns:a16="http://schemas.microsoft.com/office/drawing/2014/main" id="{9827A131-2F59-A34C-9AE3-85E42F0DCC0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7" name="Oval 436">
                            <a:extLst>
                              <a:ext uri="{FF2B5EF4-FFF2-40B4-BE49-F238E27FC236}">
                                <a16:creationId xmlns:a16="http://schemas.microsoft.com/office/drawing/2014/main" id="{0C6DC914-779E-5242-821C-14DADB3D08B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8" name="Freeform 437">
                            <a:extLst>
                              <a:ext uri="{FF2B5EF4-FFF2-40B4-BE49-F238E27FC236}">
                                <a16:creationId xmlns:a16="http://schemas.microsoft.com/office/drawing/2014/main" id="{2F342371-6C85-3742-9DED-DAE6130F816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9" name="Freeform 438">
                            <a:extLst>
                              <a:ext uri="{FF2B5EF4-FFF2-40B4-BE49-F238E27FC236}">
                                <a16:creationId xmlns:a16="http://schemas.microsoft.com/office/drawing/2014/main" id="{D4644009-EC8B-F847-A36B-128CBA181D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0" name="Freeform 439">
                            <a:extLst>
                              <a:ext uri="{FF2B5EF4-FFF2-40B4-BE49-F238E27FC236}">
                                <a16:creationId xmlns:a16="http://schemas.microsoft.com/office/drawing/2014/main" id="{17CA9A1B-B7B6-9845-8DF4-B2275030ECB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1" name="Freeform 440">
                            <a:extLst>
                              <a:ext uri="{FF2B5EF4-FFF2-40B4-BE49-F238E27FC236}">
                                <a16:creationId xmlns:a16="http://schemas.microsoft.com/office/drawing/2014/main" id="{ACE63F56-80B5-204F-90A2-8DAD52431FE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42" name="Straight Connector 441">
                            <a:extLst>
                              <a:ext uri="{FF2B5EF4-FFF2-40B4-BE49-F238E27FC236}">
                                <a16:creationId xmlns:a16="http://schemas.microsoft.com/office/drawing/2014/main" id="{ED95AA96-123A-1A43-8D1D-A05D32BEF70D}"/>
                              </a:ext>
                            </a:extLst>
                          </p:cNvPr>
                          <p:cNvCxnSpPr>
                            <a:cxnSpLocks/>
                            <a:endCxn id="43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43" name="Straight Connector 442">
                            <a:extLst>
                              <a:ext uri="{FF2B5EF4-FFF2-40B4-BE49-F238E27FC236}">
                                <a16:creationId xmlns:a16="http://schemas.microsoft.com/office/drawing/2014/main" id="{A2B69F17-16A9-1444-ABE7-3EC6094FFB5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32" name="Group 431">
                          <a:extLst>
                            <a:ext uri="{FF2B5EF4-FFF2-40B4-BE49-F238E27FC236}">
                              <a16:creationId xmlns:a16="http://schemas.microsoft.com/office/drawing/2014/main" id="{1589E35C-1627-3344-8D4D-6F8581BFE0D3}"/>
                            </a:ext>
                          </a:extLst>
                        </p:cNvPr>
                        <p:cNvGrpSpPr/>
                        <p:nvPr/>
                      </p:nvGrpSpPr>
                      <p:grpSpPr>
                        <a:xfrm>
                          <a:off x="1770362" y="2873352"/>
                          <a:ext cx="441422" cy="369332"/>
                          <a:chOff x="667045" y="1708643"/>
                          <a:chExt cx="441422" cy="369332"/>
                        </a:xfrm>
                      </p:grpSpPr>
                      <p:sp>
                        <p:nvSpPr>
                          <p:cNvPr id="433" name="Oval 432">
                            <a:extLst>
                              <a:ext uri="{FF2B5EF4-FFF2-40B4-BE49-F238E27FC236}">
                                <a16:creationId xmlns:a16="http://schemas.microsoft.com/office/drawing/2014/main" id="{A3138503-1D2C-6D4E-A5B3-A54E769C81F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4" name="TextBox 433">
                            <a:extLst>
                              <a:ext uri="{FF2B5EF4-FFF2-40B4-BE49-F238E27FC236}">
                                <a16:creationId xmlns:a16="http://schemas.microsoft.com/office/drawing/2014/main" id="{E3EF62D6-4FBE-AB47-AB76-AE3F2CE7946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385" name="Group 384">
                        <a:extLst>
                          <a:ext uri="{FF2B5EF4-FFF2-40B4-BE49-F238E27FC236}">
                            <a16:creationId xmlns:a16="http://schemas.microsoft.com/office/drawing/2014/main" id="{1E55935A-5B0A-FE4E-99A2-D8E7E254FB11}"/>
                          </a:ext>
                        </a:extLst>
                      </p:cNvPr>
                      <p:cNvGrpSpPr/>
                      <p:nvPr/>
                    </p:nvGrpSpPr>
                    <p:grpSpPr>
                      <a:xfrm>
                        <a:off x="1740320" y="4094669"/>
                        <a:ext cx="565150" cy="369332"/>
                        <a:chOff x="1736090" y="2873352"/>
                        <a:chExt cx="565150" cy="369332"/>
                      </a:xfrm>
                    </p:grpSpPr>
                    <p:grpSp>
                      <p:nvGrpSpPr>
                        <p:cNvPr id="418" name="Group 327">
                          <a:extLst>
                            <a:ext uri="{FF2B5EF4-FFF2-40B4-BE49-F238E27FC236}">
                              <a16:creationId xmlns:a16="http://schemas.microsoft.com/office/drawing/2014/main" id="{DEF1C0C5-9451-4F4C-94CF-C202129105E8}"/>
                            </a:ext>
                          </a:extLst>
                        </p:cNvPr>
                        <p:cNvGrpSpPr>
                          <a:grpSpLocks/>
                        </p:cNvGrpSpPr>
                        <p:nvPr/>
                      </p:nvGrpSpPr>
                      <p:grpSpPr bwMode="auto">
                        <a:xfrm>
                          <a:off x="1736090" y="2893762"/>
                          <a:ext cx="565150" cy="292100"/>
                          <a:chOff x="1871277" y="1576300"/>
                          <a:chExt cx="1128371" cy="437861"/>
                        </a:xfrm>
                      </p:grpSpPr>
                      <p:sp>
                        <p:nvSpPr>
                          <p:cNvPr id="422" name="Oval 421">
                            <a:extLst>
                              <a:ext uri="{FF2B5EF4-FFF2-40B4-BE49-F238E27FC236}">
                                <a16:creationId xmlns:a16="http://schemas.microsoft.com/office/drawing/2014/main" id="{F11C5FA4-D940-8243-BCF2-FABEDD3B3E8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3" name="Rectangle 422">
                            <a:extLst>
                              <a:ext uri="{FF2B5EF4-FFF2-40B4-BE49-F238E27FC236}">
                                <a16:creationId xmlns:a16="http://schemas.microsoft.com/office/drawing/2014/main" id="{1043D97B-B3FA-C641-8E63-1BBE28A3555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4" name="Oval 423">
                            <a:extLst>
                              <a:ext uri="{FF2B5EF4-FFF2-40B4-BE49-F238E27FC236}">
                                <a16:creationId xmlns:a16="http://schemas.microsoft.com/office/drawing/2014/main" id="{390272B7-C7A3-5B41-94CF-25024E0B8E6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BE4118E9-D687-DD4E-BE70-1FC7947EF0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FBACD517-9531-A64C-9DB7-12D72129163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11675EED-9A93-C142-83E1-9FD24FE6110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8" name="Freeform 427">
                            <a:extLst>
                              <a:ext uri="{FF2B5EF4-FFF2-40B4-BE49-F238E27FC236}">
                                <a16:creationId xmlns:a16="http://schemas.microsoft.com/office/drawing/2014/main" id="{50FE7B61-4724-BB48-8CA2-C94A3D4E96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9" name="Straight Connector 428">
                            <a:extLst>
                              <a:ext uri="{FF2B5EF4-FFF2-40B4-BE49-F238E27FC236}">
                                <a16:creationId xmlns:a16="http://schemas.microsoft.com/office/drawing/2014/main" id="{A0B7C404-0D5D-AB4D-99BB-4E3E117D4D84}"/>
                              </a:ext>
                            </a:extLst>
                          </p:cNvPr>
                          <p:cNvCxnSpPr>
                            <a:cxnSpLocks/>
                            <a:endCxn id="42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30" name="Straight Connector 429">
                            <a:extLst>
                              <a:ext uri="{FF2B5EF4-FFF2-40B4-BE49-F238E27FC236}">
                                <a16:creationId xmlns:a16="http://schemas.microsoft.com/office/drawing/2014/main" id="{45B743E2-CDB9-1B4D-8B0F-CDB27E3E657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9" name="Group 418">
                          <a:extLst>
                            <a:ext uri="{FF2B5EF4-FFF2-40B4-BE49-F238E27FC236}">
                              <a16:creationId xmlns:a16="http://schemas.microsoft.com/office/drawing/2014/main" id="{D4D9B8F6-1D1C-EB42-B66E-1861DABD9104}"/>
                            </a:ext>
                          </a:extLst>
                        </p:cNvPr>
                        <p:cNvGrpSpPr/>
                        <p:nvPr/>
                      </p:nvGrpSpPr>
                      <p:grpSpPr>
                        <a:xfrm>
                          <a:off x="1770362" y="2873352"/>
                          <a:ext cx="441422" cy="369332"/>
                          <a:chOff x="667045" y="1708643"/>
                          <a:chExt cx="441422" cy="369332"/>
                        </a:xfrm>
                      </p:grpSpPr>
                      <p:sp>
                        <p:nvSpPr>
                          <p:cNvPr id="420" name="Oval 419">
                            <a:extLst>
                              <a:ext uri="{FF2B5EF4-FFF2-40B4-BE49-F238E27FC236}">
                                <a16:creationId xmlns:a16="http://schemas.microsoft.com/office/drawing/2014/main" id="{45636873-8949-C64E-B8AC-D659456BD43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1" name="TextBox 420">
                            <a:extLst>
                              <a:ext uri="{FF2B5EF4-FFF2-40B4-BE49-F238E27FC236}">
                                <a16:creationId xmlns:a16="http://schemas.microsoft.com/office/drawing/2014/main" id="{1E3661C3-F545-8248-A65C-8765C235CF9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86" name="Group 385">
                        <a:extLst>
                          <a:ext uri="{FF2B5EF4-FFF2-40B4-BE49-F238E27FC236}">
                            <a16:creationId xmlns:a16="http://schemas.microsoft.com/office/drawing/2014/main" id="{E1D20916-4852-3F44-A035-3C94996D387A}"/>
                          </a:ext>
                        </a:extLst>
                      </p:cNvPr>
                      <p:cNvGrpSpPr/>
                      <p:nvPr/>
                    </p:nvGrpSpPr>
                    <p:grpSpPr>
                      <a:xfrm>
                        <a:off x="2601806" y="3485072"/>
                        <a:ext cx="565150" cy="369332"/>
                        <a:chOff x="1736090" y="2873352"/>
                        <a:chExt cx="565150" cy="369332"/>
                      </a:xfrm>
                    </p:grpSpPr>
                    <p:grpSp>
                      <p:nvGrpSpPr>
                        <p:cNvPr id="405" name="Group 327">
                          <a:extLst>
                            <a:ext uri="{FF2B5EF4-FFF2-40B4-BE49-F238E27FC236}">
                              <a16:creationId xmlns:a16="http://schemas.microsoft.com/office/drawing/2014/main" id="{5927A8F5-BEE8-C747-BE07-13461F8200B6}"/>
                            </a:ext>
                          </a:extLst>
                        </p:cNvPr>
                        <p:cNvGrpSpPr>
                          <a:grpSpLocks/>
                        </p:cNvGrpSpPr>
                        <p:nvPr/>
                      </p:nvGrpSpPr>
                      <p:grpSpPr bwMode="auto">
                        <a:xfrm>
                          <a:off x="1736090" y="2893762"/>
                          <a:ext cx="565150" cy="292100"/>
                          <a:chOff x="1871277" y="1576300"/>
                          <a:chExt cx="1128371" cy="437861"/>
                        </a:xfrm>
                      </p:grpSpPr>
                      <p:sp>
                        <p:nvSpPr>
                          <p:cNvPr id="409" name="Oval 408">
                            <a:extLst>
                              <a:ext uri="{FF2B5EF4-FFF2-40B4-BE49-F238E27FC236}">
                                <a16:creationId xmlns:a16="http://schemas.microsoft.com/office/drawing/2014/main" id="{3A77506B-029D-F741-9106-2D0BDFAA8FC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Rectangle 409">
                            <a:extLst>
                              <a:ext uri="{FF2B5EF4-FFF2-40B4-BE49-F238E27FC236}">
                                <a16:creationId xmlns:a16="http://schemas.microsoft.com/office/drawing/2014/main" id="{5B7A8252-00ED-EE41-BC3F-4B29A5DC657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Oval 410">
                            <a:extLst>
                              <a:ext uri="{FF2B5EF4-FFF2-40B4-BE49-F238E27FC236}">
                                <a16:creationId xmlns:a16="http://schemas.microsoft.com/office/drawing/2014/main" id="{B0BF4CE9-FD63-C842-A605-86FE5AA2434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093DE816-A834-344B-A35C-53AEDBC3ECD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C7091647-4973-6947-BB99-37777F8F655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2A9361F8-200B-E444-8DE8-C416151A979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5" name="Freeform 414">
                            <a:extLst>
                              <a:ext uri="{FF2B5EF4-FFF2-40B4-BE49-F238E27FC236}">
                                <a16:creationId xmlns:a16="http://schemas.microsoft.com/office/drawing/2014/main" id="{36722064-1EFB-0C46-8683-19449CE963D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6" name="Straight Connector 415">
                            <a:extLst>
                              <a:ext uri="{FF2B5EF4-FFF2-40B4-BE49-F238E27FC236}">
                                <a16:creationId xmlns:a16="http://schemas.microsoft.com/office/drawing/2014/main" id="{0089421A-D8EB-0245-AAC3-98CEA2438B41}"/>
                              </a:ext>
                            </a:extLst>
                          </p:cNvPr>
                          <p:cNvCxnSpPr>
                            <a:cxnSpLocks/>
                            <a:endCxn id="41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7" name="Straight Connector 416">
                            <a:extLst>
                              <a:ext uri="{FF2B5EF4-FFF2-40B4-BE49-F238E27FC236}">
                                <a16:creationId xmlns:a16="http://schemas.microsoft.com/office/drawing/2014/main" id="{0FEF70FB-C7B5-824A-ACC5-EFEF2637298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6" name="Group 405">
                          <a:extLst>
                            <a:ext uri="{FF2B5EF4-FFF2-40B4-BE49-F238E27FC236}">
                              <a16:creationId xmlns:a16="http://schemas.microsoft.com/office/drawing/2014/main" id="{CC53F093-34E0-AD44-AAAC-E81D1710459D}"/>
                            </a:ext>
                          </a:extLst>
                        </p:cNvPr>
                        <p:cNvGrpSpPr/>
                        <p:nvPr/>
                      </p:nvGrpSpPr>
                      <p:grpSpPr>
                        <a:xfrm>
                          <a:off x="1770362" y="2873352"/>
                          <a:ext cx="428460" cy="369332"/>
                          <a:chOff x="667045" y="1708643"/>
                          <a:chExt cx="428460" cy="369332"/>
                        </a:xfrm>
                      </p:grpSpPr>
                      <p:sp>
                        <p:nvSpPr>
                          <p:cNvPr id="407" name="Oval 406">
                            <a:extLst>
                              <a:ext uri="{FF2B5EF4-FFF2-40B4-BE49-F238E27FC236}">
                                <a16:creationId xmlns:a16="http://schemas.microsoft.com/office/drawing/2014/main" id="{71EEFB54-B047-B04C-8E06-E12B839F070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TextBox 407">
                            <a:extLst>
                              <a:ext uri="{FF2B5EF4-FFF2-40B4-BE49-F238E27FC236}">
                                <a16:creationId xmlns:a16="http://schemas.microsoft.com/office/drawing/2014/main" id="{41045F33-103E-394D-8CDC-466F17D0530E}"/>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387" name="Group 386">
                        <a:extLst>
                          <a:ext uri="{FF2B5EF4-FFF2-40B4-BE49-F238E27FC236}">
                            <a16:creationId xmlns:a16="http://schemas.microsoft.com/office/drawing/2014/main" id="{CF9FAB3E-89D0-E141-A8FA-54F95FB91439}"/>
                          </a:ext>
                        </a:extLst>
                      </p:cNvPr>
                      <p:cNvGrpSpPr/>
                      <p:nvPr/>
                    </p:nvGrpSpPr>
                    <p:grpSpPr>
                      <a:xfrm>
                        <a:off x="833331" y="3478719"/>
                        <a:ext cx="565150" cy="369332"/>
                        <a:chOff x="1736090" y="2873352"/>
                        <a:chExt cx="565150" cy="369332"/>
                      </a:xfrm>
                    </p:grpSpPr>
                    <p:grpSp>
                      <p:nvGrpSpPr>
                        <p:cNvPr id="392" name="Group 327">
                          <a:extLst>
                            <a:ext uri="{FF2B5EF4-FFF2-40B4-BE49-F238E27FC236}">
                              <a16:creationId xmlns:a16="http://schemas.microsoft.com/office/drawing/2014/main" id="{EF1D9DAA-152F-3B43-A5E6-5832E4693684}"/>
                            </a:ext>
                          </a:extLst>
                        </p:cNvPr>
                        <p:cNvGrpSpPr>
                          <a:grpSpLocks/>
                        </p:cNvGrpSpPr>
                        <p:nvPr/>
                      </p:nvGrpSpPr>
                      <p:grpSpPr bwMode="auto">
                        <a:xfrm>
                          <a:off x="1736090" y="2893762"/>
                          <a:ext cx="565150" cy="292100"/>
                          <a:chOff x="1871277" y="1576300"/>
                          <a:chExt cx="1128371" cy="437861"/>
                        </a:xfrm>
                      </p:grpSpPr>
                      <p:sp>
                        <p:nvSpPr>
                          <p:cNvPr id="396" name="Oval 395">
                            <a:extLst>
                              <a:ext uri="{FF2B5EF4-FFF2-40B4-BE49-F238E27FC236}">
                                <a16:creationId xmlns:a16="http://schemas.microsoft.com/office/drawing/2014/main" id="{7D4F535B-8429-F641-B6A0-346953CBA37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7" name="Rectangle 396">
                            <a:extLst>
                              <a:ext uri="{FF2B5EF4-FFF2-40B4-BE49-F238E27FC236}">
                                <a16:creationId xmlns:a16="http://schemas.microsoft.com/office/drawing/2014/main" id="{41766DC7-3FA8-5240-A389-76F4A17894D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Oval 397">
                            <a:extLst>
                              <a:ext uri="{FF2B5EF4-FFF2-40B4-BE49-F238E27FC236}">
                                <a16:creationId xmlns:a16="http://schemas.microsoft.com/office/drawing/2014/main" id="{5F4EAFA3-31D1-3444-B1D3-53FD0EF8E3F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9" name="Freeform 398">
                            <a:extLst>
                              <a:ext uri="{FF2B5EF4-FFF2-40B4-BE49-F238E27FC236}">
                                <a16:creationId xmlns:a16="http://schemas.microsoft.com/office/drawing/2014/main" id="{152902E8-334A-2B42-9BA6-AF188C53F52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0" name="Freeform 399">
                            <a:extLst>
                              <a:ext uri="{FF2B5EF4-FFF2-40B4-BE49-F238E27FC236}">
                                <a16:creationId xmlns:a16="http://schemas.microsoft.com/office/drawing/2014/main" id="{4DC2C0EF-9A47-6247-B211-492C383FB3D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Freeform 400">
                            <a:extLst>
                              <a:ext uri="{FF2B5EF4-FFF2-40B4-BE49-F238E27FC236}">
                                <a16:creationId xmlns:a16="http://schemas.microsoft.com/office/drawing/2014/main" id="{32FC7147-0118-BE4F-8F42-5C778952840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Freeform 401">
                            <a:extLst>
                              <a:ext uri="{FF2B5EF4-FFF2-40B4-BE49-F238E27FC236}">
                                <a16:creationId xmlns:a16="http://schemas.microsoft.com/office/drawing/2014/main" id="{AFDECA8E-8DAC-AF4F-A7A8-9F326DB99B3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3" name="Straight Connector 402">
                            <a:extLst>
                              <a:ext uri="{FF2B5EF4-FFF2-40B4-BE49-F238E27FC236}">
                                <a16:creationId xmlns:a16="http://schemas.microsoft.com/office/drawing/2014/main" id="{9FF59317-BCD5-D042-8296-2B2D746766D3}"/>
                              </a:ext>
                            </a:extLst>
                          </p:cNvPr>
                          <p:cNvCxnSpPr>
                            <a:cxnSpLocks/>
                            <a:endCxn id="39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4" name="Straight Connector 403">
                            <a:extLst>
                              <a:ext uri="{FF2B5EF4-FFF2-40B4-BE49-F238E27FC236}">
                                <a16:creationId xmlns:a16="http://schemas.microsoft.com/office/drawing/2014/main" id="{3DCFF513-F1EC-864D-8830-1468ED1B523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3" name="Group 392">
                          <a:extLst>
                            <a:ext uri="{FF2B5EF4-FFF2-40B4-BE49-F238E27FC236}">
                              <a16:creationId xmlns:a16="http://schemas.microsoft.com/office/drawing/2014/main" id="{886C351E-30BA-DF49-A85F-DD9707A366BD}"/>
                            </a:ext>
                          </a:extLst>
                        </p:cNvPr>
                        <p:cNvGrpSpPr/>
                        <p:nvPr/>
                      </p:nvGrpSpPr>
                      <p:grpSpPr>
                        <a:xfrm>
                          <a:off x="1770362" y="2873352"/>
                          <a:ext cx="441422" cy="369332"/>
                          <a:chOff x="667045" y="1708643"/>
                          <a:chExt cx="441422" cy="369332"/>
                        </a:xfrm>
                      </p:grpSpPr>
                      <p:sp>
                        <p:nvSpPr>
                          <p:cNvPr id="394" name="Oval 393">
                            <a:extLst>
                              <a:ext uri="{FF2B5EF4-FFF2-40B4-BE49-F238E27FC236}">
                                <a16:creationId xmlns:a16="http://schemas.microsoft.com/office/drawing/2014/main" id="{D4B291B3-1CC1-B94F-B091-84A1939A53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TextBox 394">
                            <a:extLst>
                              <a:ext uri="{FF2B5EF4-FFF2-40B4-BE49-F238E27FC236}">
                                <a16:creationId xmlns:a16="http://schemas.microsoft.com/office/drawing/2014/main" id="{B03C5213-0B5E-8743-8495-AB951B1DED8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388" name="Straight Connector 387">
                        <a:extLst>
                          <a:ext uri="{FF2B5EF4-FFF2-40B4-BE49-F238E27FC236}">
                            <a16:creationId xmlns:a16="http://schemas.microsoft.com/office/drawing/2014/main" id="{1FAD6D31-07E5-6C4A-B4E5-D06E206DB0C1}"/>
                          </a:ext>
                        </a:extLst>
                      </p:cNvPr>
                      <p:cNvCxnSpPr>
                        <a:cxnSpLocks/>
                        <a:stCxn id="43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 name="Straight Connector 388">
                        <a:extLst>
                          <a:ext uri="{FF2B5EF4-FFF2-40B4-BE49-F238E27FC236}">
                            <a16:creationId xmlns:a16="http://schemas.microsoft.com/office/drawing/2014/main" id="{84D21707-F898-DA49-ADF6-D789CB7063B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0" name="Straight Connector 389">
                        <a:extLst>
                          <a:ext uri="{FF2B5EF4-FFF2-40B4-BE49-F238E27FC236}">
                            <a16:creationId xmlns:a16="http://schemas.microsoft.com/office/drawing/2014/main" id="{3175D0AB-5DDF-E944-BC89-7F96A181FECD}"/>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1" name="Straight Connector 390">
                        <a:extLst>
                          <a:ext uri="{FF2B5EF4-FFF2-40B4-BE49-F238E27FC236}">
                            <a16:creationId xmlns:a16="http://schemas.microsoft.com/office/drawing/2014/main" id="{910A80D2-6B7C-3244-9790-5492E4C5AD6A}"/>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380" name="TextBox 379">
                    <a:extLst>
                      <a:ext uri="{FF2B5EF4-FFF2-40B4-BE49-F238E27FC236}">
                        <a16:creationId xmlns:a16="http://schemas.microsoft.com/office/drawing/2014/main" id="{8653EAA8-8A1D-E142-933A-15274733651B}"/>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381" name="Straight Connector 380">
                    <a:extLst>
                      <a:ext uri="{FF2B5EF4-FFF2-40B4-BE49-F238E27FC236}">
                        <a16:creationId xmlns:a16="http://schemas.microsoft.com/office/drawing/2014/main" id="{9F8FC446-700F-E64A-81CE-83BA83C51543}"/>
                      </a:ext>
                    </a:extLst>
                  </p:cNvPr>
                  <p:cNvCxnSpPr>
                    <a:cxnSpLocks/>
                    <a:stCxn id="523"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378" name="Straight Connector 377">
                  <a:extLst>
                    <a:ext uri="{FF2B5EF4-FFF2-40B4-BE49-F238E27FC236}">
                      <a16:creationId xmlns:a16="http://schemas.microsoft.com/office/drawing/2014/main" id="{60758C44-1362-5E4A-A82A-1279B011F30E}"/>
                    </a:ext>
                  </a:extLst>
                </p:cNvPr>
                <p:cNvCxnSpPr>
                  <a:cxnSpLocks/>
                  <a:stCxn id="539" idx="5"/>
                  <a:endCxn id="460"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58" name="Group 357">
                <a:extLst>
                  <a:ext uri="{FF2B5EF4-FFF2-40B4-BE49-F238E27FC236}">
                    <a16:creationId xmlns:a16="http://schemas.microsoft.com/office/drawing/2014/main" id="{115B6435-BC3A-344B-BFFA-7A1AA86CEE5D}"/>
                  </a:ext>
                </a:extLst>
              </p:cNvPr>
              <p:cNvGrpSpPr/>
              <p:nvPr/>
            </p:nvGrpSpPr>
            <p:grpSpPr>
              <a:xfrm>
                <a:off x="9525929" y="4809915"/>
                <a:ext cx="1701734" cy="616172"/>
                <a:chOff x="6935906" y="5482318"/>
                <a:chExt cx="1701734" cy="616172"/>
              </a:xfrm>
            </p:grpSpPr>
            <p:grpSp>
              <p:nvGrpSpPr>
                <p:cNvPr id="359" name="Group 358">
                  <a:extLst>
                    <a:ext uri="{FF2B5EF4-FFF2-40B4-BE49-F238E27FC236}">
                      <a16:creationId xmlns:a16="http://schemas.microsoft.com/office/drawing/2014/main" id="{FE70586D-E550-E647-AD46-064B43BBD151}"/>
                    </a:ext>
                  </a:extLst>
                </p:cNvPr>
                <p:cNvGrpSpPr/>
                <p:nvPr/>
              </p:nvGrpSpPr>
              <p:grpSpPr>
                <a:xfrm>
                  <a:off x="6935906" y="5482318"/>
                  <a:ext cx="1701734" cy="616172"/>
                  <a:chOff x="6808463" y="5108795"/>
                  <a:chExt cx="1701734" cy="616172"/>
                </a:xfrm>
              </p:grpSpPr>
              <p:sp>
                <p:nvSpPr>
                  <p:cNvPr id="361" name="Freeform 2">
                    <a:extLst>
                      <a:ext uri="{FF2B5EF4-FFF2-40B4-BE49-F238E27FC236}">
                        <a16:creationId xmlns:a16="http://schemas.microsoft.com/office/drawing/2014/main" id="{18082CBB-F3E3-724E-95BE-DB64A1600A42}"/>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62" name="Group 327">
                    <a:extLst>
                      <a:ext uri="{FF2B5EF4-FFF2-40B4-BE49-F238E27FC236}">
                        <a16:creationId xmlns:a16="http://schemas.microsoft.com/office/drawing/2014/main" id="{5B406A2C-ABA8-084A-9596-936179933241}"/>
                      </a:ext>
                    </a:extLst>
                  </p:cNvPr>
                  <p:cNvGrpSpPr>
                    <a:grpSpLocks/>
                  </p:cNvGrpSpPr>
                  <p:nvPr/>
                </p:nvGrpSpPr>
                <p:grpSpPr bwMode="auto">
                  <a:xfrm>
                    <a:off x="7908175" y="5241780"/>
                    <a:ext cx="536554" cy="263548"/>
                    <a:chOff x="1871277" y="1576300"/>
                    <a:chExt cx="1128371" cy="437861"/>
                  </a:xfrm>
                </p:grpSpPr>
                <p:sp>
                  <p:nvSpPr>
                    <p:cNvPr id="366" name="Oval 365">
                      <a:extLst>
                        <a:ext uri="{FF2B5EF4-FFF2-40B4-BE49-F238E27FC236}">
                          <a16:creationId xmlns:a16="http://schemas.microsoft.com/office/drawing/2014/main" id="{39FC7CDD-91D7-FF44-B916-78088DE675C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A080E9B6-A37A-044C-A833-E7F1E0233B0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14A74E6C-0FCA-E749-86E8-EE93E2BEF92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9F9BDD36-691A-E144-B65E-1F4CB601737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0B2530CD-DBD0-FA45-836C-9AB9E06564B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3595C9D1-2901-184D-A963-958CAB68BDA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0A2F7FCA-3D9A-B842-B550-A9E8284929C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3" name="Straight Connector 372">
                      <a:extLst>
                        <a:ext uri="{FF2B5EF4-FFF2-40B4-BE49-F238E27FC236}">
                          <a16:creationId xmlns:a16="http://schemas.microsoft.com/office/drawing/2014/main" id="{89A20473-B361-5949-83B2-2F0577111864}"/>
                        </a:ext>
                      </a:extLst>
                    </p:cNvPr>
                    <p:cNvCxnSpPr>
                      <a:cxnSpLocks/>
                      <a:endCxn id="36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4" name="Straight Connector 373">
                      <a:extLst>
                        <a:ext uri="{FF2B5EF4-FFF2-40B4-BE49-F238E27FC236}">
                          <a16:creationId xmlns:a16="http://schemas.microsoft.com/office/drawing/2014/main" id="{90860BE3-3974-E745-8C7F-38607816CAA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3" name="Group 362">
                    <a:extLst>
                      <a:ext uri="{FF2B5EF4-FFF2-40B4-BE49-F238E27FC236}">
                        <a16:creationId xmlns:a16="http://schemas.microsoft.com/office/drawing/2014/main" id="{2003A570-A32D-6B45-8339-609AA01FD40F}"/>
                      </a:ext>
                    </a:extLst>
                  </p:cNvPr>
                  <p:cNvGrpSpPr/>
                  <p:nvPr/>
                </p:nvGrpSpPr>
                <p:grpSpPr>
                  <a:xfrm>
                    <a:off x="7876581" y="5223365"/>
                    <a:ext cx="466894" cy="369332"/>
                    <a:chOff x="599495" y="1708643"/>
                    <a:chExt cx="491778" cy="409344"/>
                  </a:xfrm>
                </p:grpSpPr>
                <p:sp>
                  <p:nvSpPr>
                    <p:cNvPr id="364" name="Oval 363">
                      <a:extLst>
                        <a:ext uri="{FF2B5EF4-FFF2-40B4-BE49-F238E27FC236}">
                          <a16:creationId xmlns:a16="http://schemas.microsoft.com/office/drawing/2014/main" id="{15965660-1CBF-3444-A652-4E7C3B982A6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TextBox 364">
                      <a:extLst>
                        <a:ext uri="{FF2B5EF4-FFF2-40B4-BE49-F238E27FC236}">
                          <a16:creationId xmlns:a16="http://schemas.microsoft.com/office/drawing/2014/main" id="{FCA1E01E-CAF4-5B4C-898F-4D5EFFEA0145}"/>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360" name="Straight Connector 359">
                  <a:extLst>
                    <a:ext uri="{FF2B5EF4-FFF2-40B4-BE49-F238E27FC236}">
                      <a16:creationId xmlns:a16="http://schemas.microsoft.com/office/drawing/2014/main" id="{AA520213-7841-F244-A739-93A10DDB840E}"/>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338" name="Straight Connector 337">
              <a:extLst>
                <a:ext uri="{FF2B5EF4-FFF2-40B4-BE49-F238E27FC236}">
                  <a16:creationId xmlns:a16="http://schemas.microsoft.com/office/drawing/2014/main" id="{7B5F4AAD-1676-DE46-9374-3849783B3490}"/>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8" name="Title 5">
            <a:extLst>
              <a:ext uri="{FF2B5EF4-FFF2-40B4-BE49-F238E27FC236}">
                <a16:creationId xmlns:a16="http://schemas.microsoft.com/office/drawing/2014/main" id="{4F2D8B6E-E303-7C52-0E04-1F80133269D7}"/>
              </a:ext>
            </a:extLst>
          </p:cNvPr>
          <p:cNvSpPr>
            <a:spLocks noGrp="1"/>
          </p:cNvSpPr>
          <p:nvPr>
            <p:ph type="title"/>
          </p:nvPr>
        </p:nvSpPr>
        <p:spPr>
          <a:xfrm>
            <a:off x="838200" y="389191"/>
            <a:ext cx="10515600" cy="894622"/>
          </a:xfrm>
        </p:spPr>
        <p:txBody>
          <a:bodyPr/>
          <a:lstStyle/>
          <a:p>
            <a:r>
              <a:rPr lang="en-US"/>
              <a:t>BGP Exercise - 1</a:t>
            </a:r>
          </a:p>
        </p:txBody>
      </p:sp>
      <p:cxnSp>
        <p:nvCxnSpPr>
          <p:cNvPr id="4" name="Straight Connector 3">
            <a:extLst>
              <a:ext uri="{FF2B5EF4-FFF2-40B4-BE49-F238E27FC236}">
                <a16:creationId xmlns:a16="http://schemas.microsoft.com/office/drawing/2014/main" id="{70F3F0A3-648C-14BB-EA55-1AB49B80AC07}"/>
              </a:ext>
            </a:extLst>
          </p:cNvPr>
          <p:cNvCxnSpPr>
            <a:cxnSpLocks/>
            <a:endCxn id="549" idx="0"/>
          </p:cNvCxnSpPr>
          <p:nvPr/>
        </p:nvCxnSpPr>
        <p:spPr bwMode="auto">
          <a:xfrm>
            <a:off x="5597699" y="2673637"/>
            <a:ext cx="26429" cy="819975"/>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a:extLst>
              <a:ext uri="{FF2B5EF4-FFF2-40B4-BE49-F238E27FC236}">
                <a16:creationId xmlns:a16="http://schemas.microsoft.com/office/drawing/2014/main" id="{E2898495-C137-10BF-F52A-CA61D5A58DC3}"/>
              </a:ext>
            </a:extLst>
          </p:cNvPr>
          <p:cNvSpPr txBox="1"/>
          <p:nvPr/>
        </p:nvSpPr>
        <p:spPr>
          <a:xfrm>
            <a:off x="5077107" y="3055942"/>
            <a:ext cx="418704" cy="369332"/>
          </a:xfrm>
          <a:prstGeom prst="rect">
            <a:avLst/>
          </a:prstGeom>
          <a:noFill/>
        </p:spPr>
        <p:txBody>
          <a:bodyPr wrap="none" rtlCol="0">
            <a:spAutoFit/>
          </a:bodyPr>
          <a:lstStyle/>
          <a:p>
            <a:r>
              <a:rPr lang="en-US"/>
              <a:t>20</a:t>
            </a:r>
          </a:p>
        </p:txBody>
      </p:sp>
      <p:sp>
        <p:nvSpPr>
          <p:cNvPr id="9" name="TextBox 8">
            <a:extLst>
              <a:ext uri="{FF2B5EF4-FFF2-40B4-BE49-F238E27FC236}">
                <a16:creationId xmlns:a16="http://schemas.microsoft.com/office/drawing/2014/main" id="{7625F35A-6CE7-A3A0-AD80-32857FBDA325}"/>
              </a:ext>
            </a:extLst>
          </p:cNvPr>
          <p:cNvSpPr txBox="1"/>
          <p:nvPr/>
        </p:nvSpPr>
        <p:spPr>
          <a:xfrm>
            <a:off x="5572406" y="2914422"/>
            <a:ext cx="418704" cy="369332"/>
          </a:xfrm>
          <a:prstGeom prst="rect">
            <a:avLst/>
          </a:prstGeom>
          <a:noFill/>
        </p:spPr>
        <p:txBody>
          <a:bodyPr wrap="none" rtlCol="0">
            <a:spAutoFit/>
          </a:bodyPr>
          <a:lstStyle/>
          <a:p>
            <a:r>
              <a:rPr lang="en-US"/>
              <a:t>10</a:t>
            </a:r>
          </a:p>
        </p:txBody>
      </p:sp>
      <p:sp>
        <p:nvSpPr>
          <p:cNvPr id="10" name="TextBox 9">
            <a:extLst>
              <a:ext uri="{FF2B5EF4-FFF2-40B4-BE49-F238E27FC236}">
                <a16:creationId xmlns:a16="http://schemas.microsoft.com/office/drawing/2014/main" id="{0EF1BBAF-2AAB-1C6E-C097-94C7D456932C}"/>
              </a:ext>
            </a:extLst>
          </p:cNvPr>
          <p:cNvSpPr txBox="1"/>
          <p:nvPr/>
        </p:nvSpPr>
        <p:spPr>
          <a:xfrm>
            <a:off x="6013279" y="2489882"/>
            <a:ext cx="418704" cy="369332"/>
          </a:xfrm>
          <a:prstGeom prst="rect">
            <a:avLst/>
          </a:prstGeom>
          <a:noFill/>
        </p:spPr>
        <p:txBody>
          <a:bodyPr wrap="none" rtlCol="0">
            <a:spAutoFit/>
          </a:bodyPr>
          <a:lstStyle/>
          <a:p>
            <a:r>
              <a:rPr lang="en-US"/>
              <a:t>40</a:t>
            </a:r>
          </a:p>
        </p:txBody>
      </p:sp>
      <p:sp>
        <p:nvSpPr>
          <p:cNvPr id="11" name="TextBox 10">
            <a:extLst>
              <a:ext uri="{FF2B5EF4-FFF2-40B4-BE49-F238E27FC236}">
                <a16:creationId xmlns:a16="http://schemas.microsoft.com/office/drawing/2014/main" id="{DD63B58D-AF35-168A-3672-C0FE9598A835}"/>
              </a:ext>
            </a:extLst>
          </p:cNvPr>
          <p:cNvSpPr txBox="1"/>
          <p:nvPr/>
        </p:nvSpPr>
        <p:spPr>
          <a:xfrm>
            <a:off x="5931638" y="3322643"/>
            <a:ext cx="418704" cy="369332"/>
          </a:xfrm>
          <a:prstGeom prst="rect">
            <a:avLst/>
          </a:prstGeom>
          <a:noFill/>
        </p:spPr>
        <p:txBody>
          <a:bodyPr wrap="none" rtlCol="0">
            <a:spAutoFit/>
          </a:bodyPr>
          <a:lstStyle/>
          <a:p>
            <a:r>
              <a:rPr lang="en-US"/>
              <a:t>30</a:t>
            </a:r>
          </a:p>
        </p:txBody>
      </p:sp>
      <p:sp>
        <p:nvSpPr>
          <p:cNvPr id="12" name="TextBox 11">
            <a:extLst>
              <a:ext uri="{FF2B5EF4-FFF2-40B4-BE49-F238E27FC236}">
                <a16:creationId xmlns:a16="http://schemas.microsoft.com/office/drawing/2014/main" id="{C81DA621-7278-4621-1CB7-78383C82F347}"/>
              </a:ext>
            </a:extLst>
          </p:cNvPr>
          <p:cNvSpPr txBox="1"/>
          <p:nvPr/>
        </p:nvSpPr>
        <p:spPr>
          <a:xfrm>
            <a:off x="3454449" y="1956551"/>
            <a:ext cx="535724" cy="369332"/>
          </a:xfrm>
          <a:prstGeom prst="rect">
            <a:avLst/>
          </a:prstGeom>
          <a:noFill/>
        </p:spPr>
        <p:txBody>
          <a:bodyPr wrap="none" rtlCol="0">
            <a:spAutoFit/>
          </a:bodyPr>
          <a:lstStyle/>
          <a:p>
            <a:r>
              <a:rPr lang="en-US"/>
              <a:t>100</a:t>
            </a:r>
          </a:p>
        </p:txBody>
      </p:sp>
      <p:sp>
        <p:nvSpPr>
          <p:cNvPr id="13" name="TextBox 12">
            <a:extLst>
              <a:ext uri="{FF2B5EF4-FFF2-40B4-BE49-F238E27FC236}">
                <a16:creationId xmlns:a16="http://schemas.microsoft.com/office/drawing/2014/main" id="{02E225A1-21FA-9E41-4245-EA8D2DD26E0F}"/>
              </a:ext>
            </a:extLst>
          </p:cNvPr>
          <p:cNvSpPr txBox="1"/>
          <p:nvPr/>
        </p:nvSpPr>
        <p:spPr>
          <a:xfrm>
            <a:off x="3721152" y="2304899"/>
            <a:ext cx="418704" cy="369332"/>
          </a:xfrm>
          <a:prstGeom prst="rect">
            <a:avLst/>
          </a:prstGeom>
          <a:noFill/>
        </p:spPr>
        <p:txBody>
          <a:bodyPr wrap="none" rtlCol="0">
            <a:spAutoFit/>
          </a:bodyPr>
          <a:lstStyle/>
          <a:p>
            <a:r>
              <a:rPr lang="en-US"/>
              <a:t>50</a:t>
            </a:r>
          </a:p>
        </p:txBody>
      </p:sp>
      <p:sp>
        <p:nvSpPr>
          <p:cNvPr id="14" name="TextBox 13">
            <a:extLst>
              <a:ext uri="{FF2B5EF4-FFF2-40B4-BE49-F238E27FC236}">
                <a16:creationId xmlns:a16="http://schemas.microsoft.com/office/drawing/2014/main" id="{37E12D82-DC28-6000-5775-8BCA8B2E98F4}"/>
              </a:ext>
            </a:extLst>
          </p:cNvPr>
          <p:cNvSpPr txBox="1"/>
          <p:nvPr/>
        </p:nvSpPr>
        <p:spPr>
          <a:xfrm>
            <a:off x="7346095" y="1570104"/>
            <a:ext cx="418704" cy="369332"/>
          </a:xfrm>
          <a:prstGeom prst="rect">
            <a:avLst/>
          </a:prstGeom>
          <a:noFill/>
        </p:spPr>
        <p:txBody>
          <a:bodyPr wrap="none" rtlCol="0">
            <a:spAutoFit/>
          </a:bodyPr>
          <a:lstStyle/>
          <a:p>
            <a:r>
              <a:rPr lang="en-US"/>
              <a:t>20</a:t>
            </a:r>
          </a:p>
        </p:txBody>
      </p:sp>
      <p:sp>
        <p:nvSpPr>
          <p:cNvPr id="15" name="TextBox 14">
            <a:extLst>
              <a:ext uri="{FF2B5EF4-FFF2-40B4-BE49-F238E27FC236}">
                <a16:creationId xmlns:a16="http://schemas.microsoft.com/office/drawing/2014/main" id="{A494AFA2-47B3-BFAC-4B39-628F9B1FD1BE}"/>
              </a:ext>
            </a:extLst>
          </p:cNvPr>
          <p:cNvSpPr txBox="1"/>
          <p:nvPr/>
        </p:nvSpPr>
        <p:spPr>
          <a:xfrm>
            <a:off x="7694440" y="2081742"/>
            <a:ext cx="418704" cy="369332"/>
          </a:xfrm>
          <a:prstGeom prst="rect">
            <a:avLst/>
          </a:prstGeom>
          <a:noFill/>
        </p:spPr>
        <p:txBody>
          <a:bodyPr wrap="none" rtlCol="0">
            <a:spAutoFit/>
          </a:bodyPr>
          <a:lstStyle/>
          <a:p>
            <a:r>
              <a:rPr lang="en-US"/>
              <a:t>80</a:t>
            </a:r>
          </a:p>
        </p:txBody>
      </p:sp>
      <p:sp>
        <p:nvSpPr>
          <p:cNvPr id="16" name="TextBox 15">
            <a:extLst>
              <a:ext uri="{FF2B5EF4-FFF2-40B4-BE49-F238E27FC236}">
                <a16:creationId xmlns:a16="http://schemas.microsoft.com/office/drawing/2014/main" id="{06DC0D2A-5F0B-9652-717A-F9A32E1BCCB7}"/>
              </a:ext>
            </a:extLst>
          </p:cNvPr>
          <p:cNvSpPr txBox="1"/>
          <p:nvPr/>
        </p:nvSpPr>
        <p:spPr>
          <a:xfrm>
            <a:off x="6703840" y="2870958"/>
            <a:ext cx="418704" cy="369332"/>
          </a:xfrm>
          <a:prstGeom prst="rect">
            <a:avLst/>
          </a:prstGeom>
          <a:noFill/>
        </p:spPr>
        <p:txBody>
          <a:bodyPr wrap="none" rtlCol="0">
            <a:spAutoFit/>
          </a:bodyPr>
          <a:lstStyle/>
          <a:p>
            <a:r>
              <a:rPr lang="en-US"/>
              <a:t>40</a:t>
            </a:r>
          </a:p>
        </p:txBody>
      </p:sp>
      <p:sp>
        <p:nvSpPr>
          <p:cNvPr id="17" name="TextBox 16">
            <a:extLst>
              <a:ext uri="{FF2B5EF4-FFF2-40B4-BE49-F238E27FC236}">
                <a16:creationId xmlns:a16="http://schemas.microsoft.com/office/drawing/2014/main" id="{DA30EC67-3B9C-67BE-8F0A-9C405D815077}"/>
              </a:ext>
            </a:extLst>
          </p:cNvPr>
          <p:cNvSpPr txBox="1"/>
          <p:nvPr/>
        </p:nvSpPr>
        <p:spPr>
          <a:xfrm>
            <a:off x="4162148" y="3089349"/>
            <a:ext cx="418704" cy="369332"/>
          </a:xfrm>
          <a:prstGeom prst="rect">
            <a:avLst/>
          </a:prstGeom>
          <a:noFill/>
        </p:spPr>
        <p:txBody>
          <a:bodyPr wrap="none" rtlCol="0">
            <a:spAutoFit/>
          </a:bodyPr>
          <a:lstStyle/>
          <a:p>
            <a:r>
              <a:rPr lang="en-US"/>
              <a:t>40</a:t>
            </a:r>
          </a:p>
        </p:txBody>
      </p:sp>
      <p:sp>
        <p:nvSpPr>
          <p:cNvPr id="19" name="TextBox 18">
            <a:extLst>
              <a:ext uri="{FF2B5EF4-FFF2-40B4-BE49-F238E27FC236}">
                <a16:creationId xmlns:a16="http://schemas.microsoft.com/office/drawing/2014/main" id="{8D35F27B-9F4B-E532-7BDD-F7A3DB29E2A5}"/>
              </a:ext>
            </a:extLst>
          </p:cNvPr>
          <p:cNvSpPr txBox="1"/>
          <p:nvPr/>
        </p:nvSpPr>
        <p:spPr>
          <a:xfrm>
            <a:off x="2745941" y="1771323"/>
            <a:ext cx="301686" cy="369332"/>
          </a:xfrm>
          <a:prstGeom prst="rect">
            <a:avLst/>
          </a:prstGeom>
          <a:noFill/>
        </p:spPr>
        <p:txBody>
          <a:bodyPr wrap="none" rtlCol="0">
            <a:spAutoFit/>
          </a:bodyPr>
          <a:lstStyle/>
          <a:p>
            <a:r>
              <a:rPr lang="en-US"/>
              <a:t>5</a:t>
            </a:r>
          </a:p>
        </p:txBody>
      </p:sp>
      <p:sp>
        <p:nvSpPr>
          <p:cNvPr id="20" name="TextBox 19">
            <a:extLst>
              <a:ext uri="{FF2B5EF4-FFF2-40B4-BE49-F238E27FC236}">
                <a16:creationId xmlns:a16="http://schemas.microsoft.com/office/drawing/2014/main" id="{F88E147A-2A81-CAC8-B79F-18F3CE600265}"/>
              </a:ext>
            </a:extLst>
          </p:cNvPr>
          <p:cNvSpPr txBox="1"/>
          <p:nvPr/>
        </p:nvSpPr>
        <p:spPr>
          <a:xfrm>
            <a:off x="1690027" y="1874736"/>
            <a:ext cx="301686" cy="369332"/>
          </a:xfrm>
          <a:prstGeom prst="rect">
            <a:avLst/>
          </a:prstGeom>
          <a:noFill/>
        </p:spPr>
        <p:txBody>
          <a:bodyPr wrap="none" rtlCol="0">
            <a:spAutoFit/>
          </a:bodyPr>
          <a:lstStyle/>
          <a:p>
            <a:r>
              <a:rPr lang="en-US"/>
              <a:t>1</a:t>
            </a:r>
          </a:p>
        </p:txBody>
      </p:sp>
      <p:sp>
        <p:nvSpPr>
          <p:cNvPr id="21" name="TextBox 20">
            <a:extLst>
              <a:ext uri="{FF2B5EF4-FFF2-40B4-BE49-F238E27FC236}">
                <a16:creationId xmlns:a16="http://schemas.microsoft.com/office/drawing/2014/main" id="{24AD0CC6-BC3E-73A1-D52A-0CF57D9404CD}"/>
              </a:ext>
            </a:extLst>
          </p:cNvPr>
          <p:cNvSpPr txBox="1"/>
          <p:nvPr/>
        </p:nvSpPr>
        <p:spPr>
          <a:xfrm>
            <a:off x="1907743" y="2321053"/>
            <a:ext cx="301686" cy="369332"/>
          </a:xfrm>
          <a:prstGeom prst="rect">
            <a:avLst/>
          </a:prstGeom>
          <a:noFill/>
        </p:spPr>
        <p:txBody>
          <a:bodyPr wrap="none" rtlCol="0">
            <a:spAutoFit/>
          </a:bodyPr>
          <a:lstStyle/>
          <a:p>
            <a:r>
              <a:rPr lang="en-US"/>
              <a:t>4</a:t>
            </a:r>
          </a:p>
        </p:txBody>
      </p:sp>
      <p:sp>
        <p:nvSpPr>
          <p:cNvPr id="22" name="TextBox 21">
            <a:extLst>
              <a:ext uri="{FF2B5EF4-FFF2-40B4-BE49-F238E27FC236}">
                <a16:creationId xmlns:a16="http://schemas.microsoft.com/office/drawing/2014/main" id="{89434D98-CF18-D294-981D-FA2A5E3DB848}"/>
              </a:ext>
            </a:extLst>
          </p:cNvPr>
          <p:cNvSpPr txBox="1"/>
          <p:nvPr/>
        </p:nvSpPr>
        <p:spPr>
          <a:xfrm>
            <a:off x="2593543" y="2337383"/>
            <a:ext cx="301686" cy="369332"/>
          </a:xfrm>
          <a:prstGeom prst="rect">
            <a:avLst/>
          </a:prstGeom>
          <a:noFill/>
        </p:spPr>
        <p:txBody>
          <a:bodyPr wrap="none" rtlCol="0">
            <a:spAutoFit/>
          </a:bodyPr>
          <a:lstStyle/>
          <a:p>
            <a:r>
              <a:rPr lang="en-US"/>
              <a:t>3</a:t>
            </a:r>
          </a:p>
        </p:txBody>
      </p:sp>
      <p:sp>
        <p:nvSpPr>
          <p:cNvPr id="23" name="TextBox 22">
            <a:extLst>
              <a:ext uri="{FF2B5EF4-FFF2-40B4-BE49-F238E27FC236}">
                <a16:creationId xmlns:a16="http://schemas.microsoft.com/office/drawing/2014/main" id="{820D7BE9-7D72-DF8F-7812-DD46433F26E6}"/>
              </a:ext>
            </a:extLst>
          </p:cNvPr>
          <p:cNvSpPr txBox="1"/>
          <p:nvPr/>
        </p:nvSpPr>
        <p:spPr>
          <a:xfrm>
            <a:off x="9516790" y="1325396"/>
            <a:ext cx="301686" cy="369332"/>
          </a:xfrm>
          <a:prstGeom prst="rect">
            <a:avLst/>
          </a:prstGeom>
          <a:noFill/>
        </p:spPr>
        <p:txBody>
          <a:bodyPr wrap="none" rtlCol="0">
            <a:spAutoFit/>
          </a:bodyPr>
          <a:lstStyle/>
          <a:p>
            <a:r>
              <a:rPr lang="en-US"/>
              <a:t>1</a:t>
            </a:r>
          </a:p>
        </p:txBody>
      </p:sp>
      <p:sp>
        <p:nvSpPr>
          <p:cNvPr id="24" name="TextBox 23">
            <a:extLst>
              <a:ext uri="{FF2B5EF4-FFF2-40B4-BE49-F238E27FC236}">
                <a16:creationId xmlns:a16="http://schemas.microsoft.com/office/drawing/2014/main" id="{1F5F91EA-72E9-8893-03FA-6C4220CFA3EB}"/>
              </a:ext>
            </a:extLst>
          </p:cNvPr>
          <p:cNvSpPr txBox="1"/>
          <p:nvPr/>
        </p:nvSpPr>
        <p:spPr>
          <a:xfrm>
            <a:off x="9587547" y="2114613"/>
            <a:ext cx="301686" cy="369332"/>
          </a:xfrm>
          <a:prstGeom prst="rect">
            <a:avLst/>
          </a:prstGeom>
          <a:noFill/>
        </p:spPr>
        <p:txBody>
          <a:bodyPr wrap="none" rtlCol="0">
            <a:spAutoFit/>
          </a:bodyPr>
          <a:lstStyle/>
          <a:p>
            <a:r>
              <a:rPr lang="en-US"/>
              <a:t>1</a:t>
            </a:r>
          </a:p>
        </p:txBody>
      </p:sp>
      <p:sp>
        <p:nvSpPr>
          <p:cNvPr id="25" name="TextBox 24">
            <a:extLst>
              <a:ext uri="{FF2B5EF4-FFF2-40B4-BE49-F238E27FC236}">
                <a16:creationId xmlns:a16="http://schemas.microsoft.com/office/drawing/2014/main" id="{3498A0D6-FC3B-31C1-9B41-73D83ED4FFED}"/>
              </a:ext>
            </a:extLst>
          </p:cNvPr>
          <p:cNvSpPr txBox="1"/>
          <p:nvPr/>
        </p:nvSpPr>
        <p:spPr>
          <a:xfrm>
            <a:off x="8972502" y="1564881"/>
            <a:ext cx="301686" cy="369332"/>
          </a:xfrm>
          <a:prstGeom prst="rect">
            <a:avLst/>
          </a:prstGeom>
          <a:noFill/>
        </p:spPr>
        <p:txBody>
          <a:bodyPr wrap="none" rtlCol="0">
            <a:spAutoFit/>
          </a:bodyPr>
          <a:lstStyle/>
          <a:p>
            <a:r>
              <a:rPr lang="en-US"/>
              <a:t>1</a:t>
            </a:r>
          </a:p>
        </p:txBody>
      </p:sp>
      <p:sp>
        <p:nvSpPr>
          <p:cNvPr id="26" name="TextBox 25">
            <a:extLst>
              <a:ext uri="{FF2B5EF4-FFF2-40B4-BE49-F238E27FC236}">
                <a16:creationId xmlns:a16="http://schemas.microsoft.com/office/drawing/2014/main" id="{FC14CD89-7462-0BD8-A337-B896AB6FF45B}"/>
              </a:ext>
            </a:extLst>
          </p:cNvPr>
          <p:cNvSpPr txBox="1"/>
          <p:nvPr/>
        </p:nvSpPr>
        <p:spPr>
          <a:xfrm>
            <a:off x="8466318" y="2136384"/>
            <a:ext cx="301686" cy="369332"/>
          </a:xfrm>
          <a:prstGeom prst="rect">
            <a:avLst/>
          </a:prstGeom>
          <a:noFill/>
        </p:spPr>
        <p:txBody>
          <a:bodyPr wrap="none" rtlCol="0">
            <a:spAutoFit/>
          </a:bodyPr>
          <a:lstStyle/>
          <a:p>
            <a:r>
              <a:rPr lang="en-US"/>
              <a:t>1</a:t>
            </a:r>
          </a:p>
        </p:txBody>
      </p:sp>
      <p:sp>
        <p:nvSpPr>
          <p:cNvPr id="27" name="TextBox 26">
            <a:extLst>
              <a:ext uri="{FF2B5EF4-FFF2-40B4-BE49-F238E27FC236}">
                <a16:creationId xmlns:a16="http://schemas.microsoft.com/office/drawing/2014/main" id="{66575A1B-47BA-1D56-9DFA-FDB08EED3F65}"/>
              </a:ext>
            </a:extLst>
          </p:cNvPr>
          <p:cNvSpPr txBox="1"/>
          <p:nvPr/>
        </p:nvSpPr>
        <p:spPr>
          <a:xfrm>
            <a:off x="8384676" y="1385268"/>
            <a:ext cx="301686" cy="369332"/>
          </a:xfrm>
          <a:prstGeom prst="rect">
            <a:avLst/>
          </a:prstGeom>
          <a:noFill/>
        </p:spPr>
        <p:txBody>
          <a:bodyPr wrap="none" rtlCol="0">
            <a:spAutoFit/>
          </a:bodyPr>
          <a:lstStyle/>
          <a:p>
            <a:r>
              <a:rPr lang="en-US"/>
              <a:t>1</a:t>
            </a:r>
          </a:p>
        </p:txBody>
      </p:sp>
    </p:spTree>
    <p:extLst>
      <p:ext uri="{BB962C8B-B14F-4D97-AF65-F5344CB8AC3E}">
        <p14:creationId xmlns:p14="http://schemas.microsoft.com/office/powerpoint/2010/main" val="80976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52BEE9-B2BD-BD2C-670F-4EE77F3F66FB}"/>
              </a:ext>
            </a:extLst>
          </p:cNvPr>
          <p:cNvSpPr>
            <a:spLocks noGrp="1"/>
          </p:cNvSpPr>
          <p:nvPr>
            <p:ph idx="1"/>
          </p:nvPr>
        </p:nvSpPr>
        <p:spPr/>
        <p:txBody>
          <a:bodyPr/>
          <a:lstStyle/>
          <a:p>
            <a:r>
              <a:rPr lang="en-US"/>
              <a:t>For 3c, only intra-domain routing matters (destination subnet is within the same AS). </a:t>
            </a:r>
          </a:p>
          <a:p>
            <a:pPr lvl="1"/>
            <a:r>
              <a:rPr lang="en-US"/>
              <a:t>Shortest path to X is through 3a.</a:t>
            </a:r>
          </a:p>
          <a:p>
            <a:r>
              <a:rPr lang="en-US"/>
              <a:t>For 2b</a:t>
            </a:r>
          </a:p>
          <a:p>
            <a:pPr lvl="1"/>
            <a:r>
              <a:rPr lang="en-US"/>
              <a:t>2c tells 2b it can reach the subnet with: AS-PATH AS3, NEXT-HOP 3a</a:t>
            </a:r>
          </a:p>
          <a:p>
            <a:pPr lvl="1"/>
            <a:r>
              <a:rPr lang="en-US"/>
              <a:t>2a tells 2b it can reach the subnet with: AS-PATH AS1, AS3, NEXT-HOP 1c</a:t>
            </a:r>
          </a:p>
          <a:p>
            <a:pPr lvl="1"/>
            <a:r>
              <a:rPr lang="en-US"/>
              <a:t>2b is prioritizing hot potato routing</a:t>
            </a:r>
          </a:p>
          <a:p>
            <a:pPr lvl="2"/>
            <a:r>
              <a:rPr lang="en-US"/>
              <a:t>Path to 3a costs 80 (knows this through intra-domain routing)</a:t>
            </a:r>
          </a:p>
          <a:p>
            <a:pPr lvl="2"/>
            <a:r>
              <a:rPr lang="en-US"/>
              <a:t>Path to 1c costs 70 (knows this through intra-domain routing)</a:t>
            </a:r>
          </a:p>
          <a:p>
            <a:pPr lvl="1"/>
            <a:r>
              <a:rPr lang="en-US"/>
              <a:t>2b will choose the path advertised by 2a. Next hop in 2b’s forwarding table will be 2d. </a:t>
            </a:r>
          </a:p>
        </p:txBody>
      </p:sp>
      <p:sp>
        <p:nvSpPr>
          <p:cNvPr id="3" name="Title 2">
            <a:extLst>
              <a:ext uri="{FF2B5EF4-FFF2-40B4-BE49-F238E27FC236}">
                <a16:creationId xmlns:a16="http://schemas.microsoft.com/office/drawing/2014/main" id="{62A3A4FF-4ABD-4DFC-5AC5-C8E4C202BC81}"/>
              </a:ext>
            </a:extLst>
          </p:cNvPr>
          <p:cNvSpPr>
            <a:spLocks noGrp="1"/>
          </p:cNvSpPr>
          <p:nvPr>
            <p:ph type="title"/>
          </p:nvPr>
        </p:nvSpPr>
        <p:spPr/>
        <p:txBody>
          <a:bodyPr/>
          <a:lstStyle/>
          <a:p>
            <a:r>
              <a:rPr lang="en-US"/>
              <a:t>Answer</a:t>
            </a:r>
          </a:p>
        </p:txBody>
      </p:sp>
    </p:spTree>
    <p:extLst>
      <p:ext uri="{BB962C8B-B14F-4D97-AF65-F5344CB8AC3E}">
        <p14:creationId xmlns:p14="http://schemas.microsoft.com/office/powerpoint/2010/main" val="688236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52BEE9-B2BD-BD2C-670F-4EE77F3F66FB}"/>
              </a:ext>
            </a:extLst>
          </p:cNvPr>
          <p:cNvSpPr>
            <a:spLocks noGrp="1"/>
          </p:cNvSpPr>
          <p:nvPr>
            <p:ph idx="1"/>
          </p:nvPr>
        </p:nvSpPr>
        <p:spPr/>
        <p:txBody>
          <a:bodyPr/>
          <a:lstStyle/>
          <a:p>
            <a:r>
              <a:rPr lang="en-US"/>
              <a:t>For 1a, 1c tells 1a it can reach the subnet with: AS-PATH AS3, NEXT-HOP 3a</a:t>
            </a:r>
          </a:p>
          <a:p>
            <a:r>
              <a:rPr lang="en-US"/>
              <a:t>That’s the only path to that subnet 1a knows. </a:t>
            </a:r>
          </a:p>
          <a:p>
            <a:r>
              <a:rPr lang="en-US"/>
              <a:t>Through intra-domain routing, 1a knows its shortest path is through 1b. </a:t>
            </a:r>
          </a:p>
        </p:txBody>
      </p:sp>
      <p:sp>
        <p:nvSpPr>
          <p:cNvPr id="3" name="Title 2">
            <a:extLst>
              <a:ext uri="{FF2B5EF4-FFF2-40B4-BE49-F238E27FC236}">
                <a16:creationId xmlns:a16="http://schemas.microsoft.com/office/drawing/2014/main" id="{62A3A4FF-4ABD-4DFC-5AC5-C8E4C202BC81}"/>
              </a:ext>
            </a:extLst>
          </p:cNvPr>
          <p:cNvSpPr>
            <a:spLocks noGrp="1"/>
          </p:cNvSpPr>
          <p:nvPr>
            <p:ph type="title"/>
          </p:nvPr>
        </p:nvSpPr>
        <p:spPr/>
        <p:txBody>
          <a:bodyPr/>
          <a:lstStyle/>
          <a:p>
            <a:r>
              <a:rPr lang="en-US"/>
              <a:t>Answer</a:t>
            </a:r>
          </a:p>
        </p:txBody>
      </p:sp>
    </p:spTree>
    <p:extLst>
      <p:ext uri="{BB962C8B-B14F-4D97-AF65-F5344CB8AC3E}">
        <p14:creationId xmlns:p14="http://schemas.microsoft.com/office/powerpoint/2010/main" val="2176351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angle 4">
            <a:extLst>
              <a:ext uri="{FF2B5EF4-FFF2-40B4-BE49-F238E27FC236}">
                <a16:creationId xmlns:a16="http://schemas.microsoft.com/office/drawing/2014/main" id="{2232FF8D-4FEF-E645-B7EA-CC7B2BF547BD}"/>
              </a:ext>
            </a:extLst>
          </p:cNvPr>
          <p:cNvSpPr txBox="1">
            <a:spLocks noChangeArrowheads="1"/>
          </p:cNvSpPr>
          <p:nvPr/>
        </p:nvSpPr>
        <p:spPr>
          <a:xfrm>
            <a:off x="1028702" y="4038310"/>
            <a:ext cx="9975595" cy="2656402"/>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3688" indent="-293688">
              <a:lnSpc>
                <a:spcPts val="2140"/>
              </a:lnSpc>
            </a:pPr>
            <a:r>
              <a:rPr lang="en-US" sz="2400" strike="sngStrike"/>
              <a:t>AS2 is AS1’s and AS3’s customer. It does not want to carry their transit traffic. </a:t>
            </a:r>
          </a:p>
          <a:p>
            <a:pPr marL="293688" indent="-293688">
              <a:lnSpc>
                <a:spcPts val="2140"/>
              </a:lnSpc>
            </a:pPr>
            <a:r>
              <a:rPr lang="en-US" sz="2400"/>
              <a:t>X is connected to subnet 50.60.0.0/16.</a:t>
            </a:r>
          </a:p>
          <a:p>
            <a:pPr marL="293688" indent="-293688">
              <a:lnSpc>
                <a:spcPts val="2140"/>
              </a:lnSpc>
            </a:pPr>
            <a:r>
              <a:rPr lang="en-US" sz="2400"/>
              <a:t>Gateway routers use default BGP route selection criteria list.</a:t>
            </a:r>
          </a:p>
          <a:p>
            <a:pPr marL="293688" indent="-293688">
              <a:lnSpc>
                <a:spcPts val="2140"/>
              </a:lnSpc>
            </a:pPr>
            <a:r>
              <a:rPr lang="en-US" sz="2400"/>
              <a:t>Internal routers prioritize hot potato routing.</a:t>
            </a:r>
          </a:p>
          <a:p>
            <a:pPr marL="293688" indent="-293688">
              <a:lnSpc>
                <a:spcPts val="2140"/>
              </a:lnSpc>
            </a:pPr>
            <a:r>
              <a:rPr lang="en-US" sz="2400"/>
              <a:t>Link weights are shown in the figure</a:t>
            </a:r>
          </a:p>
          <a:p>
            <a:pPr marL="293688" indent="-293688">
              <a:lnSpc>
                <a:spcPts val="2140"/>
              </a:lnSpc>
            </a:pPr>
            <a:r>
              <a:rPr lang="en-US" sz="2400"/>
              <a:t>What are relevant entries in router 3c’s forwarding table for forwarding to 50.60.0.0/16? How about for router 2b? How about for router 1a?</a:t>
            </a:r>
          </a:p>
        </p:txBody>
      </p:sp>
      <p:grpSp>
        <p:nvGrpSpPr>
          <p:cNvPr id="242" name="Group 241">
            <a:extLst>
              <a:ext uri="{FF2B5EF4-FFF2-40B4-BE49-F238E27FC236}">
                <a16:creationId xmlns:a16="http://schemas.microsoft.com/office/drawing/2014/main" id="{6E588378-AB3C-7643-8B8F-7696DC3EA767}"/>
              </a:ext>
            </a:extLst>
          </p:cNvPr>
          <p:cNvGrpSpPr/>
          <p:nvPr/>
        </p:nvGrpSpPr>
        <p:grpSpPr>
          <a:xfrm>
            <a:off x="1970966" y="1952535"/>
            <a:ext cx="1118837" cy="826267"/>
            <a:chOff x="4052000" y="2820739"/>
            <a:chExt cx="1118837" cy="826267"/>
          </a:xfrm>
        </p:grpSpPr>
        <p:cxnSp>
          <p:nvCxnSpPr>
            <p:cNvPr id="243" name="Straight Arrow Connector 242">
              <a:extLst>
                <a:ext uri="{FF2B5EF4-FFF2-40B4-BE49-F238E27FC236}">
                  <a16:creationId xmlns:a16="http://schemas.microsoft.com/office/drawing/2014/main" id="{8788AB24-E49A-9D42-9746-5F1AC923F508}"/>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4" name="Straight Arrow Connector 243">
              <a:extLst>
                <a:ext uri="{FF2B5EF4-FFF2-40B4-BE49-F238E27FC236}">
                  <a16:creationId xmlns:a16="http://schemas.microsoft.com/office/drawing/2014/main" id="{A73C5C13-0DA1-CE4C-AAB8-6132C6E0D88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5" name="Straight Arrow Connector 244">
              <a:extLst>
                <a:ext uri="{FF2B5EF4-FFF2-40B4-BE49-F238E27FC236}">
                  <a16:creationId xmlns:a16="http://schemas.microsoft.com/office/drawing/2014/main" id="{70F16FA1-A20C-4948-9683-F7720A00EE5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46" name="Group 245">
            <a:extLst>
              <a:ext uri="{FF2B5EF4-FFF2-40B4-BE49-F238E27FC236}">
                <a16:creationId xmlns:a16="http://schemas.microsoft.com/office/drawing/2014/main" id="{CB6EBD89-7C58-E647-8259-C3CC0DA3FBFE}"/>
              </a:ext>
            </a:extLst>
          </p:cNvPr>
          <p:cNvGrpSpPr/>
          <p:nvPr/>
        </p:nvGrpSpPr>
        <p:grpSpPr>
          <a:xfrm>
            <a:off x="6436517" y="1247426"/>
            <a:ext cx="928664" cy="573008"/>
            <a:chOff x="4482698" y="1658905"/>
            <a:chExt cx="928664" cy="573008"/>
          </a:xfrm>
        </p:grpSpPr>
        <p:sp>
          <p:nvSpPr>
            <p:cNvPr id="247" name="AutoShape 118">
              <a:extLst>
                <a:ext uri="{FF2B5EF4-FFF2-40B4-BE49-F238E27FC236}">
                  <a16:creationId xmlns:a16="http://schemas.microsoft.com/office/drawing/2014/main" id="{C4DDF1A3-A046-ED42-ACAC-5927DA6AC10C}"/>
                </a:ext>
              </a:extLst>
            </p:cNvPr>
            <p:cNvSpPr>
              <a:spLocks noChangeArrowheads="1"/>
            </p:cNvSpPr>
            <p:nvPr/>
          </p:nvSpPr>
          <p:spPr bwMode="auto">
            <a:xfrm rot="21210880">
              <a:off x="4643012" y="1955688"/>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248" name="TextBox 247">
              <a:extLst>
                <a:ext uri="{FF2B5EF4-FFF2-40B4-BE49-F238E27FC236}">
                  <a16:creationId xmlns:a16="http://schemas.microsoft.com/office/drawing/2014/main" id="{DC604320-3281-9C46-A4A2-C7947827CBE2}"/>
                </a:ext>
              </a:extLst>
            </p:cNvPr>
            <p:cNvSpPr txBox="1"/>
            <p:nvPr/>
          </p:nvSpPr>
          <p:spPr>
            <a:xfrm>
              <a:off x="4482698" y="1658905"/>
              <a:ext cx="764953" cy="338554"/>
            </a:xfrm>
            <a:prstGeom prst="rect">
              <a:avLst/>
            </a:prstGeom>
            <a:noFill/>
          </p:spPr>
          <p:txBody>
            <a:bodyPr wrap="none" rtlCol="0">
              <a:spAutoFit/>
            </a:bodyPr>
            <a:lstStyle/>
            <a:p>
              <a:r>
                <a:rPr lang="en-US" sz="1600" i="1">
                  <a:solidFill>
                    <a:srgbClr val="C00000"/>
                  </a:solidFill>
                  <a:latin typeface="Arial" panose="020B0604020202020204" pitchFamily="34" charset="0"/>
                  <a:cs typeface="Arial" panose="020B0604020202020204" pitchFamily="34" charset="0"/>
                </a:rPr>
                <a:t>AS3,X</a:t>
              </a:r>
            </a:p>
          </p:txBody>
        </p:sp>
      </p:grpSp>
      <p:grpSp>
        <p:nvGrpSpPr>
          <p:cNvPr id="335" name="Group 117">
            <a:extLst>
              <a:ext uri="{FF2B5EF4-FFF2-40B4-BE49-F238E27FC236}">
                <a16:creationId xmlns:a16="http://schemas.microsoft.com/office/drawing/2014/main" id="{499578B2-9337-6441-BD75-B09C9CAC1963}"/>
              </a:ext>
            </a:extLst>
          </p:cNvPr>
          <p:cNvGrpSpPr>
            <a:grpSpLocks/>
          </p:cNvGrpSpPr>
          <p:nvPr/>
        </p:nvGrpSpPr>
        <p:grpSpPr bwMode="auto">
          <a:xfrm>
            <a:off x="7038891" y="2604083"/>
            <a:ext cx="1290638" cy="481013"/>
            <a:chOff x="2282" y="2446"/>
            <a:chExt cx="813" cy="303"/>
          </a:xfrm>
        </p:grpSpPr>
        <p:sp>
          <p:nvSpPr>
            <p:cNvPr id="336" name="AutoShape 118">
              <a:extLst>
                <a:ext uri="{FF2B5EF4-FFF2-40B4-BE49-F238E27FC236}">
                  <a16:creationId xmlns:a16="http://schemas.microsoft.com/office/drawing/2014/main" id="{87CF43BB-9638-1849-BCC0-3D8B346AB96B}"/>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37" name="Text Box 119">
              <a:extLst>
                <a:ext uri="{FF2B5EF4-FFF2-40B4-BE49-F238E27FC236}">
                  <a16:creationId xmlns:a16="http://schemas.microsoft.com/office/drawing/2014/main" id="{F6316E17-9D4A-514F-B9C2-2CE5C2F0F227}"/>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grpSp>
        <p:nvGrpSpPr>
          <p:cNvPr id="224" name="Group 223">
            <a:extLst>
              <a:ext uri="{FF2B5EF4-FFF2-40B4-BE49-F238E27FC236}">
                <a16:creationId xmlns:a16="http://schemas.microsoft.com/office/drawing/2014/main" id="{C8C59A59-1D76-C647-A251-D4088B013D8A}"/>
              </a:ext>
            </a:extLst>
          </p:cNvPr>
          <p:cNvGrpSpPr/>
          <p:nvPr/>
        </p:nvGrpSpPr>
        <p:grpSpPr>
          <a:xfrm>
            <a:off x="1113403" y="1064076"/>
            <a:ext cx="9801110" cy="2876474"/>
            <a:chOff x="1113403" y="1064076"/>
            <a:chExt cx="9801110" cy="2876474"/>
          </a:xfrm>
        </p:grpSpPr>
        <p:grpSp>
          <p:nvGrpSpPr>
            <p:cNvPr id="356" name="Group 355">
              <a:extLst>
                <a:ext uri="{FF2B5EF4-FFF2-40B4-BE49-F238E27FC236}">
                  <a16:creationId xmlns:a16="http://schemas.microsoft.com/office/drawing/2014/main" id="{5E8C95F8-7B0C-AE45-8FF2-737D4CDC3B01}"/>
                </a:ext>
              </a:extLst>
            </p:cNvPr>
            <p:cNvGrpSpPr/>
            <p:nvPr/>
          </p:nvGrpSpPr>
          <p:grpSpPr>
            <a:xfrm>
              <a:off x="1113403" y="1064076"/>
              <a:ext cx="9801110" cy="2876474"/>
              <a:chOff x="1426553" y="3694542"/>
              <a:chExt cx="9801110" cy="2876474"/>
            </a:xfrm>
          </p:grpSpPr>
          <p:grpSp>
            <p:nvGrpSpPr>
              <p:cNvPr id="357" name="Group 356">
                <a:extLst>
                  <a:ext uri="{FF2B5EF4-FFF2-40B4-BE49-F238E27FC236}">
                    <a16:creationId xmlns:a16="http://schemas.microsoft.com/office/drawing/2014/main" id="{0A451CF8-BF7F-4D44-A41E-DFD92B55911F}"/>
                  </a:ext>
                </a:extLst>
              </p:cNvPr>
              <p:cNvGrpSpPr/>
              <p:nvPr/>
            </p:nvGrpSpPr>
            <p:grpSpPr>
              <a:xfrm>
                <a:off x="1426553" y="3694542"/>
                <a:ext cx="9249542" cy="2876474"/>
                <a:chOff x="1426553" y="3694542"/>
                <a:chExt cx="9249542" cy="2876474"/>
              </a:xfrm>
            </p:grpSpPr>
            <p:grpSp>
              <p:nvGrpSpPr>
                <p:cNvPr id="375" name="Group 374">
                  <a:extLst>
                    <a:ext uri="{FF2B5EF4-FFF2-40B4-BE49-F238E27FC236}">
                      <a16:creationId xmlns:a16="http://schemas.microsoft.com/office/drawing/2014/main" id="{F970A349-418F-4E41-AA61-FFEE40ECDFB0}"/>
                    </a:ext>
                  </a:extLst>
                </p:cNvPr>
                <p:cNvGrpSpPr/>
                <p:nvPr/>
              </p:nvGrpSpPr>
              <p:grpSpPr>
                <a:xfrm>
                  <a:off x="4625977" y="4850481"/>
                  <a:ext cx="2545688" cy="1720535"/>
                  <a:chOff x="4625977" y="4850481"/>
                  <a:chExt cx="2545688" cy="1720535"/>
                </a:xfrm>
              </p:grpSpPr>
              <p:grpSp>
                <p:nvGrpSpPr>
                  <p:cNvPr id="509" name="Group 508">
                    <a:extLst>
                      <a:ext uri="{FF2B5EF4-FFF2-40B4-BE49-F238E27FC236}">
                        <a16:creationId xmlns:a16="http://schemas.microsoft.com/office/drawing/2014/main" id="{0C9FE3FE-A24D-894D-A22E-F47844E43413}"/>
                      </a:ext>
                    </a:extLst>
                  </p:cNvPr>
                  <p:cNvGrpSpPr/>
                  <p:nvPr/>
                </p:nvGrpSpPr>
                <p:grpSpPr>
                  <a:xfrm>
                    <a:off x="4625977" y="4850481"/>
                    <a:ext cx="2545688" cy="1720535"/>
                    <a:chOff x="-2170772" y="2784954"/>
                    <a:chExt cx="2712783" cy="1853712"/>
                  </a:xfrm>
                </p:grpSpPr>
                <p:sp>
                  <p:nvSpPr>
                    <p:cNvPr id="511" name="Freeform 2">
                      <a:extLst>
                        <a:ext uri="{FF2B5EF4-FFF2-40B4-BE49-F238E27FC236}">
                          <a16:creationId xmlns:a16="http://schemas.microsoft.com/office/drawing/2014/main" id="{016A1667-F58D-654E-A107-D60F5494527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512" name="Group 511">
                      <a:extLst>
                        <a:ext uri="{FF2B5EF4-FFF2-40B4-BE49-F238E27FC236}">
                          <a16:creationId xmlns:a16="http://schemas.microsoft.com/office/drawing/2014/main" id="{44AABC2A-53FF-EF4C-BC04-E89F477E4CD6}"/>
                        </a:ext>
                      </a:extLst>
                    </p:cNvPr>
                    <p:cNvGrpSpPr/>
                    <p:nvPr/>
                  </p:nvGrpSpPr>
                  <p:grpSpPr>
                    <a:xfrm>
                      <a:off x="-1935370" y="2935816"/>
                      <a:ext cx="2333625" cy="1590649"/>
                      <a:chOff x="833331" y="2873352"/>
                      <a:chExt cx="2333625" cy="1590649"/>
                    </a:xfrm>
                  </p:grpSpPr>
                  <p:grpSp>
                    <p:nvGrpSpPr>
                      <p:cNvPr id="513" name="Group 512">
                        <a:extLst>
                          <a:ext uri="{FF2B5EF4-FFF2-40B4-BE49-F238E27FC236}">
                            <a16:creationId xmlns:a16="http://schemas.microsoft.com/office/drawing/2014/main" id="{42AF9E26-B2A8-DC47-AB56-C4444313A6D8}"/>
                          </a:ext>
                        </a:extLst>
                      </p:cNvPr>
                      <p:cNvGrpSpPr/>
                      <p:nvPr/>
                    </p:nvGrpSpPr>
                    <p:grpSpPr>
                      <a:xfrm>
                        <a:off x="1736090" y="2873352"/>
                        <a:ext cx="565150" cy="369332"/>
                        <a:chOff x="1736090" y="2873352"/>
                        <a:chExt cx="565150" cy="369332"/>
                      </a:xfrm>
                    </p:grpSpPr>
                    <p:grpSp>
                      <p:nvGrpSpPr>
                        <p:cNvPr id="559" name="Group 327">
                          <a:extLst>
                            <a:ext uri="{FF2B5EF4-FFF2-40B4-BE49-F238E27FC236}">
                              <a16:creationId xmlns:a16="http://schemas.microsoft.com/office/drawing/2014/main" id="{B2651D17-134F-7C41-A454-18C3536D6950}"/>
                            </a:ext>
                          </a:extLst>
                        </p:cNvPr>
                        <p:cNvGrpSpPr>
                          <a:grpSpLocks/>
                        </p:cNvGrpSpPr>
                        <p:nvPr/>
                      </p:nvGrpSpPr>
                      <p:grpSpPr bwMode="auto">
                        <a:xfrm>
                          <a:off x="1736090" y="2893762"/>
                          <a:ext cx="565150" cy="292100"/>
                          <a:chOff x="1871277" y="1576300"/>
                          <a:chExt cx="1128371" cy="437861"/>
                        </a:xfrm>
                      </p:grpSpPr>
                      <p:sp>
                        <p:nvSpPr>
                          <p:cNvPr id="563" name="Oval 562">
                            <a:extLst>
                              <a:ext uri="{FF2B5EF4-FFF2-40B4-BE49-F238E27FC236}">
                                <a16:creationId xmlns:a16="http://schemas.microsoft.com/office/drawing/2014/main" id="{81D3716B-D087-834C-A6F7-F26A40F4DE4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4" name="Rectangle 563">
                            <a:extLst>
                              <a:ext uri="{FF2B5EF4-FFF2-40B4-BE49-F238E27FC236}">
                                <a16:creationId xmlns:a16="http://schemas.microsoft.com/office/drawing/2014/main" id="{13F26CC8-2D1B-9641-AAD0-7C844C8488A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5" name="Oval 564">
                            <a:extLst>
                              <a:ext uri="{FF2B5EF4-FFF2-40B4-BE49-F238E27FC236}">
                                <a16:creationId xmlns:a16="http://schemas.microsoft.com/office/drawing/2014/main" id="{4527F589-3947-6543-BF37-FE188711458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6" name="Freeform 565">
                            <a:extLst>
                              <a:ext uri="{FF2B5EF4-FFF2-40B4-BE49-F238E27FC236}">
                                <a16:creationId xmlns:a16="http://schemas.microsoft.com/office/drawing/2014/main" id="{69214495-72A1-3D4E-8277-1590777C2E1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7" name="Freeform 566">
                            <a:extLst>
                              <a:ext uri="{FF2B5EF4-FFF2-40B4-BE49-F238E27FC236}">
                                <a16:creationId xmlns:a16="http://schemas.microsoft.com/office/drawing/2014/main" id="{FA34739F-7785-904A-91D7-6AAE7B343DA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8" name="Freeform 567">
                            <a:extLst>
                              <a:ext uri="{FF2B5EF4-FFF2-40B4-BE49-F238E27FC236}">
                                <a16:creationId xmlns:a16="http://schemas.microsoft.com/office/drawing/2014/main" id="{08C1BAB0-BEC6-D245-A60D-07387DB865A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9" name="Freeform 568">
                            <a:extLst>
                              <a:ext uri="{FF2B5EF4-FFF2-40B4-BE49-F238E27FC236}">
                                <a16:creationId xmlns:a16="http://schemas.microsoft.com/office/drawing/2014/main" id="{D7F49E55-8034-8742-8472-7D0077FE19E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70" name="Straight Connector 569">
                            <a:extLst>
                              <a:ext uri="{FF2B5EF4-FFF2-40B4-BE49-F238E27FC236}">
                                <a16:creationId xmlns:a16="http://schemas.microsoft.com/office/drawing/2014/main" id="{073D7C33-2AC1-784F-A285-B683AEF9AE76}"/>
                              </a:ext>
                            </a:extLst>
                          </p:cNvPr>
                          <p:cNvCxnSpPr>
                            <a:cxnSpLocks/>
                            <a:endCxn id="56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71" name="Straight Connector 570">
                            <a:extLst>
                              <a:ext uri="{FF2B5EF4-FFF2-40B4-BE49-F238E27FC236}">
                                <a16:creationId xmlns:a16="http://schemas.microsoft.com/office/drawing/2014/main" id="{5FEE905D-B09A-B448-B0BC-D0B7F043718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60" name="Group 559">
                          <a:extLst>
                            <a:ext uri="{FF2B5EF4-FFF2-40B4-BE49-F238E27FC236}">
                              <a16:creationId xmlns:a16="http://schemas.microsoft.com/office/drawing/2014/main" id="{A3E0F0AA-FB05-D342-AFA8-09D7D632A6A2}"/>
                            </a:ext>
                          </a:extLst>
                        </p:cNvPr>
                        <p:cNvGrpSpPr/>
                        <p:nvPr/>
                      </p:nvGrpSpPr>
                      <p:grpSpPr>
                        <a:xfrm>
                          <a:off x="1770362" y="2873352"/>
                          <a:ext cx="441422" cy="369332"/>
                          <a:chOff x="667045" y="1708643"/>
                          <a:chExt cx="441422" cy="369332"/>
                        </a:xfrm>
                      </p:grpSpPr>
                      <p:sp>
                        <p:nvSpPr>
                          <p:cNvPr id="561" name="Oval 560">
                            <a:extLst>
                              <a:ext uri="{FF2B5EF4-FFF2-40B4-BE49-F238E27FC236}">
                                <a16:creationId xmlns:a16="http://schemas.microsoft.com/office/drawing/2014/main" id="{3C93E73B-53BE-4C47-86B5-DD9DAB0CC74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2" name="TextBox 561">
                            <a:extLst>
                              <a:ext uri="{FF2B5EF4-FFF2-40B4-BE49-F238E27FC236}">
                                <a16:creationId xmlns:a16="http://schemas.microsoft.com/office/drawing/2014/main" id="{A65FA9FA-4EC6-DD46-A5A0-21BBF6B6914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514" name="Group 513">
                        <a:extLst>
                          <a:ext uri="{FF2B5EF4-FFF2-40B4-BE49-F238E27FC236}">
                            <a16:creationId xmlns:a16="http://schemas.microsoft.com/office/drawing/2014/main" id="{50429747-57EE-4F42-97FA-CEA2BF951193}"/>
                          </a:ext>
                        </a:extLst>
                      </p:cNvPr>
                      <p:cNvGrpSpPr/>
                      <p:nvPr/>
                    </p:nvGrpSpPr>
                    <p:grpSpPr>
                      <a:xfrm>
                        <a:off x="1740320" y="4094669"/>
                        <a:ext cx="565150" cy="369332"/>
                        <a:chOff x="1736090" y="2873352"/>
                        <a:chExt cx="565150" cy="369332"/>
                      </a:xfrm>
                    </p:grpSpPr>
                    <p:grpSp>
                      <p:nvGrpSpPr>
                        <p:cNvPr id="546" name="Group 327">
                          <a:extLst>
                            <a:ext uri="{FF2B5EF4-FFF2-40B4-BE49-F238E27FC236}">
                              <a16:creationId xmlns:a16="http://schemas.microsoft.com/office/drawing/2014/main" id="{A536345E-51CD-834E-A0E8-89E5B9E9F86B}"/>
                            </a:ext>
                          </a:extLst>
                        </p:cNvPr>
                        <p:cNvGrpSpPr>
                          <a:grpSpLocks/>
                        </p:cNvGrpSpPr>
                        <p:nvPr/>
                      </p:nvGrpSpPr>
                      <p:grpSpPr bwMode="auto">
                        <a:xfrm>
                          <a:off x="1736090" y="2893762"/>
                          <a:ext cx="565150" cy="292100"/>
                          <a:chOff x="1871277" y="1576300"/>
                          <a:chExt cx="1128371" cy="437861"/>
                        </a:xfrm>
                      </p:grpSpPr>
                      <p:sp>
                        <p:nvSpPr>
                          <p:cNvPr id="550" name="Oval 549">
                            <a:extLst>
                              <a:ext uri="{FF2B5EF4-FFF2-40B4-BE49-F238E27FC236}">
                                <a16:creationId xmlns:a16="http://schemas.microsoft.com/office/drawing/2014/main" id="{B8D29417-1B63-AA46-9A7E-C51D4C1B11A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1" name="Rectangle 550">
                            <a:extLst>
                              <a:ext uri="{FF2B5EF4-FFF2-40B4-BE49-F238E27FC236}">
                                <a16:creationId xmlns:a16="http://schemas.microsoft.com/office/drawing/2014/main" id="{9C6CDDD5-00DE-AB4D-B974-9E0D049F5A2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2" name="Oval 551">
                            <a:extLst>
                              <a:ext uri="{FF2B5EF4-FFF2-40B4-BE49-F238E27FC236}">
                                <a16:creationId xmlns:a16="http://schemas.microsoft.com/office/drawing/2014/main" id="{0ABD4266-725C-F441-B6B3-1F91F88CA72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3" name="Freeform 552">
                            <a:extLst>
                              <a:ext uri="{FF2B5EF4-FFF2-40B4-BE49-F238E27FC236}">
                                <a16:creationId xmlns:a16="http://schemas.microsoft.com/office/drawing/2014/main" id="{2F208CEC-0496-AB4C-AD63-40561F051B1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4" name="Freeform 553">
                            <a:extLst>
                              <a:ext uri="{FF2B5EF4-FFF2-40B4-BE49-F238E27FC236}">
                                <a16:creationId xmlns:a16="http://schemas.microsoft.com/office/drawing/2014/main" id="{D2FB1508-1203-3343-A69B-59985BCA02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5" name="Freeform 554">
                            <a:extLst>
                              <a:ext uri="{FF2B5EF4-FFF2-40B4-BE49-F238E27FC236}">
                                <a16:creationId xmlns:a16="http://schemas.microsoft.com/office/drawing/2014/main" id="{38F03371-FC38-2441-ABD6-0CF48B08714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6" name="Freeform 555">
                            <a:extLst>
                              <a:ext uri="{FF2B5EF4-FFF2-40B4-BE49-F238E27FC236}">
                                <a16:creationId xmlns:a16="http://schemas.microsoft.com/office/drawing/2014/main" id="{80F205FF-90D5-2E4D-A442-5EE9CCEF123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57" name="Straight Connector 556">
                            <a:extLst>
                              <a:ext uri="{FF2B5EF4-FFF2-40B4-BE49-F238E27FC236}">
                                <a16:creationId xmlns:a16="http://schemas.microsoft.com/office/drawing/2014/main" id="{075C28BF-5135-0141-8C80-85DD6D39B93D}"/>
                              </a:ext>
                            </a:extLst>
                          </p:cNvPr>
                          <p:cNvCxnSpPr>
                            <a:cxnSpLocks/>
                            <a:endCxn id="55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58" name="Straight Connector 557">
                            <a:extLst>
                              <a:ext uri="{FF2B5EF4-FFF2-40B4-BE49-F238E27FC236}">
                                <a16:creationId xmlns:a16="http://schemas.microsoft.com/office/drawing/2014/main" id="{E410C2EB-D29D-E144-B280-458AE306412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47" name="Group 546">
                          <a:extLst>
                            <a:ext uri="{FF2B5EF4-FFF2-40B4-BE49-F238E27FC236}">
                              <a16:creationId xmlns:a16="http://schemas.microsoft.com/office/drawing/2014/main" id="{6176E4A3-EF88-8540-AE96-4DD527DA7E8D}"/>
                            </a:ext>
                          </a:extLst>
                        </p:cNvPr>
                        <p:cNvGrpSpPr/>
                        <p:nvPr/>
                      </p:nvGrpSpPr>
                      <p:grpSpPr>
                        <a:xfrm>
                          <a:off x="1770362" y="2873352"/>
                          <a:ext cx="441422" cy="369332"/>
                          <a:chOff x="667045" y="1708643"/>
                          <a:chExt cx="441422" cy="369332"/>
                        </a:xfrm>
                      </p:grpSpPr>
                      <p:sp>
                        <p:nvSpPr>
                          <p:cNvPr id="548" name="Oval 547">
                            <a:extLst>
                              <a:ext uri="{FF2B5EF4-FFF2-40B4-BE49-F238E27FC236}">
                                <a16:creationId xmlns:a16="http://schemas.microsoft.com/office/drawing/2014/main" id="{C3117250-2456-0646-AB43-ADCE1F33911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9" name="TextBox 548">
                            <a:extLst>
                              <a:ext uri="{FF2B5EF4-FFF2-40B4-BE49-F238E27FC236}">
                                <a16:creationId xmlns:a16="http://schemas.microsoft.com/office/drawing/2014/main" id="{E047A69C-7403-DF4E-A1A7-624D22C211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515" name="Group 514">
                        <a:extLst>
                          <a:ext uri="{FF2B5EF4-FFF2-40B4-BE49-F238E27FC236}">
                            <a16:creationId xmlns:a16="http://schemas.microsoft.com/office/drawing/2014/main" id="{FC0279C2-7FD0-B74B-B64D-2FF299FBEDE5}"/>
                          </a:ext>
                        </a:extLst>
                      </p:cNvPr>
                      <p:cNvGrpSpPr/>
                      <p:nvPr/>
                    </p:nvGrpSpPr>
                    <p:grpSpPr>
                      <a:xfrm>
                        <a:off x="2601806" y="3485072"/>
                        <a:ext cx="565150" cy="369332"/>
                        <a:chOff x="1736090" y="2873352"/>
                        <a:chExt cx="565150" cy="369332"/>
                      </a:xfrm>
                    </p:grpSpPr>
                    <p:grpSp>
                      <p:nvGrpSpPr>
                        <p:cNvPr id="533" name="Group 327">
                          <a:extLst>
                            <a:ext uri="{FF2B5EF4-FFF2-40B4-BE49-F238E27FC236}">
                              <a16:creationId xmlns:a16="http://schemas.microsoft.com/office/drawing/2014/main" id="{F948C3A4-3265-BA42-969F-C7E69AFDF7E4}"/>
                            </a:ext>
                          </a:extLst>
                        </p:cNvPr>
                        <p:cNvGrpSpPr>
                          <a:grpSpLocks/>
                        </p:cNvGrpSpPr>
                        <p:nvPr/>
                      </p:nvGrpSpPr>
                      <p:grpSpPr bwMode="auto">
                        <a:xfrm>
                          <a:off x="1736090" y="2893762"/>
                          <a:ext cx="565150" cy="292100"/>
                          <a:chOff x="1871277" y="1576300"/>
                          <a:chExt cx="1128371" cy="437861"/>
                        </a:xfrm>
                      </p:grpSpPr>
                      <p:sp>
                        <p:nvSpPr>
                          <p:cNvPr id="537" name="Oval 536">
                            <a:extLst>
                              <a:ext uri="{FF2B5EF4-FFF2-40B4-BE49-F238E27FC236}">
                                <a16:creationId xmlns:a16="http://schemas.microsoft.com/office/drawing/2014/main" id="{1D795A91-7837-7F44-8B1F-C51234B9E5C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8" name="Rectangle 537">
                            <a:extLst>
                              <a:ext uri="{FF2B5EF4-FFF2-40B4-BE49-F238E27FC236}">
                                <a16:creationId xmlns:a16="http://schemas.microsoft.com/office/drawing/2014/main" id="{B706ABA8-AA1E-B242-9860-E06E1C4300F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9" name="Oval 538">
                            <a:extLst>
                              <a:ext uri="{FF2B5EF4-FFF2-40B4-BE49-F238E27FC236}">
                                <a16:creationId xmlns:a16="http://schemas.microsoft.com/office/drawing/2014/main" id="{27FA3B8E-0B4D-7243-A3A4-F127623D38F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0" name="Freeform 539">
                            <a:extLst>
                              <a:ext uri="{FF2B5EF4-FFF2-40B4-BE49-F238E27FC236}">
                                <a16:creationId xmlns:a16="http://schemas.microsoft.com/office/drawing/2014/main" id="{5993A5CA-41C7-3742-94CC-9CABF7DA17C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1" name="Freeform 540">
                            <a:extLst>
                              <a:ext uri="{FF2B5EF4-FFF2-40B4-BE49-F238E27FC236}">
                                <a16:creationId xmlns:a16="http://schemas.microsoft.com/office/drawing/2014/main" id="{32DFB537-8A90-1446-B40C-54BC340411E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2" name="Freeform 541">
                            <a:extLst>
                              <a:ext uri="{FF2B5EF4-FFF2-40B4-BE49-F238E27FC236}">
                                <a16:creationId xmlns:a16="http://schemas.microsoft.com/office/drawing/2014/main" id="{3E8B8B41-0D5A-C640-8D93-5004F9D3824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3" name="Freeform 542">
                            <a:extLst>
                              <a:ext uri="{FF2B5EF4-FFF2-40B4-BE49-F238E27FC236}">
                                <a16:creationId xmlns:a16="http://schemas.microsoft.com/office/drawing/2014/main" id="{86C81773-EA1F-AF4D-B700-C7A9FDF0282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44" name="Straight Connector 543">
                            <a:extLst>
                              <a:ext uri="{FF2B5EF4-FFF2-40B4-BE49-F238E27FC236}">
                                <a16:creationId xmlns:a16="http://schemas.microsoft.com/office/drawing/2014/main" id="{15346C86-E76A-1E47-8035-0352885F09C1}"/>
                              </a:ext>
                            </a:extLst>
                          </p:cNvPr>
                          <p:cNvCxnSpPr>
                            <a:cxnSpLocks/>
                            <a:endCxn id="53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45" name="Straight Connector 544">
                            <a:extLst>
                              <a:ext uri="{FF2B5EF4-FFF2-40B4-BE49-F238E27FC236}">
                                <a16:creationId xmlns:a16="http://schemas.microsoft.com/office/drawing/2014/main" id="{CAF86B4D-D68C-F747-9FE0-43805F641DF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34" name="Group 533">
                          <a:extLst>
                            <a:ext uri="{FF2B5EF4-FFF2-40B4-BE49-F238E27FC236}">
                              <a16:creationId xmlns:a16="http://schemas.microsoft.com/office/drawing/2014/main" id="{E37EFE80-9F97-0844-BD93-2E44A9B2D0E6}"/>
                            </a:ext>
                          </a:extLst>
                        </p:cNvPr>
                        <p:cNvGrpSpPr/>
                        <p:nvPr/>
                      </p:nvGrpSpPr>
                      <p:grpSpPr>
                        <a:xfrm>
                          <a:off x="1770362" y="2873352"/>
                          <a:ext cx="428460" cy="369332"/>
                          <a:chOff x="667045" y="1708643"/>
                          <a:chExt cx="428460" cy="369332"/>
                        </a:xfrm>
                      </p:grpSpPr>
                      <p:sp>
                        <p:nvSpPr>
                          <p:cNvPr id="535" name="Oval 534">
                            <a:extLst>
                              <a:ext uri="{FF2B5EF4-FFF2-40B4-BE49-F238E27FC236}">
                                <a16:creationId xmlns:a16="http://schemas.microsoft.com/office/drawing/2014/main" id="{6DD890D1-DF34-A948-ABA3-C837DB2A9F0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6" name="TextBox 535">
                            <a:extLst>
                              <a:ext uri="{FF2B5EF4-FFF2-40B4-BE49-F238E27FC236}">
                                <a16:creationId xmlns:a16="http://schemas.microsoft.com/office/drawing/2014/main" id="{DF984F8E-69BD-884E-9859-C44ECEF41BA5}"/>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516" name="Group 515">
                        <a:extLst>
                          <a:ext uri="{FF2B5EF4-FFF2-40B4-BE49-F238E27FC236}">
                            <a16:creationId xmlns:a16="http://schemas.microsoft.com/office/drawing/2014/main" id="{20274897-8FE7-1941-BF44-1DE7F1B52F39}"/>
                          </a:ext>
                        </a:extLst>
                      </p:cNvPr>
                      <p:cNvGrpSpPr/>
                      <p:nvPr/>
                    </p:nvGrpSpPr>
                    <p:grpSpPr>
                      <a:xfrm>
                        <a:off x="833331" y="3478719"/>
                        <a:ext cx="565150" cy="369332"/>
                        <a:chOff x="1736090" y="2873352"/>
                        <a:chExt cx="565150" cy="369332"/>
                      </a:xfrm>
                    </p:grpSpPr>
                    <p:grpSp>
                      <p:nvGrpSpPr>
                        <p:cNvPr id="520" name="Group 327">
                          <a:extLst>
                            <a:ext uri="{FF2B5EF4-FFF2-40B4-BE49-F238E27FC236}">
                              <a16:creationId xmlns:a16="http://schemas.microsoft.com/office/drawing/2014/main" id="{C7F49367-3026-BC4F-A11B-0264CDD2A41A}"/>
                            </a:ext>
                          </a:extLst>
                        </p:cNvPr>
                        <p:cNvGrpSpPr>
                          <a:grpSpLocks/>
                        </p:cNvGrpSpPr>
                        <p:nvPr/>
                      </p:nvGrpSpPr>
                      <p:grpSpPr bwMode="auto">
                        <a:xfrm>
                          <a:off x="1736090" y="2893762"/>
                          <a:ext cx="565150" cy="292100"/>
                          <a:chOff x="1871277" y="1576300"/>
                          <a:chExt cx="1128371" cy="437861"/>
                        </a:xfrm>
                      </p:grpSpPr>
                      <p:sp>
                        <p:nvSpPr>
                          <p:cNvPr id="524" name="Oval 523">
                            <a:extLst>
                              <a:ext uri="{FF2B5EF4-FFF2-40B4-BE49-F238E27FC236}">
                                <a16:creationId xmlns:a16="http://schemas.microsoft.com/office/drawing/2014/main" id="{9E51182E-FDBD-B243-926F-E43F220EB5B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5" name="Rectangle 524">
                            <a:extLst>
                              <a:ext uri="{FF2B5EF4-FFF2-40B4-BE49-F238E27FC236}">
                                <a16:creationId xmlns:a16="http://schemas.microsoft.com/office/drawing/2014/main" id="{D0D4111A-AB32-9146-97FF-617E35EDF21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6" name="Oval 525">
                            <a:extLst>
                              <a:ext uri="{FF2B5EF4-FFF2-40B4-BE49-F238E27FC236}">
                                <a16:creationId xmlns:a16="http://schemas.microsoft.com/office/drawing/2014/main" id="{B373851A-F2F3-2D4E-B660-2E4CD9D5491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7" name="Freeform 526">
                            <a:extLst>
                              <a:ext uri="{FF2B5EF4-FFF2-40B4-BE49-F238E27FC236}">
                                <a16:creationId xmlns:a16="http://schemas.microsoft.com/office/drawing/2014/main" id="{3DADCA02-998A-D44A-8F8C-9A3DEE2B74B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8" name="Freeform 527">
                            <a:extLst>
                              <a:ext uri="{FF2B5EF4-FFF2-40B4-BE49-F238E27FC236}">
                                <a16:creationId xmlns:a16="http://schemas.microsoft.com/office/drawing/2014/main" id="{C90C008E-75B3-D143-B094-BA9CBCE5797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9" name="Freeform 528">
                            <a:extLst>
                              <a:ext uri="{FF2B5EF4-FFF2-40B4-BE49-F238E27FC236}">
                                <a16:creationId xmlns:a16="http://schemas.microsoft.com/office/drawing/2014/main" id="{648326CE-C060-D341-B3E6-FC9CC0DD40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0" name="Freeform 529">
                            <a:extLst>
                              <a:ext uri="{FF2B5EF4-FFF2-40B4-BE49-F238E27FC236}">
                                <a16:creationId xmlns:a16="http://schemas.microsoft.com/office/drawing/2014/main" id="{8EE44440-6746-8C44-97CB-CDF8DD7E26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31" name="Straight Connector 530">
                            <a:extLst>
                              <a:ext uri="{FF2B5EF4-FFF2-40B4-BE49-F238E27FC236}">
                                <a16:creationId xmlns:a16="http://schemas.microsoft.com/office/drawing/2014/main" id="{FE62CAB4-B1C2-AD49-A340-2EA4788D06DD}"/>
                              </a:ext>
                            </a:extLst>
                          </p:cNvPr>
                          <p:cNvCxnSpPr>
                            <a:cxnSpLocks/>
                            <a:endCxn id="52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32" name="Straight Connector 531">
                            <a:extLst>
                              <a:ext uri="{FF2B5EF4-FFF2-40B4-BE49-F238E27FC236}">
                                <a16:creationId xmlns:a16="http://schemas.microsoft.com/office/drawing/2014/main" id="{F7364D87-B2B7-3643-9F82-4BF3CE371FE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21" name="Group 520">
                          <a:extLst>
                            <a:ext uri="{FF2B5EF4-FFF2-40B4-BE49-F238E27FC236}">
                              <a16:creationId xmlns:a16="http://schemas.microsoft.com/office/drawing/2014/main" id="{8ECC9CBE-DF63-5A40-86DE-E2E9BD937840}"/>
                            </a:ext>
                          </a:extLst>
                        </p:cNvPr>
                        <p:cNvGrpSpPr/>
                        <p:nvPr/>
                      </p:nvGrpSpPr>
                      <p:grpSpPr>
                        <a:xfrm>
                          <a:off x="1770362" y="2873352"/>
                          <a:ext cx="441422" cy="369332"/>
                          <a:chOff x="667045" y="1708643"/>
                          <a:chExt cx="441422" cy="369332"/>
                        </a:xfrm>
                      </p:grpSpPr>
                      <p:sp>
                        <p:nvSpPr>
                          <p:cNvPr id="522" name="Oval 521">
                            <a:extLst>
                              <a:ext uri="{FF2B5EF4-FFF2-40B4-BE49-F238E27FC236}">
                                <a16:creationId xmlns:a16="http://schemas.microsoft.com/office/drawing/2014/main" id="{0CDEE2F2-8242-8141-9B83-8BE09A32F19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3" name="TextBox 522">
                            <a:extLst>
                              <a:ext uri="{FF2B5EF4-FFF2-40B4-BE49-F238E27FC236}">
                                <a16:creationId xmlns:a16="http://schemas.microsoft.com/office/drawing/2014/main" id="{318D9B16-F131-684E-AE5E-6C1E8B2C5C5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517" name="Straight Connector 516">
                        <a:extLst>
                          <a:ext uri="{FF2B5EF4-FFF2-40B4-BE49-F238E27FC236}">
                            <a16:creationId xmlns:a16="http://schemas.microsoft.com/office/drawing/2014/main" id="{9043E748-587D-0D4D-9B1C-0477F0F2BAA3}"/>
                          </a:ext>
                        </a:extLst>
                      </p:cNvPr>
                      <p:cNvCxnSpPr>
                        <a:cxnSpLocks/>
                        <a:stCxn id="56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8" name="Straight Connector 517">
                        <a:extLst>
                          <a:ext uri="{FF2B5EF4-FFF2-40B4-BE49-F238E27FC236}">
                            <a16:creationId xmlns:a16="http://schemas.microsoft.com/office/drawing/2014/main" id="{05B9B5D8-C17A-F544-868C-A61D71295632}"/>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9" name="Straight Connector 518">
                        <a:extLst>
                          <a:ext uri="{FF2B5EF4-FFF2-40B4-BE49-F238E27FC236}">
                            <a16:creationId xmlns:a16="http://schemas.microsoft.com/office/drawing/2014/main" id="{881DF9FC-4E33-134B-B4FA-1799254C2509}"/>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510" name="TextBox 509">
                    <a:extLst>
                      <a:ext uri="{FF2B5EF4-FFF2-40B4-BE49-F238E27FC236}">
                        <a16:creationId xmlns:a16="http://schemas.microsoft.com/office/drawing/2014/main" id="{26352676-76E7-5047-BF1E-B8AED459D93D}"/>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376" name="Group 375">
                  <a:extLst>
                    <a:ext uri="{FF2B5EF4-FFF2-40B4-BE49-F238E27FC236}">
                      <a16:creationId xmlns:a16="http://schemas.microsoft.com/office/drawing/2014/main" id="{D52910EB-6DF4-A345-B018-76354C869296}"/>
                    </a:ext>
                  </a:extLst>
                </p:cNvPr>
                <p:cNvGrpSpPr/>
                <p:nvPr/>
              </p:nvGrpSpPr>
              <p:grpSpPr>
                <a:xfrm>
                  <a:off x="8100574" y="3694542"/>
                  <a:ext cx="2575521" cy="1672516"/>
                  <a:chOff x="8100574" y="3694542"/>
                  <a:chExt cx="2575521" cy="1672516"/>
                </a:xfrm>
              </p:grpSpPr>
              <p:sp>
                <p:nvSpPr>
                  <p:cNvPr id="444" name="Freeform 2">
                    <a:extLst>
                      <a:ext uri="{FF2B5EF4-FFF2-40B4-BE49-F238E27FC236}">
                        <a16:creationId xmlns:a16="http://schemas.microsoft.com/office/drawing/2014/main" id="{7F9B141F-5ED9-D74E-B5A0-FE8BB0EB3599}"/>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445" name="Group 444">
                    <a:extLst>
                      <a:ext uri="{FF2B5EF4-FFF2-40B4-BE49-F238E27FC236}">
                        <a16:creationId xmlns:a16="http://schemas.microsoft.com/office/drawing/2014/main" id="{D1B99423-64AD-B947-8422-98F732C26FB9}"/>
                      </a:ext>
                    </a:extLst>
                  </p:cNvPr>
                  <p:cNvGrpSpPr/>
                  <p:nvPr/>
                </p:nvGrpSpPr>
                <p:grpSpPr>
                  <a:xfrm>
                    <a:off x="8136838" y="3735782"/>
                    <a:ext cx="2402775" cy="1530043"/>
                    <a:chOff x="8136838" y="3735782"/>
                    <a:chExt cx="2402775" cy="1530043"/>
                  </a:xfrm>
                </p:grpSpPr>
                <p:grpSp>
                  <p:nvGrpSpPr>
                    <p:cNvPr id="446" name="Group 445">
                      <a:extLst>
                        <a:ext uri="{FF2B5EF4-FFF2-40B4-BE49-F238E27FC236}">
                          <a16:creationId xmlns:a16="http://schemas.microsoft.com/office/drawing/2014/main" id="{72A7E1F7-E846-3147-AA53-CF1D84DD87C4}"/>
                        </a:ext>
                      </a:extLst>
                    </p:cNvPr>
                    <p:cNvGrpSpPr/>
                    <p:nvPr/>
                  </p:nvGrpSpPr>
                  <p:grpSpPr>
                    <a:xfrm>
                      <a:off x="8324065" y="3830658"/>
                      <a:ext cx="2215548" cy="1435167"/>
                      <a:chOff x="833331" y="2873352"/>
                      <a:chExt cx="2333625" cy="1590649"/>
                    </a:xfrm>
                  </p:grpSpPr>
                  <p:grpSp>
                    <p:nvGrpSpPr>
                      <p:cNvPr id="448" name="Group 447">
                        <a:extLst>
                          <a:ext uri="{FF2B5EF4-FFF2-40B4-BE49-F238E27FC236}">
                            <a16:creationId xmlns:a16="http://schemas.microsoft.com/office/drawing/2014/main" id="{AF49ADF0-6850-0A43-A5CE-5ACE79889D92}"/>
                          </a:ext>
                        </a:extLst>
                      </p:cNvPr>
                      <p:cNvGrpSpPr/>
                      <p:nvPr/>
                    </p:nvGrpSpPr>
                    <p:grpSpPr>
                      <a:xfrm>
                        <a:off x="1736090" y="2873352"/>
                        <a:ext cx="565150" cy="369332"/>
                        <a:chOff x="1736090" y="2873352"/>
                        <a:chExt cx="565150" cy="369332"/>
                      </a:xfrm>
                    </p:grpSpPr>
                    <p:grpSp>
                      <p:nvGrpSpPr>
                        <p:cNvPr id="496" name="Group 327">
                          <a:extLst>
                            <a:ext uri="{FF2B5EF4-FFF2-40B4-BE49-F238E27FC236}">
                              <a16:creationId xmlns:a16="http://schemas.microsoft.com/office/drawing/2014/main" id="{FF88E2DF-E2E4-3347-A865-D1B335201367}"/>
                            </a:ext>
                          </a:extLst>
                        </p:cNvPr>
                        <p:cNvGrpSpPr>
                          <a:grpSpLocks/>
                        </p:cNvGrpSpPr>
                        <p:nvPr/>
                      </p:nvGrpSpPr>
                      <p:grpSpPr bwMode="auto">
                        <a:xfrm>
                          <a:off x="1736090" y="2893762"/>
                          <a:ext cx="565150" cy="292100"/>
                          <a:chOff x="1871277" y="1576300"/>
                          <a:chExt cx="1128371" cy="437861"/>
                        </a:xfrm>
                      </p:grpSpPr>
                      <p:sp>
                        <p:nvSpPr>
                          <p:cNvPr id="500" name="Oval 499">
                            <a:extLst>
                              <a:ext uri="{FF2B5EF4-FFF2-40B4-BE49-F238E27FC236}">
                                <a16:creationId xmlns:a16="http://schemas.microsoft.com/office/drawing/2014/main" id="{F51867D5-088D-1141-BDDA-0DF96997E1F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1" name="Rectangle 500">
                            <a:extLst>
                              <a:ext uri="{FF2B5EF4-FFF2-40B4-BE49-F238E27FC236}">
                                <a16:creationId xmlns:a16="http://schemas.microsoft.com/office/drawing/2014/main" id="{9EB2A545-9E2E-2D4E-BCBC-74A6D06D42F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Oval 501">
                            <a:extLst>
                              <a:ext uri="{FF2B5EF4-FFF2-40B4-BE49-F238E27FC236}">
                                <a16:creationId xmlns:a16="http://schemas.microsoft.com/office/drawing/2014/main" id="{375E6326-5638-D948-AF4C-5B244F6C67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3" name="Freeform 502">
                            <a:extLst>
                              <a:ext uri="{FF2B5EF4-FFF2-40B4-BE49-F238E27FC236}">
                                <a16:creationId xmlns:a16="http://schemas.microsoft.com/office/drawing/2014/main" id="{8A73FC0C-576A-DA45-AD12-AF0A5503771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4" name="Freeform 503">
                            <a:extLst>
                              <a:ext uri="{FF2B5EF4-FFF2-40B4-BE49-F238E27FC236}">
                                <a16:creationId xmlns:a16="http://schemas.microsoft.com/office/drawing/2014/main" id="{F6DD9D1A-2B6B-3D4A-9962-4ABB842FAB6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Freeform 504">
                            <a:extLst>
                              <a:ext uri="{FF2B5EF4-FFF2-40B4-BE49-F238E27FC236}">
                                <a16:creationId xmlns:a16="http://schemas.microsoft.com/office/drawing/2014/main" id="{AC2C32F0-D575-744F-BB94-26AF3779C1D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7BE6460D-2974-684B-9BBA-CDE242AE328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07" name="Straight Connector 506">
                            <a:extLst>
                              <a:ext uri="{FF2B5EF4-FFF2-40B4-BE49-F238E27FC236}">
                                <a16:creationId xmlns:a16="http://schemas.microsoft.com/office/drawing/2014/main" id="{4DFA001C-CD4C-9D4A-BCF7-EB9E9094C4D9}"/>
                              </a:ext>
                            </a:extLst>
                          </p:cNvPr>
                          <p:cNvCxnSpPr>
                            <a:cxnSpLocks/>
                            <a:endCxn id="50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08" name="Straight Connector 507">
                            <a:extLst>
                              <a:ext uri="{FF2B5EF4-FFF2-40B4-BE49-F238E27FC236}">
                                <a16:creationId xmlns:a16="http://schemas.microsoft.com/office/drawing/2014/main" id="{21C1F585-9089-CD48-AAF8-8B25080D308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7" name="Group 496">
                          <a:extLst>
                            <a:ext uri="{FF2B5EF4-FFF2-40B4-BE49-F238E27FC236}">
                              <a16:creationId xmlns:a16="http://schemas.microsoft.com/office/drawing/2014/main" id="{013A9D3F-66C6-5646-B65B-07D59E2B508D}"/>
                            </a:ext>
                          </a:extLst>
                        </p:cNvPr>
                        <p:cNvGrpSpPr/>
                        <p:nvPr/>
                      </p:nvGrpSpPr>
                      <p:grpSpPr>
                        <a:xfrm>
                          <a:off x="1770362" y="2873352"/>
                          <a:ext cx="441422" cy="369332"/>
                          <a:chOff x="667045" y="1708643"/>
                          <a:chExt cx="441422" cy="369332"/>
                        </a:xfrm>
                      </p:grpSpPr>
                      <p:sp>
                        <p:nvSpPr>
                          <p:cNvPr id="498" name="Oval 497">
                            <a:extLst>
                              <a:ext uri="{FF2B5EF4-FFF2-40B4-BE49-F238E27FC236}">
                                <a16:creationId xmlns:a16="http://schemas.microsoft.com/office/drawing/2014/main" id="{A588D1D2-2231-6B4F-A3C7-ADA7F2CBC0D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9" name="TextBox 498">
                            <a:extLst>
                              <a:ext uri="{FF2B5EF4-FFF2-40B4-BE49-F238E27FC236}">
                                <a16:creationId xmlns:a16="http://schemas.microsoft.com/office/drawing/2014/main" id="{45B327ED-98AE-A442-88E5-0F179F12891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449" name="Group 448">
                        <a:extLst>
                          <a:ext uri="{FF2B5EF4-FFF2-40B4-BE49-F238E27FC236}">
                            <a16:creationId xmlns:a16="http://schemas.microsoft.com/office/drawing/2014/main" id="{5BA1A9CB-4572-0041-BCD8-760991F2EE1B}"/>
                          </a:ext>
                        </a:extLst>
                      </p:cNvPr>
                      <p:cNvGrpSpPr/>
                      <p:nvPr/>
                    </p:nvGrpSpPr>
                    <p:grpSpPr>
                      <a:xfrm>
                        <a:off x="1740320" y="4094669"/>
                        <a:ext cx="565150" cy="369332"/>
                        <a:chOff x="1736090" y="2873352"/>
                        <a:chExt cx="565150" cy="369332"/>
                      </a:xfrm>
                    </p:grpSpPr>
                    <p:grpSp>
                      <p:nvGrpSpPr>
                        <p:cNvPr id="483" name="Group 327">
                          <a:extLst>
                            <a:ext uri="{FF2B5EF4-FFF2-40B4-BE49-F238E27FC236}">
                              <a16:creationId xmlns:a16="http://schemas.microsoft.com/office/drawing/2014/main" id="{D1877304-D615-C347-B696-1E4EC738AEBE}"/>
                            </a:ext>
                          </a:extLst>
                        </p:cNvPr>
                        <p:cNvGrpSpPr>
                          <a:grpSpLocks/>
                        </p:cNvGrpSpPr>
                        <p:nvPr/>
                      </p:nvGrpSpPr>
                      <p:grpSpPr bwMode="auto">
                        <a:xfrm>
                          <a:off x="1736090" y="2893762"/>
                          <a:ext cx="565150" cy="292100"/>
                          <a:chOff x="1871277" y="1576300"/>
                          <a:chExt cx="1128371" cy="437861"/>
                        </a:xfrm>
                      </p:grpSpPr>
                      <p:sp>
                        <p:nvSpPr>
                          <p:cNvPr id="487" name="Oval 486">
                            <a:extLst>
                              <a:ext uri="{FF2B5EF4-FFF2-40B4-BE49-F238E27FC236}">
                                <a16:creationId xmlns:a16="http://schemas.microsoft.com/office/drawing/2014/main" id="{FCA8E024-D75B-384E-B7DE-7AA5FE622EE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8" name="Rectangle 487">
                            <a:extLst>
                              <a:ext uri="{FF2B5EF4-FFF2-40B4-BE49-F238E27FC236}">
                                <a16:creationId xmlns:a16="http://schemas.microsoft.com/office/drawing/2014/main" id="{1897CA4E-9A6C-1D4E-9C09-D042B4FE2ED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Oval 488">
                            <a:extLst>
                              <a:ext uri="{FF2B5EF4-FFF2-40B4-BE49-F238E27FC236}">
                                <a16:creationId xmlns:a16="http://schemas.microsoft.com/office/drawing/2014/main" id="{3F099347-419A-394D-9F67-D4250F5636E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0" name="Freeform 489">
                            <a:extLst>
                              <a:ext uri="{FF2B5EF4-FFF2-40B4-BE49-F238E27FC236}">
                                <a16:creationId xmlns:a16="http://schemas.microsoft.com/office/drawing/2014/main" id="{C08F2D49-1160-D048-A1C9-03F61662E76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1" name="Freeform 490">
                            <a:extLst>
                              <a:ext uri="{FF2B5EF4-FFF2-40B4-BE49-F238E27FC236}">
                                <a16:creationId xmlns:a16="http://schemas.microsoft.com/office/drawing/2014/main" id="{2D027160-BA02-2C4F-97A9-79D0DE23545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Freeform 491">
                            <a:extLst>
                              <a:ext uri="{FF2B5EF4-FFF2-40B4-BE49-F238E27FC236}">
                                <a16:creationId xmlns:a16="http://schemas.microsoft.com/office/drawing/2014/main" id="{32BA6728-F88C-834C-A843-CEDCFCAE3C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076DA2A8-99C5-1649-A5B8-AA30FDD3E90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4" name="Straight Connector 493">
                            <a:extLst>
                              <a:ext uri="{FF2B5EF4-FFF2-40B4-BE49-F238E27FC236}">
                                <a16:creationId xmlns:a16="http://schemas.microsoft.com/office/drawing/2014/main" id="{EA9EAAD1-1702-AB4D-8E87-C9B32BEEDA17}"/>
                              </a:ext>
                            </a:extLst>
                          </p:cNvPr>
                          <p:cNvCxnSpPr>
                            <a:cxnSpLocks/>
                            <a:endCxn id="48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5" name="Straight Connector 494">
                            <a:extLst>
                              <a:ext uri="{FF2B5EF4-FFF2-40B4-BE49-F238E27FC236}">
                                <a16:creationId xmlns:a16="http://schemas.microsoft.com/office/drawing/2014/main" id="{9CB75121-AE50-0241-BCE4-1BCDA5F5D30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4" name="Group 483">
                          <a:extLst>
                            <a:ext uri="{FF2B5EF4-FFF2-40B4-BE49-F238E27FC236}">
                              <a16:creationId xmlns:a16="http://schemas.microsoft.com/office/drawing/2014/main" id="{3F071658-01EE-2C48-AC20-F60B38FE6422}"/>
                            </a:ext>
                          </a:extLst>
                        </p:cNvPr>
                        <p:cNvGrpSpPr/>
                        <p:nvPr/>
                      </p:nvGrpSpPr>
                      <p:grpSpPr>
                        <a:xfrm>
                          <a:off x="1770362" y="2873352"/>
                          <a:ext cx="441422" cy="369332"/>
                          <a:chOff x="667045" y="1708643"/>
                          <a:chExt cx="441422" cy="369332"/>
                        </a:xfrm>
                      </p:grpSpPr>
                      <p:sp>
                        <p:nvSpPr>
                          <p:cNvPr id="485" name="Oval 484">
                            <a:extLst>
                              <a:ext uri="{FF2B5EF4-FFF2-40B4-BE49-F238E27FC236}">
                                <a16:creationId xmlns:a16="http://schemas.microsoft.com/office/drawing/2014/main" id="{51633682-08D4-3741-8ACB-6CAE184258D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6" name="TextBox 485">
                            <a:extLst>
                              <a:ext uri="{FF2B5EF4-FFF2-40B4-BE49-F238E27FC236}">
                                <a16:creationId xmlns:a16="http://schemas.microsoft.com/office/drawing/2014/main" id="{E3CB6253-020C-2441-8C1C-0D4F587E6E3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450" name="Group 449">
                        <a:extLst>
                          <a:ext uri="{FF2B5EF4-FFF2-40B4-BE49-F238E27FC236}">
                            <a16:creationId xmlns:a16="http://schemas.microsoft.com/office/drawing/2014/main" id="{125DBCFC-7BA2-F144-A0F0-508397DB0188}"/>
                          </a:ext>
                        </a:extLst>
                      </p:cNvPr>
                      <p:cNvGrpSpPr/>
                      <p:nvPr/>
                    </p:nvGrpSpPr>
                    <p:grpSpPr>
                      <a:xfrm>
                        <a:off x="2601806" y="3485072"/>
                        <a:ext cx="565150" cy="369332"/>
                        <a:chOff x="1736090" y="2873352"/>
                        <a:chExt cx="565150" cy="369332"/>
                      </a:xfrm>
                    </p:grpSpPr>
                    <p:grpSp>
                      <p:nvGrpSpPr>
                        <p:cNvPr id="470" name="Group 327">
                          <a:extLst>
                            <a:ext uri="{FF2B5EF4-FFF2-40B4-BE49-F238E27FC236}">
                              <a16:creationId xmlns:a16="http://schemas.microsoft.com/office/drawing/2014/main" id="{34285CF6-D3AC-094E-8607-8E5A25980259}"/>
                            </a:ext>
                          </a:extLst>
                        </p:cNvPr>
                        <p:cNvGrpSpPr>
                          <a:grpSpLocks/>
                        </p:cNvGrpSpPr>
                        <p:nvPr/>
                      </p:nvGrpSpPr>
                      <p:grpSpPr bwMode="auto">
                        <a:xfrm>
                          <a:off x="1736090" y="2893762"/>
                          <a:ext cx="565150" cy="292100"/>
                          <a:chOff x="1871277" y="1576300"/>
                          <a:chExt cx="1128371" cy="437861"/>
                        </a:xfrm>
                      </p:grpSpPr>
                      <p:sp>
                        <p:nvSpPr>
                          <p:cNvPr id="474" name="Oval 473">
                            <a:extLst>
                              <a:ext uri="{FF2B5EF4-FFF2-40B4-BE49-F238E27FC236}">
                                <a16:creationId xmlns:a16="http://schemas.microsoft.com/office/drawing/2014/main" id="{3B349897-1CEA-A94C-A653-306D765FA40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5" name="Rectangle 474">
                            <a:extLst>
                              <a:ext uri="{FF2B5EF4-FFF2-40B4-BE49-F238E27FC236}">
                                <a16:creationId xmlns:a16="http://schemas.microsoft.com/office/drawing/2014/main" id="{F69BAC22-0491-F446-A4FA-4F95C6B0F3D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Oval 475">
                            <a:extLst>
                              <a:ext uri="{FF2B5EF4-FFF2-40B4-BE49-F238E27FC236}">
                                <a16:creationId xmlns:a16="http://schemas.microsoft.com/office/drawing/2014/main" id="{C00F3DA7-8E3F-9547-BE97-F58D95EC59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7" name="Freeform 476">
                            <a:extLst>
                              <a:ext uri="{FF2B5EF4-FFF2-40B4-BE49-F238E27FC236}">
                                <a16:creationId xmlns:a16="http://schemas.microsoft.com/office/drawing/2014/main" id="{BF4644EF-DDFF-8D49-9FD0-2F7B3C29BC6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Freeform 477">
                            <a:extLst>
                              <a:ext uri="{FF2B5EF4-FFF2-40B4-BE49-F238E27FC236}">
                                <a16:creationId xmlns:a16="http://schemas.microsoft.com/office/drawing/2014/main" id="{EECCB299-4CD3-234D-AFCE-A2A331EA13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Freeform 478">
                            <a:extLst>
                              <a:ext uri="{FF2B5EF4-FFF2-40B4-BE49-F238E27FC236}">
                                <a16:creationId xmlns:a16="http://schemas.microsoft.com/office/drawing/2014/main" id="{7540398D-98A6-9A4C-A028-C839F9C9515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11019135-4FCC-0344-AC3D-721648028E4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1" name="Straight Connector 480">
                            <a:extLst>
                              <a:ext uri="{FF2B5EF4-FFF2-40B4-BE49-F238E27FC236}">
                                <a16:creationId xmlns:a16="http://schemas.microsoft.com/office/drawing/2014/main" id="{5C03F5EB-3AFC-4543-B2EB-4052B79EB773}"/>
                              </a:ext>
                            </a:extLst>
                          </p:cNvPr>
                          <p:cNvCxnSpPr>
                            <a:cxnSpLocks/>
                            <a:endCxn id="47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2" name="Straight Connector 481">
                            <a:extLst>
                              <a:ext uri="{FF2B5EF4-FFF2-40B4-BE49-F238E27FC236}">
                                <a16:creationId xmlns:a16="http://schemas.microsoft.com/office/drawing/2014/main" id="{50EEA529-2E3B-0A4B-9DFF-EA2E08C6C05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1" name="Group 470">
                          <a:extLst>
                            <a:ext uri="{FF2B5EF4-FFF2-40B4-BE49-F238E27FC236}">
                              <a16:creationId xmlns:a16="http://schemas.microsoft.com/office/drawing/2014/main" id="{101A36BB-F1C4-5D47-B75D-03B9E2E4054E}"/>
                            </a:ext>
                          </a:extLst>
                        </p:cNvPr>
                        <p:cNvGrpSpPr/>
                        <p:nvPr/>
                      </p:nvGrpSpPr>
                      <p:grpSpPr>
                        <a:xfrm>
                          <a:off x="1770362" y="2873352"/>
                          <a:ext cx="428460" cy="369332"/>
                          <a:chOff x="667045" y="1708643"/>
                          <a:chExt cx="428460" cy="369332"/>
                        </a:xfrm>
                      </p:grpSpPr>
                      <p:sp>
                        <p:nvSpPr>
                          <p:cNvPr id="472" name="Oval 471">
                            <a:extLst>
                              <a:ext uri="{FF2B5EF4-FFF2-40B4-BE49-F238E27FC236}">
                                <a16:creationId xmlns:a16="http://schemas.microsoft.com/office/drawing/2014/main" id="{DDF0E856-753E-FF40-89EE-E40AEF7160C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TextBox 472">
                            <a:extLst>
                              <a:ext uri="{FF2B5EF4-FFF2-40B4-BE49-F238E27FC236}">
                                <a16:creationId xmlns:a16="http://schemas.microsoft.com/office/drawing/2014/main" id="{C4BB44D7-7187-A143-ACE4-AF7AA08F6019}"/>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451" name="Group 450">
                        <a:extLst>
                          <a:ext uri="{FF2B5EF4-FFF2-40B4-BE49-F238E27FC236}">
                            <a16:creationId xmlns:a16="http://schemas.microsoft.com/office/drawing/2014/main" id="{5FF824A3-CA23-7641-9C4D-F4D836BA239C}"/>
                          </a:ext>
                        </a:extLst>
                      </p:cNvPr>
                      <p:cNvGrpSpPr/>
                      <p:nvPr/>
                    </p:nvGrpSpPr>
                    <p:grpSpPr>
                      <a:xfrm>
                        <a:off x="833331" y="3478719"/>
                        <a:ext cx="565150" cy="369332"/>
                        <a:chOff x="1736090" y="2873352"/>
                        <a:chExt cx="565150" cy="369332"/>
                      </a:xfrm>
                    </p:grpSpPr>
                    <p:grpSp>
                      <p:nvGrpSpPr>
                        <p:cNvPr id="457" name="Group 327">
                          <a:extLst>
                            <a:ext uri="{FF2B5EF4-FFF2-40B4-BE49-F238E27FC236}">
                              <a16:creationId xmlns:a16="http://schemas.microsoft.com/office/drawing/2014/main" id="{5D84546C-2908-A44F-86F0-14845830BE8E}"/>
                            </a:ext>
                          </a:extLst>
                        </p:cNvPr>
                        <p:cNvGrpSpPr>
                          <a:grpSpLocks/>
                        </p:cNvGrpSpPr>
                        <p:nvPr/>
                      </p:nvGrpSpPr>
                      <p:grpSpPr bwMode="auto">
                        <a:xfrm>
                          <a:off x="1736090" y="2893762"/>
                          <a:ext cx="565150" cy="292100"/>
                          <a:chOff x="1871277" y="1576300"/>
                          <a:chExt cx="1128371" cy="437861"/>
                        </a:xfrm>
                      </p:grpSpPr>
                      <p:sp>
                        <p:nvSpPr>
                          <p:cNvPr id="461" name="Oval 460">
                            <a:extLst>
                              <a:ext uri="{FF2B5EF4-FFF2-40B4-BE49-F238E27FC236}">
                                <a16:creationId xmlns:a16="http://schemas.microsoft.com/office/drawing/2014/main" id="{2378F29F-8CA4-2546-BAAE-ECF6F0E3705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2" name="Rectangle 461">
                            <a:extLst>
                              <a:ext uri="{FF2B5EF4-FFF2-40B4-BE49-F238E27FC236}">
                                <a16:creationId xmlns:a16="http://schemas.microsoft.com/office/drawing/2014/main" id="{4875D8E7-03DA-A244-B2C1-CE3E3E97339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3" name="Oval 462">
                            <a:extLst>
                              <a:ext uri="{FF2B5EF4-FFF2-40B4-BE49-F238E27FC236}">
                                <a16:creationId xmlns:a16="http://schemas.microsoft.com/office/drawing/2014/main" id="{69C4F070-9AD8-B349-8D3A-A7A5BA73CF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859F95D0-8F88-AF45-A522-FBF8009BB87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5" name="Freeform 464">
                            <a:extLst>
                              <a:ext uri="{FF2B5EF4-FFF2-40B4-BE49-F238E27FC236}">
                                <a16:creationId xmlns:a16="http://schemas.microsoft.com/office/drawing/2014/main" id="{C5D63CE0-DA37-6941-85D1-1E9AF858D12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6" name="Freeform 465">
                            <a:extLst>
                              <a:ext uri="{FF2B5EF4-FFF2-40B4-BE49-F238E27FC236}">
                                <a16:creationId xmlns:a16="http://schemas.microsoft.com/office/drawing/2014/main" id="{05B6304E-219D-8C4C-933C-F74A50ADB90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7" name="Freeform 466">
                            <a:extLst>
                              <a:ext uri="{FF2B5EF4-FFF2-40B4-BE49-F238E27FC236}">
                                <a16:creationId xmlns:a16="http://schemas.microsoft.com/office/drawing/2014/main" id="{7A1C8338-E034-6F46-9CFA-19E29E6DB9C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68" name="Straight Connector 467">
                            <a:extLst>
                              <a:ext uri="{FF2B5EF4-FFF2-40B4-BE49-F238E27FC236}">
                                <a16:creationId xmlns:a16="http://schemas.microsoft.com/office/drawing/2014/main" id="{D01B141C-E8C1-5F43-9AB4-C8F47DB27ABC}"/>
                              </a:ext>
                            </a:extLst>
                          </p:cNvPr>
                          <p:cNvCxnSpPr>
                            <a:cxnSpLocks/>
                            <a:endCxn id="46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69" name="Straight Connector 468">
                            <a:extLst>
                              <a:ext uri="{FF2B5EF4-FFF2-40B4-BE49-F238E27FC236}">
                                <a16:creationId xmlns:a16="http://schemas.microsoft.com/office/drawing/2014/main" id="{C76D3549-4A99-A14A-9266-5C811EF2C96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58" name="Group 457">
                          <a:extLst>
                            <a:ext uri="{FF2B5EF4-FFF2-40B4-BE49-F238E27FC236}">
                              <a16:creationId xmlns:a16="http://schemas.microsoft.com/office/drawing/2014/main" id="{50D34317-A86E-BD4A-B0A0-94B68B4DE33A}"/>
                            </a:ext>
                          </a:extLst>
                        </p:cNvPr>
                        <p:cNvGrpSpPr/>
                        <p:nvPr/>
                      </p:nvGrpSpPr>
                      <p:grpSpPr>
                        <a:xfrm>
                          <a:off x="1770362" y="2873352"/>
                          <a:ext cx="441422" cy="369332"/>
                          <a:chOff x="667045" y="1708643"/>
                          <a:chExt cx="441422" cy="369332"/>
                        </a:xfrm>
                      </p:grpSpPr>
                      <p:sp>
                        <p:nvSpPr>
                          <p:cNvPr id="459" name="Oval 458">
                            <a:extLst>
                              <a:ext uri="{FF2B5EF4-FFF2-40B4-BE49-F238E27FC236}">
                                <a16:creationId xmlns:a16="http://schemas.microsoft.com/office/drawing/2014/main" id="{955898AE-9FB9-D145-99C3-AA5FE491F62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0" name="TextBox 459">
                            <a:extLst>
                              <a:ext uri="{FF2B5EF4-FFF2-40B4-BE49-F238E27FC236}">
                                <a16:creationId xmlns:a16="http://schemas.microsoft.com/office/drawing/2014/main" id="{FDC8D372-267E-834E-B2AD-E3D0477ABC3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453" name="Straight Connector 452">
                        <a:extLst>
                          <a:ext uri="{FF2B5EF4-FFF2-40B4-BE49-F238E27FC236}">
                            <a16:creationId xmlns:a16="http://schemas.microsoft.com/office/drawing/2014/main" id="{B3B0C02C-7ED9-2141-817E-0BD07EFA2441}"/>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4" name="Straight Connector 453">
                        <a:extLst>
                          <a:ext uri="{FF2B5EF4-FFF2-40B4-BE49-F238E27FC236}">
                            <a16:creationId xmlns:a16="http://schemas.microsoft.com/office/drawing/2014/main" id="{4555DBD5-470B-6741-9718-42247FE55249}"/>
                          </a:ext>
                        </a:extLst>
                      </p:cNvPr>
                      <p:cNvCxnSpPr>
                        <a:cxnSpLocks/>
                        <a:stCxn id="50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5" name="Straight Connector 454">
                        <a:extLst>
                          <a:ext uri="{FF2B5EF4-FFF2-40B4-BE49-F238E27FC236}">
                            <a16:creationId xmlns:a16="http://schemas.microsoft.com/office/drawing/2014/main" id="{C8445FE4-D43A-0F43-A2B9-579310EA2C4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56" name="Straight Connector 455">
                        <a:extLst>
                          <a:ext uri="{FF2B5EF4-FFF2-40B4-BE49-F238E27FC236}">
                            <a16:creationId xmlns:a16="http://schemas.microsoft.com/office/drawing/2014/main" id="{255E9653-31F2-2749-A41F-6F972A8AEFF9}"/>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47" name="TextBox 446">
                      <a:extLst>
                        <a:ext uri="{FF2B5EF4-FFF2-40B4-BE49-F238E27FC236}">
                          <a16:creationId xmlns:a16="http://schemas.microsoft.com/office/drawing/2014/main" id="{235FB037-F7EE-DE49-97E8-683209B5D495}"/>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377" name="Group 376">
                  <a:extLst>
                    <a:ext uri="{FF2B5EF4-FFF2-40B4-BE49-F238E27FC236}">
                      <a16:creationId xmlns:a16="http://schemas.microsoft.com/office/drawing/2014/main" id="{216FE367-F524-D446-BD8E-161F28E81098}"/>
                    </a:ext>
                  </a:extLst>
                </p:cNvPr>
                <p:cNvGrpSpPr/>
                <p:nvPr/>
              </p:nvGrpSpPr>
              <p:grpSpPr>
                <a:xfrm>
                  <a:off x="1426553" y="4136253"/>
                  <a:ext cx="3452487" cy="1719017"/>
                  <a:chOff x="1426553" y="4136253"/>
                  <a:chExt cx="3452487" cy="1719017"/>
                </a:xfrm>
              </p:grpSpPr>
              <p:grpSp>
                <p:nvGrpSpPr>
                  <p:cNvPr id="379" name="Group 378">
                    <a:extLst>
                      <a:ext uri="{FF2B5EF4-FFF2-40B4-BE49-F238E27FC236}">
                        <a16:creationId xmlns:a16="http://schemas.microsoft.com/office/drawing/2014/main" id="{DA335CF7-6A44-CD42-BB9B-0F2E679F9021}"/>
                      </a:ext>
                    </a:extLst>
                  </p:cNvPr>
                  <p:cNvGrpSpPr/>
                  <p:nvPr/>
                </p:nvGrpSpPr>
                <p:grpSpPr>
                  <a:xfrm>
                    <a:off x="1426553" y="4136253"/>
                    <a:ext cx="2557336" cy="1719017"/>
                    <a:chOff x="-2170772" y="2784954"/>
                    <a:chExt cx="2712783" cy="1853712"/>
                  </a:xfrm>
                </p:grpSpPr>
                <p:sp>
                  <p:nvSpPr>
                    <p:cNvPr id="382" name="Freeform 2">
                      <a:extLst>
                        <a:ext uri="{FF2B5EF4-FFF2-40B4-BE49-F238E27FC236}">
                          <a16:creationId xmlns:a16="http://schemas.microsoft.com/office/drawing/2014/main" id="{62629CF7-F1C0-394C-847B-14D3503FA27C}"/>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83" name="Group 382">
                      <a:extLst>
                        <a:ext uri="{FF2B5EF4-FFF2-40B4-BE49-F238E27FC236}">
                          <a16:creationId xmlns:a16="http://schemas.microsoft.com/office/drawing/2014/main" id="{5BDEBA52-B2AE-C249-B4E1-A1EA54386646}"/>
                        </a:ext>
                      </a:extLst>
                    </p:cNvPr>
                    <p:cNvGrpSpPr/>
                    <p:nvPr/>
                  </p:nvGrpSpPr>
                  <p:grpSpPr>
                    <a:xfrm>
                      <a:off x="-1935370" y="2935816"/>
                      <a:ext cx="2333625" cy="1590649"/>
                      <a:chOff x="833331" y="2873352"/>
                      <a:chExt cx="2333625" cy="1590649"/>
                    </a:xfrm>
                  </p:grpSpPr>
                  <p:grpSp>
                    <p:nvGrpSpPr>
                      <p:cNvPr id="384" name="Group 383">
                        <a:extLst>
                          <a:ext uri="{FF2B5EF4-FFF2-40B4-BE49-F238E27FC236}">
                            <a16:creationId xmlns:a16="http://schemas.microsoft.com/office/drawing/2014/main" id="{3AC0C204-2B48-AC4E-A396-049FBC6756C5}"/>
                          </a:ext>
                        </a:extLst>
                      </p:cNvPr>
                      <p:cNvGrpSpPr/>
                      <p:nvPr/>
                    </p:nvGrpSpPr>
                    <p:grpSpPr>
                      <a:xfrm>
                        <a:off x="1736090" y="2873352"/>
                        <a:ext cx="565150" cy="369332"/>
                        <a:chOff x="1736090" y="2873352"/>
                        <a:chExt cx="565150" cy="369332"/>
                      </a:xfrm>
                    </p:grpSpPr>
                    <p:grpSp>
                      <p:nvGrpSpPr>
                        <p:cNvPr id="431" name="Group 327">
                          <a:extLst>
                            <a:ext uri="{FF2B5EF4-FFF2-40B4-BE49-F238E27FC236}">
                              <a16:creationId xmlns:a16="http://schemas.microsoft.com/office/drawing/2014/main" id="{E8BC624A-2794-404A-9871-CDAC172056FC}"/>
                            </a:ext>
                          </a:extLst>
                        </p:cNvPr>
                        <p:cNvGrpSpPr>
                          <a:grpSpLocks/>
                        </p:cNvGrpSpPr>
                        <p:nvPr/>
                      </p:nvGrpSpPr>
                      <p:grpSpPr bwMode="auto">
                        <a:xfrm>
                          <a:off x="1736090" y="2893762"/>
                          <a:ext cx="565150" cy="292100"/>
                          <a:chOff x="1871277" y="1576300"/>
                          <a:chExt cx="1128371" cy="437861"/>
                        </a:xfrm>
                      </p:grpSpPr>
                      <p:sp>
                        <p:nvSpPr>
                          <p:cNvPr id="435" name="Oval 434">
                            <a:extLst>
                              <a:ext uri="{FF2B5EF4-FFF2-40B4-BE49-F238E27FC236}">
                                <a16:creationId xmlns:a16="http://schemas.microsoft.com/office/drawing/2014/main" id="{0F604F89-DD7D-A045-BAD3-BC0FEE5E57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6" name="Rectangle 435">
                            <a:extLst>
                              <a:ext uri="{FF2B5EF4-FFF2-40B4-BE49-F238E27FC236}">
                                <a16:creationId xmlns:a16="http://schemas.microsoft.com/office/drawing/2014/main" id="{9827A131-2F59-A34C-9AE3-85E42F0DCC0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7" name="Oval 436">
                            <a:extLst>
                              <a:ext uri="{FF2B5EF4-FFF2-40B4-BE49-F238E27FC236}">
                                <a16:creationId xmlns:a16="http://schemas.microsoft.com/office/drawing/2014/main" id="{0C6DC914-779E-5242-821C-14DADB3D08B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8" name="Freeform 437">
                            <a:extLst>
                              <a:ext uri="{FF2B5EF4-FFF2-40B4-BE49-F238E27FC236}">
                                <a16:creationId xmlns:a16="http://schemas.microsoft.com/office/drawing/2014/main" id="{2F342371-6C85-3742-9DED-DAE6130F816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9" name="Freeform 438">
                            <a:extLst>
                              <a:ext uri="{FF2B5EF4-FFF2-40B4-BE49-F238E27FC236}">
                                <a16:creationId xmlns:a16="http://schemas.microsoft.com/office/drawing/2014/main" id="{D4644009-EC8B-F847-A36B-128CBA181D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0" name="Freeform 439">
                            <a:extLst>
                              <a:ext uri="{FF2B5EF4-FFF2-40B4-BE49-F238E27FC236}">
                                <a16:creationId xmlns:a16="http://schemas.microsoft.com/office/drawing/2014/main" id="{17CA9A1B-B7B6-9845-8DF4-B2275030ECB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1" name="Freeform 440">
                            <a:extLst>
                              <a:ext uri="{FF2B5EF4-FFF2-40B4-BE49-F238E27FC236}">
                                <a16:creationId xmlns:a16="http://schemas.microsoft.com/office/drawing/2014/main" id="{ACE63F56-80B5-204F-90A2-8DAD52431FE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42" name="Straight Connector 441">
                            <a:extLst>
                              <a:ext uri="{FF2B5EF4-FFF2-40B4-BE49-F238E27FC236}">
                                <a16:creationId xmlns:a16="http://schemas.microsoft.com/office/drawing/2014/main" id="{ED95AA96-123A-1A43-8D1D-A05D32BEF70D}"/>
                              </a:ext>
                            </a:extLst>
                          </p:cNvPr>
                          <p:cNvCxnSpPr>
                            <a:cxnSpLocks/>
                            <a:endCxn id="43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43" name="Straight Connector 442">
                            <a:extLst>
                              <a:ext uri="{FF2B5EF4-FFF2-40B4-BE49-F238E27FC236}">
                                <a16:creationId xmlns:a16="http://schemas.microsoft.com/office/drawing/2014/main" id="{A2B69F17-16A9-1444-ABE7-3EC6094FFB5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32" name="Group 431">
                          <a:extLst>
                            <a:ext uri="{FF2B5EF4-FFF2-40B4-BE49-F238E27FC236}">
                              <a16:creationId xmlns:a16="http://schemas.microsoft.com/office/drawing/2014/main" id="{1589E35C-1627-3344-8D4D-6F8581BFE0D3}"/>
                            </a:ext>
                          </a:extLst>
                        </p:cNvPr>
                        <p:cNvGrpSpPr/>
                        <p:nvPr/>
                      </p:nvGrpSpPr>
                      <p:grpSpPr>
                        <a:xfrm>
                          <a:off x="1770362" y="2873352"/>
                          <a:ext cx="441422" cy="369332"/>
                          <a:chOff x="667045" y="1708643"/>
                          <a:chExt cx="441422" cy="369332"/>
                        </a:xfrm>
                      </p:grpSpPr>
                      <p:sp>
                        <p:nvSpPr>
                          <p:cNvPr id="433" name="Oval 432">
                            <a:extLst>
                              <a:ext uri="{FF2B5EF4-FFF2-40B4-BE49-F238E27FC236}">
                                <a16:creationId xmlns:a16="http://schemas.microsoft.com/office/drawing/2014/main" id="{A3138503-1D2C-6D4E-A5B3-A54E769C81F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4" name="TextBox 433">
                            <a:extLst>
                              <a:ext uri="{FF2B5EF4-FFF2-40B4-BE49-F238E27FC236}">
                                <a16:creationId xmlns:a16="http://schemas.microsoft.com/office/drawing/2014/main" id="{E3EF62D6-4FBE-AB47-AB76-AE3F2CE7946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385" name="Group 384">
                        <a:extLst>
                          <a:ext uri="{FF2B5EF4-FFF2-40B4-BE49-F238E27FC236}">
                            <a16:creationId xmlns:a16="http://schemas.microsoft.com/office/drawing/2014/main" id="{1E55935A-5B0A-FE4E-99A2-D8E7E254FB11}"/>
                          </a:ext>
                        </a:extLst>
                      </p:cNvPr>
                      <p:cNvGrpSpPr/>
                      <p:nvPr/>
                    </p:nvGrpSpPr>
                    <p:grpSpPr>
                      <a:xfrm>
                        <a:off x="1740320" y="4094669"/>
                        <a:ext cx="565150" cy="369332"/>
                        <a:chOff x="1736090" y="2873352"/>
                        <a:chExt cx="565150" cy="369332"/>
                      </a:xfrm>
                    </p:grpSpPr>
                    <p:grpSp>
                      <p:nvGrpSpPr>
                        <p:cNvPr id="418" name="Group 327">
                          <a:extLst>
                            <a:ext uri="{FF2B5EF4-FFF2-40B4-BE49-F238E27FC236}">
                              <a16:creationId xmlns:a16="http://schemas.microsoft.com/office/drawing/2014/main" id="{DEF1C0C5-9451-4F4C-94CF-C202129105E8}"/>
                            </a:ext>
                          </a:extLst>
                        </p:cNvPr>
                        <p:cNvGrpSpPr>
                          <a:grpSpLocks/>
                        </p:cNvGrpSpPr>
                        <p:nvPr/>
                      </p:nvGrpSpPr>
                      <p:grpSpPr bwMode="auto">
                        <a:xfrm>
                          <a:off x="1736090" y="2893762"/>
                          <a:ext cx="565150" cy="292100"/>
                          <a:chOff x="1871277" y="1576300"/>
                          <a:chExt cx="1128371" cy="437861"/>
                        </a:xfrm>
                      </p:grpSpPr>
                      <p:sp>
                        <p:nvSpPr>
                          <p:cNvPr id="422" name="Oval 421">
                            <a:extLst>
                              <a:ext uri="{FF2B5EF4-FFF2-40B4-BE49-F238E27FC236}">
                                <a16:creationId xmlns:a16="http://schemas.microsoft.com/office/drawing/2014/main" id="{F11C5FA4-D940-8243-BCF2-FABEDD3B3E8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3" name="Rectangle 422">
                            <a:extLst>
                              <a:ext uri="{FF2B5EF4-FFF2-40B4-BE49-F238E27FC236}">
                                <a16:creationId xmlns:a16="http://schemas.microsoft.com/office/drawing/2014/main" id="{1043D97B-B3FA-C641-8E63-1BBE28A3555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4" name="Oval 423">
                            <a:extLst>
                              <a:ext uri="{FF2B5EF4-FFF2-40B4-BE49-F238E27FC236}">
                                <a16:creationId xmlns:a16="http://schemas.microsoft.com/office/drawing/2014/main" id="{390272B7-C7A3-5B41-94CF-25024E0B8E6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BE4118E9-D687-DD4E-BE70-1FC7947EF0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FBACD517-9531-A64C-9DB7-12D72129163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11675EED-9A93-C142-83E1-9FD24FE6110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8" name="Freeform 427">
                            <a:extLst>
                              <a:ext uri="{FF2B5EF4-FFF2-40B4-BE49-F238E27FC236}">
                                <a16:creationId xmlns:a16="http://schemas.microsoft.com/office/drawing/2014/main" id="{50FE7B61-4724-BB48-8CA2-C94A3D4E96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9" name="Straight Connector 428">
                            <a:extLst>
                              <a:ext uri="{FF2B5EF4-FFF2-40B4-BE49-F238E27FC236}">
                                <a16:creationId xmlns:a16="http://schemas.microsoft.com/office/drawing/2014/main" id="{A0B7C404-0D5D-AB4D-99BB-4E3E117D4D84}"/>
                              </a:ext>
                            </a:extLst>
                          </p:cNvPr>
                          <p:cNvCxnSpPr>
                            <a:cxnSpLocks/>
                            <a:endCxn id="42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30" name="Straight Connector 429">
                            <a:extLst>
                              <a:ext uri="{FF2B5EF4-FFF2-40B4-BE49-F238E27FC236}">
                                <a16:creationId xmlns:a16="http://schemas.microsoft.com/office/drawing/2014/main" id="{45B743E2-CDB9-1B4D-8B0F-CDB27E3E657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9" name="Group 418">
                          <a:extLst>
                            <a:ext uri="{FF2B5EF4-FFF2-40B4-BE49-F238E27FC236}">
                              <a16:creationId xmlns:a16="http://schemas.microsoft.com/office/drawing/2014/main" id="{D4D9B8F6-1D1C-EB42-B66E-1861DABD9104}"/>
                            </a:ext>
                          </a:extLst>
                        </p:cNvPr>
                        <p:cNvGrpSpPr/>
                        <p:nvPr/>
                      </p:nvGrpSpPr>
                      <p:grpSpPr>
                        <a:xfrm>
                          <a:off x="1770362" y="2873352"/>
                          <a:ext cx="441422" cy="369332"/>
                          <a:chOff x="667045" y="1708643"/>
                          <a:chExt cx="441422" cy="369332"/>
                        </a:xfrm>
                      </p:grpSpPr>
                      <p:sp>
                        <p:nvSpPr>
                          <p:cNvPr id="420" name="Oval 419">
                            <a:extLst>
                              <a:ext uri="{FF2B5EF4-FFF2-40B4-BE49-F238E27FC236}">
                                <a16:creationId xmlns:a16="http://schemas.microsoft.com/office/drawing/2014/main" id="{45636873-8949-C64E-B8AC-D659456BD43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1" name="TextBox 420">
                            <a:extLst>
                              <a:ext uri="{FF2B5EF4-FFF2-40B4-BE49-F238E27FC236}">
                                <a16:creationId xmlns:a16="http://schemas.microsoft.com/office/drawing/2014/main" id="{1E3661C3-F545-8248-A65C-8765C235CF9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86" name="Group 385">
                        <a:extLst>
                          <a:ext uri="{FF2B5EF4-FFF2-40B4-BE49-F238E27FC236}">
                            <a16:creationId xmlns:a16="http://schemas.microsoft.com/office/drawing/2014/main" id="{E1D20916-4852-3F44-A035-3C94996D387A}"/>
                          </a:ext>
                        </a:extLst>
                      </p:cNvPr>
                      <p:cNvGrpSpPr/>
                      <p:nvPr/>
                    </p:nvGrpSpPr>
                    <p:grpSpPr>
                      <a:xfrm>
                        <a:off x="2601806" y="3485072"/>
                        <a:ext cx="565150" cy="369332"/>
                        <a:chOff x="1736090" y="2873352"/>
                        <a:chExt cx="565150" cy="369332"/>
                      </a:xfrm>
                    </p:grpSpPr>
                    <p:grpSp>
                      <p:nvGrpSpPr>
                        <p:cNvPr id="405" name="Group 327">
                          <a:extLst>
                            <a:ext uri="{FF2B5EF4-FFF2-40B4-BE49-F238E27FC236}">
                              <a16:creationId xmlns:a16="http://schemas.microsoft.com/office/drawing/2014/main" id="{5927A8F5-BEE8-C747-BE07-13461F8200B6}"/>
                            </a:ext>
                          </a:extLst>
                        </p:cNvPr>
                        <p:cNvGrpSpPr>
                          <a:grpSpLocks/>
                        </p:cNvGrpSpPr>
                        <p:nvPr/>
                      </p:nvGrpSpPr>
                      <p:grpSpPr bwMode="auto">
                        <a:xfrm>
                          <a:off x="1736090" y="2893762"/>
                          <a:ext cx="565150" cy="292100"/>
                          <a:chOff x="1871277" y="1576300"/>
                          <a:chExt cx="1128371" cy="437861"/>
                        </a:xfrm>
                      </p:grpSpPr>
                      <p:sp>
                        <p:nvSpPr>
                          <p:cNvPr id="409" name="Oval 408">
                            <a:extLst>
                              <a:ext uri="{FF2B5EF4-FFF2-40B4-BE49-F238E27FC236}">
                                <a16:creationId xmlns:a16="http://schemas.microsoft.com/office/drawing/2014/main" id="{3A77506B-029D-F741-9106-2D0BDFAA8FC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Rectangle 409">
                            <a:extLst>
                              <a:ext uri="{FF2B5EF4-FFF2-40B4-BE49-F238E27FC236}">
                                <a16:creationId xmlns:a16="http://schemas.microsoft.com/office/drawing/2014/main" id="{5B7A8252-00ED-EE41-BC3F-4B29A5DC657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Oval 410">
                            <a:extLst>
                              <a:ext uri="{FF2B5EF4-FFF2-40B4-BE49-F238E27FC236}">
                                <a16:creationId xmlns:a16="http://schemas.microsoft.com/office/drawing/2014/main" id="{B0BF4CE9-FD63-C842-A605-86FE5AA2434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093DE816-A834-344B-A35C-53AEDBC3ECD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C7091647-4973-6947-BB99-37777F8F655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2A9361F8-200B-E444-8DE8-C416151A979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5" name="Freeform 414">
                            <a:extLst>
                              <a:ext uri="{FF2B5EF4-FFF2-40B4-BE49-F238E27FC236}">
                                <a16:creationId xmlns:a16="http://schemas.microsoft.com/office/drawing/2014/main" id="{36722064-1EFB-0C46-8683-19449CE963D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6" name="Straight Connector 415">
                            <a:extLst>
                              <a:ext uri="{FF2B5EF4-FFF2-40B4-BE49-F238E27FC236}">
                                <a16:creationId xmlns:a16="http://schemas.microsoft.com/office/drawing/2014/main" id="{0089421A-D8EB-0245-AAC3-98CEA2438B41}"/>
                              </a:ext>
                            </a:extLst>
                          </p:cNvPr>
                          <p:cNvCxnSpPr>
                            <a:cxnSpLocks/>
                            <a:endCxn id="41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7" name="Straight Connector 416">
                            <a:extLst>
                              <a:ext uri="{FF2B5EF4-FFF2-40B4-BE49-F238E27FC236}">
                                <a16:creationId xmlns:a16="http://schemas.microsoft.com/office/drawing/2014/main" id="{0FEF70FB-C7B5-824A-ACC5-EFEF2637298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6" name="Group 405">
                          <a:extLst>
                            <a:ext uri="{FF2B5EF4-FFF2-40B4-BE49-F238E27FC236}">
                              <a16:creationId xmlns:a16="http://schemas.microsoft.com/office/drawing/2014/main" id="{CC53F093-34E0-AD44-AAAC-E81D1710459D}"/>
                            </a:ext>
                          </a:extLst>
                        </p:cNvPr>
                        <p:cNvGrpSpPr/>
                        <p:nvPr/>
                      </p:nvGrpSpPr>
                      <p:grpSpPr>
                        <a:xfrm>
                          <a:off x="1770362" y="2873352"/>
                          <a:ext cx="428460" cy="369332"/>
                          <a:chOff x="667045" y="1708643"/>
                          <a:chExt cx="428460" cy="369332"/>
                        </a:xfrm>
                      </p:grpSpPr>
                      <p:sp>
                        <p:nvSpPr>
                          <p:cNvPr id="407" name="Oval 406">
                            <a:extLst>
                              <a:ext uri="{FF2B5EF4-FFF2-40B4-BE49-F238E27FC236}">
                                <a16:creationId xmlns:a16="http://schemas.microsoft.com/office/drawing/2014/main" id="{71EEFB54-B047-B04C-8E06-E12B839F070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TextBox 407">
                            <a:extLst>
                              <a:ext uri="{FF2B5EF4-FFF2-40B4-BE49-F238E27FC236}">
                                <a16:creationId xmlns:a16="http://schemas.microsoft.com/office/drawing/2014/main" id="{41045F33-103E-394D-8CDC-466F17D0530E}"/>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387" name="Group 386">
                        <a:extLst>
                          <a:ext uri="{FF2B5EF4-FFF2-40B4-BE49-F238E27FC236}">
                            <a16:creationId xmlns:a16="http://schemas.microsoft.com/office/drawing/2014/main" id="{CF9FAB3E-89D0-E141-A8FA-54F95FB91439}"/>
                          </a:ext>
                        </a:extLst>
                      </p:cNvPr>
                      <p:cNvGrpSpPr/>
                      <p:nvPr/>
                    </p:nvGrpSpPr>
                    <p:grpSpPr>
                      <a:xfrm>
                        <a:off x="833331" y="3478719"/>
                        <a:ext cx="565150" cy="369332"/>
                        <a:chOff x="1736090" y="2873352"/>
                        <a:chExt cx="565150" cy="369332"/>
                      </a:xfrm>
                    </p:grpSpPr>
                    <p:grpSp>
                      <p:nvGrpSpPr>
                        <p:cNvPr id="392" name="Group 327">
                          <a:extLst>
                            <a:ext uri="{FF2B5EF4-FFF2-40B4-BE49-F238E27FC236}">
                              <a16:creationId xmlns:a16="http://schemas.microsoft.com/office/drawing/2014/main" id="{EF1D9DAA-152F-3B43-A5E6-5832E4693684}"/>
                            </a:ext>
                          </a:extLst>
                        </p:cNvPr>
                        <p:cNvGrpSpPr>
                          <a:grpSpLocks/>
                        </p:cNvGrpSpPr>
                        <p:nvPr/>
                      </p:nvGrpSpPr>
                      <p:grpSpPr bwMode="auto">
                        <a:xfrm>
                          <a:off x="1736090" y="2893762"/>
                          <a:ext cx="565150" cy="292100"/>
                          <a:chOff x="1871277" y="1576300"/>
                          <a:chExt cx="1128371" cy="437861"/>
                        </a:xfrm>
                      </p:grpSpPr>
                      <p:sp>
                        <p:nvSpPr>
                          <p:cNvPr id="396" name="Oval 395">
                            <a:extLst>
                              <a:ext uri="{FF2B5EF4-FFF2-40B4-BE49-F238E27FC236}">
                                <a16:creationId xmlns:a16="http://schemas.microsoft.com/office/drawing/2014/main" id="{7D4F535B-8429-F641-B6A0-346953CBA37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7" name="Rectangle 396">
                            <a:extLst>
                              <a:ext uri="{FF2B5EF4-FFF2-40B4-BE49-F238E27FC236}">
                                <a16:creationId xmlns:a16="http://schemas.microsoft.com/office/drawing/2014/main" id="{41766DC7-3FA8-5240-A389-76F4A17894D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Oval 397">
                            <a:extLst>
                              <a:ext uri="{FF2B5EF4-FFF2-40B4-BE49-F238E27FC236}">
                                <a16:creationId xmlns:a16="http://schemas.microsoft.com/office/drawing/2014/main" id="{5F4EAFA3-31D1-3444-B1D3-53FD0EF8E3F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9" name="Freeform 398">
                            <a:extLst>
                              <a:ext uri="{FF2B5EF4-FFF2-40B4-BE49-F238E27FC236}">
                                <a16:creationId xmlns:a16="http://schemas.microsoft.com/office/drawing/2014/main" id="{152902E8-334A-2B42-9BA6-AF188C53F52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0" name="Freeform 399">
                            <a:extLst>
                              <a:ext uri="{FF2B5EF4-FFF2-40B4-BE49-F238E27FC236}">
                                <a16:creationId xmlns:a16="http://schemas.microsoft.com/office/drawing/2014/main" id="{4DC2C0EF-9A47-6247-B211-492C383FB3D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Freeform 400">
                            <a:extLst>
                              <a:ext uri="{FF2B5EF4-FFF2-40B4-BE49-F238E27FC236}">
                                <a16:creationId xmlns:a16="http://schemas.microsoft.com/office/drawing/2014/main" id="{32FC7147-0118-BE4F-8F42-5C778952840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Freeform 401">
                            <a:extLst>
                              <a:ext uri="{FF2B5EF4-FFF2-40B4-BE49-F238E27FC236}">
                                <a16:creationId xmlns:a16="http://schemas.microsoft.com/office/drawing/2014/main" id="{AFDECA8E-8DAC-AF4F-A7A8-9F326DB99B3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3" name="Straight Connector 402">
                            <a:extLst>
                              <a:ext uri="{FF2B5EF4-FFF2-40B4-BE49-F238E27FC236}">
                                <a16:creationId xmlns:a16="http://schemas.microsoft.com/office/drawing/2014/main" id="{9FF59317-BCD5-D042-8296-2B2D746766D3}"/>
                              </a:ext>
                            </a:extLst>
                          </p:cNvPr>
                          <p:cNvCxnSpPr>
                            <a:cxnSpLocks/>
                            <a:endCxn id="39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4" name="Straight Connector 403">
                            <a:extLst>
                              <a:ext uri="{FF2B5EF4-FFF2-40B4-BE49-F238E27FC236}">
                                <a16:creationId xmlns:a16="http://schemas.microsoft.com/office/drawing/2014/main" id="{3DCFF513-F1EC-864D-8830-1468ED1B523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3" name="Group 392">
                          <a:extLst>
                            <a:ext uri="{FF2B5EF4-FFF2-40B4-BE49-F238E27FC236}">
                              <a16:creationId xmlns:a16="http://schemas.microsoft.com/office/drawing/2014/main" id="{886C351E-30BA-DF49-A85F-DD9707A366BD}"/>
                            </a:ext>
                          </a:extLst>
                        </p:cNvPr>
                        <p:cNvGrpSpPr/>
                        <p:nvPr/>
                      </p:nvGrpSpPr>
                      <p:grpSpPr>
                        <a:xfrm>
                          <a:off x="1770362" y="2873352"/>
                          <a:ext cx="441422" cy="369332"/>
                          <a:chOff x="667045" y="1708643"/>
                          <a:chExt cx="441422" cy="369332"/>
                        </a:xfrm>
                      </p:grpSpPr>
                      <p:sp>
                        <p:nvSpPr>
                          <p:cNvPr id="394" name="Oval 393">
                            <a:extLst>
                              <a:ext uri="{FF2B5EF4-FFF2-40B4-BE49-F238E27FC236}">
                                <a16:creationId xmlns:a16="http://schemas.microsoft.com/office/drawing/2014/main" id="{D4B291B3-1CC1-B94F-B091-84A1939A53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TextBox 394">
                            <a:extLst>
                              <a:ext uri="{FF2B5EF4-FFF2-40B4-BE49-F238E27FC236}">
                                <a16:creationId xmlns:a16="http://schemas.microsoft.com/office/drawing/2014/main" id="{B03C5213-0B5E-8743-8495-AB951B1DED8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388" name="Straight Connector 387">
                        <a:extLst>
                          <a:ext uri="{FF2B5EF4-FFF2-40B4-BE49-F238E27FC236}">
                            <a16:creationId xmlns:a16="http://schemas.microsoft.com/office/drawing/2014/main" id="{1FAD6D31-07E5-6C4A-B4E5-D06E206DB0C1}"/>
                          </a:ext>
                        </a:extLst>
                      </p:cNvPr>
                      <p:cNvCxnSpPr>
                        <a:cxnSpLocks/>
                        <a:stCxn id="43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 name="Straight Connector 388">
                        <a:extLst>
                          <a:ext uri="{FF2B5EF4-FFF2-40B4-BE49-F238E27FC236}">
                            <a16:creationId xmlns:a16="http://schemas.microsoft.com/office/drawing/2014/main" id="{84D21707-F898-DA49-ADF6-D789CB7063B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0" name="Straight Connector 389">
                        <a:extLst>
                          <a:ext uri="{FF2B5EF4-FFF2-40B4-BE49-F238E27FC236}">
                            <a16:creationId xmlns:a16="http://schemas.microsoft.com/office/drawing/2014/main" id="{3175D0AB-5DDF-E944-BC89-7F96A181FECD}"/>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1" name="Straight Connector 390">
                        <a:extLst>
                          <a:ext uri="{FF2B5EF4-FFF2-40B4-BE49-F238E27FC236}">
                            <a16:creationId xmlns:a16="http://schemas.microsoft.com/office/drawing/2014/main" id="{910A80D2-6B7C-3244-9790-5492E4C5AD6A}"/>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380" name="TextBox 379">
                    <a:extLst>
                      <a:ext uri="{FF2B5EF4-FFF2-40B4-BE49-F238E27FC236}">
                        <a16:creationId xmlns:a16="http://schemas.microsoft.com/office/drawing/2014/main" id="{8653EAA8-8A1D-E142-933A-15274733651B}"/>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381" name="Straight Connector 380">
                    <a:extLst>
                      <a:ext uri="{FF2B5EF4-FFF2-40B4-BE49-F238E27FC236}">
                        <a16:creationId xmlns:a16="http://schemas.microsoft.com/office/drawing/2014/main" id="{9F8FC446-700F-E64A-81CE-83BA83C51543}"/>
                      </a:ext>
                    </a:extLst>
                  </p:cNvPr>
                  <p:cNvCxnSpPr>
                    <a:cxnSpLocks/>
                    <a:stCxn id="523" idx="1"/>
                    <a:endCxn id="422" idx="6"/>
                  </p:cNvCxnSpPr>
                  <p:nvPr/>
                </p:nvCxnSpPr>
                <p:spPr bwMode="auto">
                  <a:xfrm flipH="1" flipV="1">
                    <a:off x="3036249" y="5599159"/>
                    <a:ext cx="1842791" cy="124620"/>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378" name="Straight Connector 377">
                  <a:extLst>
                    <a:ext uri="{FF2B5EF4-FFF2-40B4-BE49-F238E27FC236}">
                      <a16:creationId xmlns:a16="http://schemas.microsoft.com/office/drawing/2014/main" id="{60758C44-1362-5E4A-A82A-1279B011F30E}"/>
                    </a:ext>
                  </a:extLst>
                </p:cNvPr>
                <p:cNvCxnSpPr>
                  <a:cxnSpLocks/>
                  <a:stCxn id="539" idx="5"/>
                  <a:endCxn id="460"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58" name="Group 357">
                <a:extLst>
                  <a:ext uri="{FF2B5EF4-FFF2-40B4-BE49-F238E27FC236}">
                    <a16:creationId xmlns:a16="http://schemas.microsoft.com/office/drawing/2014/main" id="{115B6435-BC3A-344B-BFFA-7A1AA86CEE5D}"/>
                  </a:ext>
                </a:extLst>
              </p:cNvPr>
              <p:cNvGrpSpPr/>
              <p:nvPr/>
            </p:nvGrpSpPr>
            <p:grpSpPr>
              <a:xfrm>
                <a:off x="9525929" y="4809915"/>
                <a:ext cx="1701734" cy="616172"/>
                <a:chOff x="6935906" y="5482318"/>
                <a:chExt cx="1701734" cy="616172"/>
              </a:xfrm>
            </p:grpSpPr>
            <p:grpSp>
              <p:nvGrpSpPr>
                <p:cNvPr id="359" name="Group 358">
                  <a:extLst>
                    <a:ext uri="{FF2B5EF4-FFF2-40B4-BE49-F238E27FC236}">
                      <a16:creationId xmlns:a16="http://schemas.microsoft.com/office/drawing/2014/main" id="{FE70586D-E550-E647-AD46-064B43BBD151}"/>
                    </a:ext>
                  </a:extLst>
                </p:cNvPr>
                <p:cNvGrpSpPr/>
                <p:nvPr/>
              </p:nvGrpSpPr>
              <p:grpSpPr>
                <a:xfrm>
                  <a:off x="6935906" y="5482318"/>
                  <a:ext cx="1701734" cy="616172"/>
                  <a:chOff x="6808463" y="5108795"/>
                  <a:chExt cx="1701734" cy="616172"/>
                </a:xfrm>
              </p:grpSpPr>
              <p:sp>
                <p:nvSpPr>
                  <p:cNvPr id="361" name="Freeform 2">
                    <a:extLst>
                      <a:ext uri="{FF2B5EF4-FFF2-40B4-BE49-F238E27FC236}">
                        <a16:creationId xmlns:a16="http://schemas.microsoft.com/office/drawing/2014/main" id="{18082CBB-F3E3-724E-95BE-DB64A1600A42}"/>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62" name="Group 327">
                    <a:extLst>
                      <a:ext uri="{FF2B5EF4-FFF2-40B4-BE49-F238E27FC236}">
                        <a16:creationId xmlns:a16="http://schemas.microsoft.com/office/drawing/2014/main" id="{5B406A2C-ABA8-084A-9596-936179933241}"/>
                      </a:ext>
                    </a:extLst>
                  </p:cNvPr>
                  <p:cNvGrpSpPr>
                    <a:grpSpLocks/>
                  </p:cNvGrpSpPr>
                  <p:nvPr/>
                </p:nvGrpSpPr>
                <p:grpSpPr bwMode="auto">
                  <a:xfrm>
                    <a:off x="7908175" y="5241780"/>
                    <a:ext cx="536554" cy="263548"/>
                    <a:chOff x="1871277" y="1576300"/>
                    <a:chExt cx="1128371" cy="437861"/>
                  </a:xfrm>
                </p:grpSpPr>
                <p:sp>
                  <p:nvSpPr>
                    <p:cNvPr id="366" name="Oval 365">
                      <a:extLst>
                        <a:ext uri="{FF2B5EF4-FFF2-40B4-BE49-F238E27FC236}">
                          <a16:creationId xmlns:a16="http://schemas.microsoft.com/office/drawing/2014/main" id="{39FC7CDD-91D7-FF44-B916-78088DE675C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A080E9B6-A37A-044C-A833-E7F1E0233B0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14A74E6C-0FCA-E749-86E8-EE93E2BEF92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9F9BDD36-691A-E144-B65E-1F4CB601737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0B2530CD-DBD0-FA45-836C-9AB9E06564B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3595C9D1-2901-184D-A963-958CAB68BDA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0A2F7FCA-3D9A-B842-B550-A9E8284929C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3" name="Straight Connector 372">
                      <a:extLst>
                        <a:ext uri="{FF2B5EF4-FFF2-40B4-BE49-F238E27FC236}">
                          <a16:creationId xmlns:a16="http://schemas.microsoft.com/office/drawing/2014/main" id="{89A20473-B361-5949-83B2-2F0577111864}"/>
                        </a:ext>
                      </a:extLst>
                    </p:cNvPr>
                    <p:cNvCxnSpPr>
                      <a:cxnSpLocks/>
                      <a:endCxn id="36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4" name="Straight Connector 373">
                      <a:extLst>
                        <a:ext uri="{FF2B5EF4-FFF2-40B4-BE49-F238E27FC236}">
                          <a16:creationId xmlns:a16="http://schemas.microsoft.com/office/drawing/2014/main" id="{90860BE3-3974-E745-8C7F-38607816CAA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3" name="Group 362">
                    <a:extLst>
                      <a:ext uri="{FF2B5EF4-FFF2-40B4-BE49-F238E27FC236}">
                        <a16:creationId xmlns:a16="http://schemas.microsoft.com/office/drawing/2014/main" id="{2003A570-A32D-6B45-8339-609AA01FD40F}"/>
                      </a:ext>
                    </a:extLst>
                  </p:cNvPr>
                  <p:cNvGrpSpPr/>
                  <p:nvPr/>
                </p:nvGrpSpPr>
                <p:grpSpPr>
                  <a:xfrm>
                    <a:off x="7876581" y="5223365"/>
                    <a:ext cx="466894" cy="369332"/>
                    <a:chOff x="599495" y="1708643"/>
                    <a:chExt cx="491778" cy="409344"/>
                  </a:xfrm>
                </p:grpSpPr>
                <p:sp>
                  <p:nvSpPr>
                    <p:cNvPr id="364" name="Oval 363">
                      <a:extLst>
                        <a:ext uri="{FF2B5EF4-FFF2-40B4-BE49-F238E27FC236}">
                          <a16:creationId xmlns:a16="http://schemas.microsoft.com/office/drawing/2014/main" id="{15965660-1CBF-3444-A652-4E7C3B982A6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TextBox 364">
                      <a:extLst>
                        <a:ext uri="{FF2B5EF4-FFF2-40B4-BE49-F238E27FC236}">
                          <a16:creationId xmlns:a16="http://schemas.microsoft.com/office/drawing/2014/main" id="{FCA1E01E-CAF4-5B4C-898F-4D5EFFEA0145}"/>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360" name="Straight Connector 359">
                  <a:extLst>
                    <a:ext uri="{FF2B5EF4-FFF2-40B4-BE49-F238E27FC236}">
                      <a16:creationId xmlns:a16="http://schemas.microsoft.com/office/drawing/2014/main" id="{AA520213-7841-F244-A739-93A10DDB840E}"/>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cxnSp>
          <p:nvCxnSpPr>
            <p:cNvPr id="338" name="Straight Connector 337">
              <a:extLst>
                <a:ext uri="{FF2B5EF4-FFF2-40B4-BE49-F238E27FC236}">
                  <a16:creationId xmlns:a16="http://schemas.microsoft.com/office/drawing/2014/main" id="{7B5F4AAD-1676-DE46-9374-3849783B3490}"/>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8" name="Title 5">
            <a:extLst>
              <a:ext uri="{FF2B5EF4-FFF2-40B4-BE49-F238E27FC236}">
                <a16:creationId xmlns:a16="http://schemas.microsoft.com/office/drawing/2014/main" id="{4F2D8B6E-E303-7C52-0E04-1F80133269D7}"/>
              </a:ext>
            </a:extLst>
          </p:cNvPr>
          <p:cNvSpPr>
            <a:spLocks noGrp="1"/>
          </p:cNvSpPr>
          <p:nvPr>
            <p:ph type="title"/>
          </p:nvPr>
        </p:nvSpPr>
        <p:spPr>
          <a:xfrm>
            <a:off x="838200" y="389191"/>
            <a:ext cx="10515600" cy="894622"/>
          </a:xfrm>
        </p:spPr>
        <p:txBody>
          <a:bodyPr/>
          <a:lstStyle/>
          <a:p>
            <a:r>
              <a:rPr lang="en-US"/>
              <a:t>BGP Exercise - 2</a:t>
            </a:r>
          </a:p>
        </p:txBody>
      </p:sp>
      <p:cxnSp>
        <p:nvCxnSpPr>
          <p:cNvPr id="4" name="Straight Connector 3">
            <a:extLst>
              <a:ext uri="{FF2B5EF4-FFF2-40B4-BE49-F238E27FC236}">
                <a16:creationId xmlns:a16="http://schemas.microsoft.com/office/drawing/2014/main" id="{70F3F0A3-648C-14BB-EA55-1AB49B80AC07}"/>
              </a:ext>
            </a:extLst>
          </p:cNvPr>
          <p:cNvCxnSpPr>
            <a:cxnSpLocks/>
            <a:endCxn id="549" idx="0"/>
          </p:cNvCxnSpPr>
          <p:nvPr/>
        </p:nvCxnSpPr>
        <p:spPr bwMode="auto">
          <a:xfrm>
            <a:off x="5597699" y="2673637"/>
            <a:ext cx="26429" cy="819975"/>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a:extLst>
              <a:ext uri="{FF2B5EF4-FFF2-40B4-BE49-F238E27FC236}">
                <a16:creationId xmlns:a16="http://schemas.microsoft.com/office/drawing/2014/main" id="{E2898495-C137-10BF-F52A-CA61D5A58DC3}"/>
              </a:ext>
            </a:extLst>
          </p:cNvPr>
          <p:cNvSpPr txBox="1"/>
          <p:nvPr/>
        </p:nvSpPr>
        <p:spPr>
          <a:xfrm>
            <a:off x="5077107" y="3055942"/>
            <a:ext cx="418704" cy="369332"/>
          </a:xfrm>
          <a:prstGeom prst="rect">
            <a:avLst/>
          </a:prstGeom>
          <a:noFill/>
        </p:spPr>
        <p:txBody>
          <a:bodyPr wrap="none" rtlCol="0">
            <a:spAutoFit/>
          </a:bodyPr>
          <a:lstStyle/>
          <a:p>
            <a:r>
              <a:rPr lang="en-US"/>
              <a:t>20</a:t>
            </a:r>
          </a:p>
        </p:txBody>
      </p:sp>
      <p:sp>
        <p:nvSpPr>
          <p:cNvPr id="9" name="TextBox 8">
            <a:extLst>
              <a:ext uri="{FF2B5EF4-FFF2-40B4-BE49-F238E27FC236}">
                <a16:creationId xmlns:a16="http://schemas.microsoft.com/office/drawing/2014/main" id="{7625F35A-6CE7-A3A0-AD80-32857FBDA325}"/>
              </a:ext>
            </a:extLst>
          </p:cNvPr>
          <p:cNvSpPr txBox="1"/>
          <p:nvPr/>
        </p:nvSpPr>
        <p:spPr>
          <a:xfrm>
            <a:off x="5572406" y="2914422"/>
            <a:ext cx="418704" cy="369332"/>
          </a:xfrm>
          <a:prstGeom prst="rect">
            <a:avLst/>
          </a:prstGeom>
          <a:noFill/>
        </p:spPr>
        <p:txBody>
          <a:bodyPr wrap="none" rtlCol="0">
            <a:spAutoFit/>
          </a:bodyPr>
          <a:lstStyle/>
          <a:p>
            <a:r>
              <a:rPr lang="en-US"/>
              <a:t>10</a:t>
            </a:r>
          </a:p>
        </p:txBody>
      </p:sp>
      <p:sp>
        <p:nvSpPr>
          <p:cNvPr id="10" name="TextBox 9">
            <a:extLst>
              <a:ext uri="{FF2B5EF4-FFF2-40B4-BE49-F238E27FC236}">
                <a16:creationId xmlns:a16="http://schemas.microsoft.com/office/drawing/2014/main" id="{0EF1BBAF-2AAB-1C6E-C097-94C7D456932C}"/>
              </a:ext>
            </a:extLst>
          </p:cNvPr>
          <p:cNvSpPr txBox="1"/>
          <p:nvPr/>
        </p:nvSpPr>
        <p:spPr>
          <a:xfrm>
            <a:off x="6013279" y="2489882"/>
            <a:ext cx="418704" cy="369332"/>
          </a:xfrm>
          <a:prstGeom prst="rect">
            <a:avLst/>
          </a:prstGeom>
          <a:noFill/>
        </p:spPr>
        <p:txBody>
          <a:bodyPr wrap="none" rtlCol="0">
            <a:spAutoFit/>
          </a:bodyPr>
          <a:lstStyle/>
          <a:p>
            <a:r>
              <a:rPr lang="en-US"/>
              <a:t>40</a:t>
            </a:r>
          </a:p>
        </p:txBody>
      </p:sp>
      <p:sp>
        <p:nvSpPr>
          <p:cNvPr id="11" name="TextBox 10">
            <a:extLst>
              <a:ext uri="{FF2B5EF4-FFF2-40B4-BE49-F238E27FC236}">
                <a16:creationId xmlns:a16="http://schemas.microsoft.com/office/drawing/2014/main" id="{DD63B58D-AF35-168A-3672-C0FE9598A835}"/>
              </a:ext>
            </a:extLst>
          </p:cNvPr>
          <p:cNvSpPr txBox="1"/>
          <p:nvPr/>
        </p:nvSpPr>
        <p:spPr>
          <a:xfrm>
            <a:off x="5931638" y="3322643"/>
            <a:ext cx="418704" cy="369332"/>
          </a:xfrm>
          <a:prstGeom prst="rect">
            <a:avLst/>
          </a:prstGeom>
          <a:noFill/>
        </p:spPr>
        <p:txBody>
          <a:bodyPr wrap="none" rtlCol="0">
            <a:spAutoFit/>
          </a:bodyPr>
          <a:lstStyle/>
          <a:p>
            <a:r>
              <a:rPr lang="en-US"/>
              <a:t>30</a:t>
            </a:r>
          </a:p>
        </p:txBody>
      </p:sp>
      <p:sp>
        <p:nvSpPr>
          <p:cNvPr id="12" name="TextBox 11">
            <a:extLst>
              <a:ext uri="{FF2B5EF4-FFF2-40B4-BE49-F238E27FC236}">
                <a16:creationId xmlns:a16="http://schemas.microsoft.com/office/drawing/2014/main" id="{C81DA621-7278-4621-1CB7-78383C82F347}"/>
              </a:ext>
            </a:extLst>
          </p:cNvPr>
          <p:cNvSpPr txBox="1"/>
          <p:nvPr/>
        </p:nvSpPr>
        <p:spPr>
          <a:xfrm>
            <a:off x="3454449" y="1956551"/>
            <a:ext cx="535724" cy="369332"/>
          </a:xfrm>
          <a:prstGeom prst="rect">
            <a:avLst/>
          </a:prstGeom>
          <a:noFill/>
        </p:spPr>
        <p:txBody>
          <a:bodyPr wrap="none" rtlCol="0">
            <a:spAutoFit/>
          </a:bodyPr>
          <a:lstStyle/>
          <a:p>
            <a:r>
              <a:rPr lang="en-US"/>
              <a:t>100</a:t>
            </a:r>
          </a:p>
        </p:txBody>
      </p:sp>
      <p:sp>
        <p:nvSpPr>
          <p:cNvPr id="13" name="TextBox 12">
            <a:extLst>
              <a:ext uri="{FF2B5EF4-FFF2-40B4-BE49-F238E27FC236}">
                <a16:creationId xmlns:a16="http://schemas.microsoft.com/office/drawing/2014/main" id="{02E225A1-21FA-9E41-4245-EA8D2DD26E0F}"/>
              </a:ext>
            </a:extLst>
          </p:cNvPr>
          <p:cNvSpPr txBox="1"/>
          <p:nvPr/>
        </p:nvSpPr>
        <p:spPr>
          <a:xfrm>
            <a:off x="2834210" y="2621425"/>
            <a:ext cx="418704" cy="369332"/>
          </a:xfrm>
          <a:prstGeom prst="rect">
            <a:avLst/>
          </a:prstGeom>
          <a:noFill/>
        </p:spPr>
        <p:txBody>
          <a:bodyPr wrap="none" rtlCol="0">
            <a:spAutoFit/>
          </a:bodyPr>
          <a:lstStyle/>
          <a:p>
            <a:r>
              <a:rPr lang="en-US"/>
              <a:t>50</a:t>
            </a:r>
          </a:p>
        </p:txBody>
      </p:sp>
      <p:sp>
        <p:nvSpPr>
          <p:cNvPr id="14" name="TextBox 13">
            <a:extLst>
              <a:ext uri="{FF2B5EF4-FFF2-40B4-BE49-F238E27FC236}">
                <a16:creationId xmlns:a16="http://schemas.microsoft.com/office/drawing/2014/main" id="{37E12D82-DC28-6000-5775-8BCA8B2E98F4}"/>
              </a:ext>
            </a:extLst>
          </p:cNvPr>
          <p:cNvSpPr txBox="1"/>
          <p:nvPr/>
        </p:nvSpPr>
        <p:spPr>
          <a:xfrm>
            <a:off x="7346095" y="1570104"/>
            <a:ext cx="418704" cy="369332"/>
          </a:xfrm>
          <a:prstGeom prst="rect">
            <a:avLst/>
          </a:prstGeom>
          <a:noFill/>
        </p:spPr>
        <p:txBody>
          <a:bodyPr wrap="none" rtlCol="0">
            <a:spAutoFit/>
          </a:bodyPr>
          <a:lstStyle/>
          <a:p>
            <a:r>
              <a:rPr lang="en-US"/>
              <a:t>20</a:t>
            </a:r>
          </a:p>
        </p:txBody>
      </p:sp>
      <p:sp>
        <p:nvSpPr>
          <p:cNvPr id="15" name="TextBox 14">
            <a:extLst>
              <a:ext uri="{FF2B5EF4-FFF2-40B4-BE49-F238E27FC236}">
                <a16:creationId xmlns:a16="http://schemas.microsoft.com/office/drawing/2014/main" id="{A494AFA2-47B3-BFAC-4B39-628F9B1FD1BE}"/>
              </a:ext>
            </a:extLst>
          </p:cNvPr>
          <p:cNvSpPr txBox="1"/>
          <p:nvPr/>
        </p:nvSpPr>
        <p:spPr>
          <a:xfrm>
            <a:off x="7694440" y="2081742"/>
            <a:ext cx="418704" cy="369332"/>
          </a:xfrm>
          <a:prstGeom prst="rect">
            <a:avLst/>
          </a:prstGeom>
          <a:noFill/>
        </p:spPr>
        <p:txBody>
          <a:bodyPr wrap="none" rtlCol="0">
            <a:spAutoFit/>
          </a:bodyPr>
          <a:lstStyle/>
          <a:p>
            <a:r>
              <a:rPr lang="en-US"/>
              <a:t>80</a:t>
            </a:r>
          </a:p>
        </p:txBody>
      </p:sp>
      <p:sp>
        <p:nvSpPr>
          <p:cNvPr id="16" name="TextBox 15">
            <a:extLst>
              <a:ext uri="{FF2B5EF4-FFF2-40B4-BE49-F238E27FC236}">
                <a16:creationId xmlns:a16="http://schemas.microsoft.com/office/drawing/2014/main" id="{06DC0D2A-5F0B-9652-717A-F9A32E1BCCB7}"/>
              </a:ext>
            </a:extLst>
          </p:cNvPr>
          <p:cNvSpPr txBox="1"/>
          <p:nvPr/>
        </p:nvSpPr>
        <p:spPr>
          <a:xfrm>
            <a:off x="6703840" y="2870958"/>
            <a:ext cx="418704" cy="369332"/>
          </a:xfrm>
          <a:prstGeom prst="rect">
            <a:avLst/>
          </a:prstGeom>
          <a:noFill/>
        </p:spPr>
        <p:txBody>
          <a:bodyPr wrap="none" rtlCol="0">
            <a:spAutoFit/>
          </a:bodyPr>
          <a:lstStyle/>
          <a:p>
            <a:r>
              <a:rPr lang="en-US"/>
              <a:t>40</a:t>
            </a:r>
          </a:p>
        </p:txBody>
      </p:sp>
      <p:sp>
        <p:nvSpPr>
          <p:cNvPr id="17" name="TextBox 16">
            <a:extLst>
              <a:ext uri="{FF2B5EF4-FFF2-40B4-BE49-F238E27FC236}">
                <a16:creationId xmlns:a16="http://schemas.microsoft.com/office/drawing/2014/main" id="{DA30EC67-3B9C-67BE-8F0A-9C405D815077}"/>
              </a:ext>
            </a:extLst>
          </p:cNvPr>
          <p:cNvSpPr txBox="1"/>
          <p:nvPr/>
        </p:nvSpPr>
        <p:spPr>
          <a:xfrm>
            <a:off x="4162148" y="3089349"/>
            <a:ext cx="418704" cy="369332"/>
          </a:xfrm>
          <a:prstGeom prst="rect">
            <a:avLst/>
          </a:prstGeom>
          <a:noFill/>
        </p:spPr>
        <p:txBody>
          <a:bodyPr wrap="none" rtlCol="0">
            <a:spAutoFit/>
          </a:bodyPr>
          <a:lstStyle/>
          <a:p>
            <a:r>
              <a:rPr lang="en-US"/>
              <a:t>40</a:t>
            </a:r>
          </a:p>
        </p:txBody>
      </p:sp>
      <p:sp>
        <p:nvSpPr>
          <p:cNvPr id="19" name="TextBox 18">
            <a:extLst>
              <a:ext uri="{FF2B5EF4-FFF2-40B4-BE49-F238E27FC236}">
                <a16:creationId xmlns:a16="http://schemas.microsoft.com/office/drawing/2014/main" id="{8D35F27B-9F4B-E532-7BDD-F7A3DB29E2A5}"/>
              </a:ext>
            </a:extLst>
          </p:cNvPr>
          <p:cNvSpPr txBox="1"/>
          <p:nvPr/>
        </p:nvSpPr>
        <p:spPr>
          <a:xfrm>
            <a:off x="2745941" y="1771323"/>
            <a:ext cx="301686" cy="369332"/>
          </a:xfrm>
          <a:prstGeom prst="rect">
            <a:avLst/>
          </a:prstGeom>
          <a:noFill/>
        </p:spPr>
        <p:txBody>
          <a:bodyPr wrap="none" rtlCol="0">
            <a:spAutoFit/>
          </a:bodyPr>
          <a:lstStyle/>
          <a:p>
            <a:r>
              <a:rPr lang="en-US"/>
              <a:t>5</a:t>
            </a:r>
          </a:p>
        </p:txBody>
      </p:sp>
      <p:sp>
        <p:nvSpPr>
          <p:cNvPr id="20" name="TextBox 19">
            <a:extLst>
              <a:ext uri="{FF2B5EF4-FFF2-40B4-BE49-F238E27FC236}">
                <a16:creationId xmlns:a16="http://schemas.microsoft.com/office/drawing/2014/main" id="{F88E147A-2A81-CAC8-B79F-18F3CE600265}"/>
              </a:ext>
            </a:extLst>
          </p:cNvPr>
          <p:cNvSpPr txBox="1"/>
          <p:nvPr/>
        </p:nvSpPr>
        <p:spPr>
          <a:xfrm>
            <a:off x="1690027" y="1874736"/>
            <a:ext cx="301686" cy="369332"/>
          </a:xfrm>
          <a:prstGeom prst="rect">
            <a:avLst/>
          </a:prstGeom>
          <a:noFill/>
        </p:spPr>
        <p:txBody>
          <a:bodyPr wrap="none" rtlCol="0">
            <a:spAutoFit/>
          </a:bodyPr>
          <a:lstStyle/>
          <a:p>
            <a:r>
              <a:rPr lang="en-US"/>
              <a:t>1</a:t>
            </a:r>
          </a:p>
        </p:txBody>
      </p:sp>
      <p:sp>
        <p:nvSpPr>
          <p:cNvPr id="21" name="TextBox 20">
            <a:extLst>
              <a:ext uri="{FF2B5EF4-FFF2-40B4-BE49-F238E27FC236}">
                <a16:creationId xmlns:a16="http://schemas.microsoft.com/office/drawing/2014/main" id="{24AD0CC6-BC3E-73A1-D52A-0CF57D9404CD}"/>
              </a:ext>
            </a:extLst>
          </p:cNvPr>
          <p:cNvSpPr txBox="1"/>
          <p:nvPr/>
        </p:nvSpPr>
        <p:spPr>
          <a:xfrm>
            <a:off x="1907743" y="2321053"/>
            <a:ext cx="301686" cy="369332"/>
          </a:xfrm>
          <a:prstGeom prst="rect">
            <a:avLst/>
          </a:prstGeom>
          <a:noFill/>
        </p:spPr>
        <p:txBody>
          <a:bodyPr wrap="none" rtlCol="0">
            <a:spAutoFit/>
          </a:bodyPr>
          <a:lstStyle/>
          <a:p>
            <a:r>
              <a:rPr lang="en-US"/>
              <a:t>4</a:t>
            </a:r>
          </a:p>
        </p:txBody>
      </p:sp>
      <p:sp>
        <p:nvSpPr>
          <p:cNvPr id="22" name="TextBox 21">
            <a:extLst>
              <a:ext uri="{FF2B5EF4-FFF2-40B4-BE49-F238E27FC236}">
                <a16:creationId xmlns:a16="http://schemas.microsoft.com/office/drawing/2014/main" id="{89434D98-CF18-D294-981D-FA2A5E3DB848}"/>
              </a:ext>
            </a:extLst>
          </p:cNvPr>
          <p:cNvSpPr txBox="1"/>
          <p:nvPr/>
        </p:nvSpPr>
        <p:spPr>
          <a:xfrm>
            <a:off x="2593543" y="2337383"/>
            <a:ext cx="301686" cy="369332"/>
          </a:xfrm>
          <a:prstGeom prst="rect">
            <a:avLst/>
          </a:prstGeom>
          <a:noFill/>
        </p:spPr>
        <p:txBody>
          <a:bodyPr wrap="none" rtlCol="0">
            <a:spAutoFit/>
          </a:bodyPr>
          <a:lstStyle/>
          <a:p>
            <a:r>
              <a:rPr lang="en-US"/>
              <a:t>3</a:t>
            </a:r>
          </a:p>
        </p:txBody>
      </p:sp>
      <p:sp>
        <p:nvSpPr>
          <p:cNvPr id="23" name="TextBox 22">
            <a:extLst>
              <a:ext uri="{FF2B5EF4-FFF2-40B4-BE49-F238E27FC236}">
                <a16:creationId xmlns:a16="http://schemas.microsoft.com/office/drawing/2014/main" id="{820D7BE9-7D72-DF8F-7812-DD46433F26E6}"/>
              </a:ext>
            </a:extLst>
          </p:cNvPr>
          <p:cNvSpPr txBox="1"/>
          <p:nvPr/>
        </p:nvSpPr>
        <p:spPr>
          <a:xfrm>
            <a:off x="9516790" y="1325396"/>
            <a:ext cx="301686" cy="369332"/>
          </a:xfrm>
          <a:prstGeom prst="rect">
            <a:avLst/>
          </a:prstGeom>
          <a:noFill/>
        </p:spPr>
        <p:txBody>
          <a:bodyPr wrap="none" rtlCol="0">
            <a:spAutoFit/>
          </a:bodyPr>
          <a:lstStyle/>
          <a:p>
            <a:r>
              <a:rPr lang="en-US"/>
              <a:t>1</a:t>
            </a:r>
          </a:p>
        </p:txBody>
      </p:sp>
      <p:sp>
        <p:nvSpPr>
          <p:cNvPr id="24" name="TextBox 23">
            <a:extLst>
              <a:ext uri="{FF2B5EF4-FFF2-40B4-BE49-F238E27FC236}">
                <a16:creationId xmlns:a16="http://schemas.microsoft.com/office/drawing/2014/main" id="{1F5F91EA-72E9-8893-03FA-6C4220CFA3EB}"/>
              </a:ext>
            </a:extLst>
          </p:cNvPr>
          <p:cNvSpPr txBox="1"/>
          <p:nvPr/>
        </p:nvSpPr>
        <p:spPr>
          <a:xfrm>
            <a:off x="9587547" y="2114613"/>
            <a:ext cx="301686" cy="369332"/>
          </a:xfrm>
          <a:prstGeom prst="rect">
            <a:avLst/>
          </a:prstGeom>
          <a:noFill/>
        </p:spPr>
        <p:txBody>
          <a:bodyPr wrap="none" rtlCol="0">
            <a:spAutoFit/>
          </a:bodyPr>
          <a:lstStyle/>
          <a:p>
            <a:r>
              <a:rPr lang="en-US"/>
              <a:t>1</a:t>
            </a:r>
          </a:p>
        </p:txBody>
      </p:sp>
      <p:sp>
        <p:nvSpPr>
          <p:cNvPr id="25" name="TextBox 24">
            <a:extLst>
              <a:ext uri="{FF2B5EF4-FFF2-40B4-BE49-F238E27FC236}">
                <a16:creationId xmlns:a16="http://schemas.microsoft.com/office/drawing/2014/main" id="{3498A0D6-FC3B-31C1-9B41-73D83ED4FFED}"/>
              </a:ext>
            </a:extLst>
          </p:cNvPr>
          <p:cNvSpPr txBox="1"/>
          <p:nvPr/>
        </p:nvSpPr>
        <p:spPr>
          <a:xfrm>
            <a:off x="8972502" y="1564881"/>
            <a:ext cx="301686" cy="369332"/>
          </a:xfrm>
          <a:prstGeom prst="rect">
            <a:avLst/>
          </a:prstGeom>
          <a:noFill/>
        </p:spPr>
        <p:txBody>
          <a:bodyPr wrap="none" rtlCol="0">
            <a:spAutoFit/>
          </a:bodyPr>
          <a:lstStyle/>
          <a:p>
            <a:r>
              <a:rPr lang="en-US"/>
              <a:t>1</a:t>
            </a:r>
          </a:p>
        </p:txBody>
      </p:sp>
      <p:sp>
        <p:nvSpPr>
          <p:cNvPr id="26" name="TextBox 25">
            <a:extLst>
              <a:ext uri="{FF2B5EF4-FFF2-40B4-BE49-F238E27FC236}">
                <a16:creationId xmlns:a16="http://schemas.microsoft.com/office/drawing/2014/main" id="{FC14CD89-7462-0BD8-A337-B896AB6FF45B}"/>
              </a:ext>
            </a:extLst>
          </p:cNvPr>
          <p:cNvSpPr txBox="1"/>
          <p:nvPr/>
        </p:nvSpPr>
        <p:spPr>
          <a:xfrm>
            <a:off x="8466318" y="2136384"/>
            <a:ext cx="301686" cy="369332"/>
          </a:xfrm>
          <a:prstGeom prst="rect">
            <a:avLst/>
          </a:prstGeom>
          <a:noFill/>
        </p:spPr>
        <p:txBody>
          <a:bodyPr wrap="none" rtlCol="0">
            <a:spAutoFit/>
          </a:bodyPr>
          <a:lstStyle/>
          <a:p>
            <a:r>
              <a:rPr lang="en-US"/>
              <a:t>1</a:t>
            </a:r>
          </a:p>
        </p:txBody>
      </p:sp>
      <p:sp>
        <p:nvSpPr>
          <p:cNvPr id="27" name="TextBox 26">
            <a:extLst>
              <a:ext uri="{FF2B5EF4-FFF2-40B4-BE49-F238E27FC236}">
                <a16:creationId xmlns:a16="http://schemas.microsoft.com/office/drawing/2014/main" id="{66575A1B-47BA-1D56-9DFA-FDB08EED3F65}"/>
              </a:ext>
            </a:extLst>
          </p:cNvPr>
          <p:cNvSpPr txBox="1"/>
          <p:nvPr/>
        </p:nvSpPr>
        <p:spPr>
          <a:xfrm>
            <a:off x="8384676" y="1385268"/>
            <a:ext cx="301686" cy="369332"/>
          </a:xfrm>
          <a:prstGeom prst="rect">
            <a:avLst/>
          </a:prstGeom>
          <a:noFill/>
        </p:spPr>
        <p:txBody>
          <a:bodyPr wrap="none" rtlCol="0">
            <a:spAutoFit/>
          </a:bodyPr>
          <a:lstStyle/>
          <a:p>
            <a:r>
              <a:rPr lang="en-US"/>
              <a:t>1</a:t>
            </a:r>
          </a:p>
        </p:txBody>
      </p:sp>
    </p:spTree>
    <p:extLst>
      <p:ext uri="{BB962C8B-B14F-4D97-AF65-F5344CB8AC3E}">
        <p14:creationId xmlns:p14="http://schemas.microsoft.com/office/powerpoint/2010/main" val="147723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a:xfrm>
            <a:off x="838200" y="389191"/>
            <a:ext cx="11249416" cy="894622"/>
          </a:xfrm>
        </p:spPr>
        <p:txBody>
          <a:bodyPr>
            <a:normAutofit fontScale="90000"/>
          </a:bodyPr>
          <a:lstStyle/>
          <a:p>
            <a:r>
              <a:rPr lang="en-US"/>
              <a:t>Why different Intra-, Inter-AS routing ?</a:t>
            </a:r>
            <a:r>
              <a:rPr lang="en-US" sz="6000"/>
              <a:t> </a:t>
            </a:r>
            <a:endParaRPr lang="en-US"/>
          </a:p>
        </p:txBody>
      </p:sp>
      <p:sp>
        <p:nvSpPr>
          <p:cNvPr id="48" name="Rectangle 3">
            <a:extLst>
              <a:ext uri="{FF2B5EF4-FFF2-40B4-BE49-F238E27FC236}">
                <a16:creationId xmlns:a16="http://schemas.microsoft.com/office/drawing/2014/main" id="{4AB976E8-5353-7C49-BF7F-4718E1D40008}"/>
              </a:ext>
            </a:extLst>
          </p:cNvPr>
          <p:cNvSpPr txBox="1">
            <a:spLocks noChangeArrowheads="1"/>
          </p:cNvSpPr>
          <p:nvPr/>
        </p:nvSpPr>
        <p:spPr>
          <a:xfrm>
            <a:off x="952500" y="1421534"/>
            <a:ext cx="10318605" cy="4572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200">
                <a:solidFill>
                  <a:srgbClr val="C00000"/>
                </a:solidFill>
              </a:rPr>
              <a:t>policy:</a:t>
            </a:r>
            <a:r>
              <a:rPr lang="en-US">
                <a:solidFill>
                  <a:srgbClr val="C00000"/>
                </a:solidFill>
              </a:rPr>
              <a:t> </a:t>
            </a:r>
          </a:p>
          <a:p>
            <a:pPr marL="460375" indent="-223838"/>
            <a:r>
              <a:rPr lang="en-US"/>
              <a:t>inter-AS: admin wants control over how its traffic routed, who routes through its network </a:t>
            </a:r>
          </a:p>
          <a:p>
            <a:pPr marL="460375" indent="-223838"/>
            <a:r>
              <a:rPr lang="en-US"/>
              <a:t>intra-AS: single admin, so policy less of an issue</a:t>
            </a:r>
          </a:p>
          <a:p>
            <a:pPr>
              <a:buFont typeface="Wingdings" charset="0"/>
              <a:buNone/>
            </a:pPr>
            <a:r>
              <a:rPr lang="en-US" sz="3200">
                <a:solidFill>
                  <a:srgbClr val="C00000"/>
                </a:solidFill>
              </a:rPr>
              <a:t>scale:</a:t>
            </a:r>
            <a:endParaRPr lang="en-US">
              <a:solidFill>
                <a:srgbClr val="C00000"/>
              </a:solidFill>
            </a:endParaRPr>
          </a:p>
          <a:p>
            <a:pPr marL="460375" indent="-223838"/>
            <a:r>
              <a:rPr lang="en-US"/>
              <a:t>hierarchical routing saves table size, reduced update traffic</a:t>
            </a:r>
          </a:p>
          <a:p>
            <a:pPr>
              <a:buFont typeface="Wingdings" charset="0"/>
              <a:buNone/>
            </a:pPr>
            <a:r>
              <a:rPr lang="en-US">
                <a:solidFill>
                  <a:srgbClr val="C00000"/>
                </a:solidFill>
              </a:rPr>
              <a:t>performance: </a:t>
            </a:r>
          </a:p>
          <a:p>
            <a:pPr marL="460375" indent="-223838"/>
            <a:r>
              <a:rPr lang="en-US"/>
              <a:t>intra-AS: can focus on performance</a:t>
            </a:r>
          </a:p>
          <a:p>
            <a:pPr marL="460375" indent="-223838"/>
            <a:r>
              <a:rPr lang="en-US"/>
              <a:t>inter-AS: policy dominates over performance</a:t>
            </a:r>
          </a:p>
        </p:txBody>
      </p:sp>
    </p:spTree>
    <p:extLst>
      <p:ext uri="{BB962C8B-B14F-4D97-AF65-F5344CB8AC3E}">
        <p14:creationId xmlns:p14="http://schemas.microsoft.com/office/powerpoint/2010/main" val="3323304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dissolve">
                                      <p:cBhvr>
                                        <p:cTn id="7" dur="500"/>
                                        <p:tgtEl>
                                          <p:spTgt spid="48">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xEl>
                                              <p:pRg st="1" end="1"/>
                                            </p:txEl>
                                          </p:spTgt>
                                        </p:tgtEl>
                                        <p:attrNameLst>
                                          <p:attrName>style.visibility</p:attrName>
                                        </p:attrNameLst>
                                      </p:cBhvr>
                                      <p:to>
                                        <p:strVal val="visible"/>
                                      </p:to>
                                    </p:set>
                                    <p:animEffect transition="in" filter="dissolve">
                                      <p:cBhvr>
                                        <p:cTn id="10" dur="500"/>
                                        <p:tgtEl>
                                          <p:spTgt spid="48">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8">
                                            <p:txEl>
                                              <p:pRg st="2" end="2"/>
                                            </p:txEl>
                                          </p:spTgt>
                                        </p:tgtEl>
                                        <p:attrNameLst>
                                          <p:attrName>style.visibility</p:attrName>
                                        </p:attrNameLst>
                                      </p:cBhvr>
                                      <p:to>
                                        <p:strVal val="visible"/>
                                      </p:to>
                                    </p:set>
                                    <p:animEffect transition="in" filter="dissolve">
                                      <p:cBhvr>
                                        <p:cTn id="13" dur="500"/>
                                        <p:tgtEl>
                                          <p:spTgt spid="4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8">
                                            <p:txEl>
                                              <p:pRg st="3" end="3"/>
                                            </p:txEl>
                                          </p:spTgt>
                                        </p:tgtEl>
                                        <p:attrNameLst>
                                          <p:attrName>style.visibility</p:attrName>
                                        </p:attrNameLst>
                                      </p:cBhvr>
                                      <p:to>
                                        <p:strVal val="visible"/>
                                      </p:to>
                                    </p:set>
                                    <p:animEffect transition="in" filter="dissolve">
                                      <p:cBhvr>
                                        <p:cTn id="18" dur="500"/>
                                        <p:tgtEl>
                                          <p:spTgt spid="48">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8">
                                            <p:txEl>
                                              <p:pRg st="4" end="4"/>
                                            </p:txEl>
                                          </p:spTgt>
                                        </p:tgtEl>
                                        <p:attrNameLst>
                                          <p:attrName>style.visibility</p:attrName>
                                        </p:attrNameLst>
                                      </p:cBhvr>
                                      <p:to>
                                        <p:strVal val="visible"/>
                                      </p:to>
                                    </p:set>
                                    <p:animEffect transition="in" filter="dissolve">
                                      <p:cBhvr>
                                        <p:cTn id="21" dur="500"/>
                                        <p:tgtEl>
                                          <p:spTgt spid="4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8">
                                            <p:txEl>
                                              <p:pRg st="5" end="5"/>
                                            </p:txEl>
                                          </p:spTgt>
                                        </p:tgtEl>
                                        <p:attrNameLst>
                                          <p:attrName>style.visibility</p:attrName>
                                        </p:attrNameLst>
                                      </p:cBhvr>
                                      <p:to>
                                        <p:strVal val="visible"/>
                                      </p:to>
                                    </p:set>
                                    <p:animEffect transition="in" filter="dissolve">
                                      <p:cBhvr>
                                        <p:cTn id="26" dur="500"/>
                                        <p:tgtEl>
                                          <p:spTgt spid="48">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8">
                                            <p:txEl>
                                              <p:pRg st="6" end="6"/>
                                            </p:txEl>
                                          </p:spTgt>
                                        </p:tgtEl>
                                        <p:attrNameLst>
                                          <p:attrName>style.visibility</p:attrName>
                                        </p:attrNameLst>
                                      </p:cBhvr>
                                      <p:to>
                                        <p:strVal val="visible"/>
                                      </p:to>
                                    </p:set>
                                    <p:animEffect transition="in" filter="dissolve">
                                      <p:cBhvr>
                                        <p:cTn id="29" dur="500"/>
                                        <p:tgtEl>
                                          <p:spTgt spid="48">
                                            <p:txEl>
                                              <p:pRg st="6" end="6"/>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8">
                                            <p:txEl>
                                              <p:pRg st="7" end="7"/>
                                            </p:txEl>
                                          </p:spTgt>
                                        </p:tgtEl>
                                        <p:attrNameLst>
                                          <p:attrName>style.visibility</p:attrName>
                                        </p:attrNameLst>
                                      </p:cBhvr>
                                      <p:to>
                                        <p:strVal val="visible"/>
                                      </p:to>
                                    </p:set>
                                    <p:animEffect transition="in" filter="dissolve">
                                      <p:cBhvr>
                                        <p:cTn id="32" dur="500"/>
                                        <p:tgtEl>
                                          <p:spTgt spid="4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3096B-CEFD-1CDE-71BE-90E8C582EBDC}"/>
              </a:ext>
            </a:extLst>
          </p:cNvPr>
          <p:cNvSpPr>
            <a:spLocks noGrp="1"/>
          </p:cNvSpPr>
          <p:nvPr>
            <p:ph idx="1"/>
          </p:nvPr>
        </p:nvSpPr>
        <p:spPr/>
        <p:txBody>
          <a:bodyPr/>
          <a:lstStyle/>
          <a:p>
            <a:r>
              <a:rPr lang="en-US"/>
              <a:t>How BGP routers communicate (i.e., BGP sessions)</a:t>
            </a:r>
          </a:p>
          <a:p>
            <a:pPr lvl="1"/>
            <a:r>
              <a:rPr lang="en-US"/>
              <a:t>e.g., over TCP, iBGP vs. eBGP</a:t>
            </a:r>
          </a:p>
          <a:p>
            <a:r>
              <a:rPr lang="en-US"/>
              <a:t>What BGP advertisements look like</a:t>
            </a:r>
          </a:p>
          <a:p>
            <a:pPr lvl="1"/>
            <a:r>
              <a:rPr lang="en-US"/>
              <a:t>Destination, path, next-hop</a:t>
            </a:r>
          </a:p>
          <a:p>
            <a:pPr lvl="1"/>
            <a:endParaRPr lang="en-US"/>
          </a:p>
        </p:txBody>
      </p:sp>
      <p:sp>
        <p:nvSpPr>
          <p:cNvPr id="3" name="Title 2">
            <a:extLst>
              <a:ext uri="{FF2B5EF4-FFF2-40B4-BE49-F238E27FC236}">
                <a16:creationId xmlns:a16="http://schemas.microsoft.com/office/drawing/2014/main" id="{BFCBA756-49B2-87FA-9382-C46DD361A6E5}"/>
              </a:ext>
            </a:extLst>
          </p:cNvPr>
          <p:cNvSpPr>
            <a:spLocks noGrp="1"/>
          </p:cNvSpPr>
          <p:nvPr>
            <p:ph type="title"/>
          </p:nvPr>
        </p:nvSpPr>
        <p:spPr/>
        <p:txBody>
          <a:bodyPr/>
          <a:lstStyle/>
          <a:p>
            <a:r>
              <a:rPr lang="en-US"/>
              <a:t>What you need to know about BGP</a:t>
            </a:r>
          </a:p>
        </p:txBody>
      </p:sp>
    </p:spTree>
    <p:extLst>
      <p:ext uri="{BB962C8B-B14F-4D97-AF65-F5344CB8AC3E}">
        <p14:creationId xmlns:p14="http://schemas.microsoft.com/office/powerpoint/2010/main" val="3742261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3096B-CEFD-1CDE-71BE-90E8C582EBDC}"/>
              </a:ext>
            </a:extLst>
          </p:cNvPr>
          <p:cNvSpPr>
            <a:spLocks noGrp="1"/>
          </p:cNvSpPr>
          <p:nvPr>
            <p:ph idx="1"/>
          </p:nvPr>
        </p:nvSpPr>
        <p:spPr/>
        <p:txBody>
          <a:bodyPr/>
          <a:lstStyle/>
          <a:p>
            <a:r>
              <a:rPr lang="en-US"/>
              <a:t>The BGP pipeline</a:t>
            </a:r>
          </a:p>
          <a:p>
            <a:pPr lvl="1"/>
            <a:r>
              <a:rPr lang="en-US"/>
              <a:t>Accepting/importing routes: How does the ”edge” router (gateway) decide which route to accept</a:t>
            </a:r>
          </a:p>
          <a:p>
            <a:pPr lvl="1"/>
            <a:r>
              <a:rPr lang="en-US"/>
              <a:t>How the gateway router propagates its information to the other routers in the AS (iBGP)</a:t>
            </a:r>
          </a:p>
          <a:p>
            <a:pPr lvl="1"/>
            <a:r>
              <a:rPr lang="en-US"/>
              <a:t>How internal routers decide how to pick paths to the outside destinations</a:t>
            </a:r>
          </a:p>
          <a:p>
            <a:pPr lvl="1"/>
            <a:r>
              <a:rPr lang="en-US"/>
              <a:t>How gateway routers decide which routes to advertise to the neighboring AS(s).</a:t>
            </a:r>
          </a:p>
        </p:txBody>
      </p:sp>
      <p:sp>
        <p:nvSpPr>
          <p:cNvPr id="3" name="Title 2">
            <a:extLst>
              <a:ext uri="{FF2B5EF4-FFF2-40B4-BE49-F238E27FC236}">
                <a16:creationId xmlns:a16="http://schemas.microsoft.com/office/drawing/2014/main" id="{BFCBA756-49B2-87FA-9382-C46DD361A6E5}"/>
              </a:ext>
            </a:extLst>
          </p:cNvPr>
          <p:cNvSpPr>
            <a:spLocks noGrp="1"/>
          </p:cNvSpPr>
          <p:nvPr>
            <p:ph type="title"/>
          </p:nvPr>
        </p:nvSpPr>
        <p:spPr/>
        <p:txBody>
          <a:bodyPr/>
          <a:lstStyle/>
          <a:p>
            <a:r>
              <a:rPr lang="en-US"/>
              <a:t>What you need to know about BGP</a:t>
            </a:r>
          </a:p>
        </p:txBody>
      </p:sp>
    </p:spTree>
    <p:extLst>
      <p:ext uri="{BB962C8B-B14F-4D97-AF65-F5344CB8AC3E}">
        <p14:creationId xmlns:p14="http://schemas.microsoft.com/office/powerpoint/2010/main" val="1016835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3096B-CEFD-1CDE-71BE-90E8C582EBDC}"/>
              </a:ext>
            </a:extLst>
          </p:cNvPr>
          <p:cNvSpPr>
            <a:spLocks noGrp="1"/>
          </p:cNvSpPr>
          <p:nvPr>
            <p:ph idx="1"/>
          </p:nvPr>
        </p:nvSpPr>
        <p:spPr/>
        <p:txBody>
          <a:bodyPr/>
          <a:lstStyle/>
          <a:p>
            <a:r>
              <a:rPr lang="en-US"/>
              <a:t>How do inter- and intra-AS routing interact to populate forwarding tables</a:t>
            </a:r>
          </a:p>
          <a:p>
            <a:pPr lvl="1"/>
            <a:r>
              <a:rPr lang="en-US"/>
              <a:t>Specifically, given enough information, you should be able to figure out entries in the forwarding table. </a:t>
            </a:r>
          </a:p>
          <a:p>
            <a:r>
              <a:rPr lang="en-US"/>
              <a:t>What hot-potato routing means and the rationale behind it.</a:t>
            </a:r>
          </a:p>
          <a:p>
            <a:r>
              <a:rPr lang="en-US"/>
              <a:t>The differences between intra- and inter-AS routing</a:t>
            </a:r>
          </a:p>
          <a:p>
            <a:pPr lvl="1"/>
            <a:r>
              <a:rPr lang="en-US"/>
              <a:t>And the rationale behind separating them. </a:t>
            </a:r>
          </a:p>
        </p:txBody>
      </p:sp>
      <p:sp>
        <p:nvSpPr>
          <p:cNvPr id="3" name="Title 2">
            <a:extLst>
              <a:ext uri="{FF2B5EF4-FFF2-40B4-BE49-F238E27FC236}">
                <a16:creationId xmlns:a16="http://schemas.microsoft.com/office/drawing/2014/main" id="{BFCBA756-49B2-87FA-9382-C46DD361A6E5}"/>
              </a:ext>
            </a:extLst>
          </p:cNvPr>
          <p:cNvSpPr>
            <a:spLocks noGrp="1"/>
          </p:cNvSpPr>
          <p:nvPr>
            <p:ph type="title"/>
          </p:nvPr>
        </p:nvSpPr>
        <p:spPr/>
        <p:txBody>
          <a:bodyPr/>
          <a:lstStyle/>
          <a:p>
            <a:r>
              <a:rPr lang="en-US"/>
              <a:t>What you need to know about BGP</a:t>
            </a:r>
          </a:p>
        </p:txBody>
      </p:sp>
    </p:spTree>
    <p:extLst>
      <p:ext uri="{BB962C8B-B14F-4D97-AF65-F5344CB8AC3E}">
        <p14:creationId xmlns:p14="http://schemas.microsoft.com/office/powerpoint/2010/main" val="1823469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2AEC90-83AA-125A-0026-49C88ADA88E7}"/>
              </a:ext>
            </a:extLst>
          </p:cNvPr>
          <p:cNvSpPr>
            <a:spLocks noGrp="1"/>
          </p:cNvSpPr>
          <p:nvPr>
            <p:ph idx="1"/>
          </p:nvPr>
        </p:nvSpPr>
        <p:spPr/>
        <p:txBody>
          <a:bodyPr>
            <a:normAutofit/>
          </a:bodyPr>
          <a:lstStyle/>
          <a:p>
            <a:r>
              <a:rPr lang="en-US"/>
              <a:t>We are done with routing!</a:t>
            </a:r>
          </a:p>
          <a:p>
            <a:r>
              <a:rPr lang="en-US"/>
              <a:t>Now you know how routers in the Internet find paths from a source to a destination</a:t>
            </a:r>
          </a:p>
          <a:p>
            <a:pPr lvl="1"/>
            <a:r>
              <a:rPr lang="en-US"/>
              <a:t>Intra- and inter-domain routing</a:t>
            </a:r>
          </a:p>
          <a:p>
            <a:pPr lvl="1"/>
            <a:r>
              <a:rPr lang="en-US"/>
              <a:t>Link state, distance vector, path vector</a:t>
            </a:r>
          </a:p>
          <a:p>
            <a:pPr lvl="1"/>
            <a:r>
              <a:rPr lang="en-US"/>
              <a:t>OSPF, BGP</a:t>
            </a:r>
          </a:p>
          <a:p>
            <a:pPr lvl="1"/>
            <a:r>
              <a:rPr lang="en-US"/>
              <a:t>…</a:t>
            </a:r>
          </a:p>
          <a:p>
            <a:r>
              <a:rPr lang="en-US"/>
              <a:t>Next: </a:t>
            </a:r>
          </a:p>
          <a:p>
            <a:pPr lvl="1"/>
            <a:r>
              <a:rPr lang="en-US"/>
              <a:t>forwarding</a:t>
            </a:r>
          </a:p>
          <a:p>
            <a:pPr lvl="1"/>
            <a:r>
              <a:rPr lang="en-US"/>
              <a:t>what does inside a router look like?</a:t>
            </a:r>
          </a:p>
        </p:txBody>
      </p:sp>
      <p:sp>
        <p:nvSpPr>
          <p:cNvPr id="3" name="Title 2">
            <a:extLst>
              <a:ext uri="{FF2B5EF4-FFF2-40B4-BE49-F238E27FC236}">
                <a16:creationId xmlns:a16="http://schemas.microsoft.com/office/drawing/2014/main" id="{FBCE8F41-EFD3-A3D4-D830-9F2C3CA457C9}"/>
              </a:ext>
            </a:extLst>
          </p:cNvPr>
          <p:cNvSpPr>
            <a:spLocks noGrp="1"/>
          </p:cNvSpPr>
          <p:nvPr>
            <p:ph type="title"/>
          </p:nvPr>
        </p:nvSpPr>
        <p:spPr/>
        <p:txBody>
          <a:bodyPr/>
          <a:lstStyle/>
          <a:p>
            <a:r>
              <a:rPr lang="en-US"/>
              <a:t>Routing – Wrap-up</a:t>
            </a:r>
          </a:p>
        </p:txBody>
      </p:sp>
    </p:spTree>
    <p:extLst>
      <p:ext uri="{BB962C8B-B14F-4D97-AF65-F5344CB8AC3E}">
        <p14:creationId xmlns:p14="http://schemas.microsoft.com/office/powerpoint/2010/main" val="1358260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25D5-8764-8CA7-4048-1162AB92202A}"/>
              </a:ext>
            </a:extLst>
          </p:cNvPr>
          <p:cNvSpPr>
            <a:spLocks noGrp="1"/>
          </p:cNvSpPr>
          <p:nvPr>
            <p:ph type="title"/>
          </p:nvPr>
        </p:nvSpPr>
        <p:spPr/>
        <p:txBody>
          <a:bodyPr/>
          <a:lstStyle/>
          <a:p>
            <a:r>
              <a:rPr lang="en-US" dirty="0"/>
              <a:t>Assignment 3 (Nov. </a:t>
            </a:r>
            <a:r>
              <a:rPr lang="en-US"/>
              <a:t>7)</a:t>
            </a:r>
            <a:endParaRPr lang="en-US" dirty="0"/>
          </a:p>
        </p:txBody>
      </p:sp>
      <p:sp>
        <p:nvSpPr>
          <p:cNvPr id="3" name="Content Placeholder 2">
            <a:extLst>
              <a:ext uri="{FF2B5EF4-FFF2-40B4-BE49-F238E27FC236}">
                <a16:creationId xmlns:a16="http://schemas.microsoft.com/office/drawing/2014/main" id="{C6232948-ACCC-D4F5-BBA5-07ED84BBDBBD}"/>
              </a:ext>
            </a:extLst>
          </p:cNvPr>
          <p:cNvSpPr>
            <a:spLocks noGrp="1"/>
          </p:cNvSpPr>
          <p:nvPr>
            <p:ph sz="half" idx="1"/>
          </p:nvPr>
        </p:nvSpPr>
        <p:spPr>
          <a:xfrm>
            <a:off x="838199" y="1825625"/>
            <a:ext cx="10515599" cy="4351338"/>
          </a:xfrm>
        </p:spPr>
        <p:txBody>
          <a:bodyPr>
            <a:normAutofit lnSpcReduction="10000"/>
          </a:bodyPr>
          <a:lstStyle/>
          <a:p>
            <a:r>
              <a:rPr lang="en-US" dirty="0"/>
              <a:t>This assignment involves installing a VM and setting up some software.</a:t>
            </a:r>
          </a:p>
          <a:p>
            <a:r>
              <a:rPr lang="en-US"/>
              <a:t>We strongly encourage you to do the setup right away </a:t>
            </a:r>
          </a:p>
          <a:p>
            <a:pPr lvl="1"/>
            <a:r>
              <a:rPr lang="en-US" dirty="0"/>
              <a:t>Even if you do not plan to start working on the coding yet.</a:t>
            </a:r>
          </a:p>
          <a:p>
            <a:r>
              <a:rPr lang="en-US" dirty="0"/>
              <a:t>The assignment has four parts</a:t>
            </a:r>
          </a:p>
          <a:p>
            <a:pPr lvl="1"/>
            <a:r>
              <a:rPr lang="en-US" dirty="0"/>
              <a:t>You can get started on the early parts with what we have covered in lectures so far. </a:t>
            </a:r>
          </a:p>
          <a:p>
            <a:pPr lvl="1"/>
            <a:r>
              <a:rPr lang="en-US" dirty="0"/>
              <a:t>We will cover the rest in the next few lectures</a:t>
            </a:r>
          </a:p>
          <a:p>
            <a:pPr lvl="2"/>
            <a:r>
              <a:rPr lang="en-US" dirty="0"/>
              <a:t>SDN</a:t>
            </a:r>
          </a:p>
          <a:p>
            <a:pPr lvl="2"/>
            <a:r>
              <a:rPr lang="en-US" dirty="0"/>
              <a:t>Middleboxes</a:t>
            </a:r>
          </a:p>
          <a:p>
            <a:pPr lvl="2"/>
            <a:r>
              <a:rPr lang="en-US" dirty="0"/>
              <a:t>Link layer concepts: MAC addresses, ARP, etc. </a:t>
            </a:r>
          </a:p>
        </p:txBody>
      </p:sp>
    </p:spTree>
    <p:extLst>
      <p:ext uri="{BB962C8B-B14F-4D97-AF65-F5344CB8AC3E}">
        <p14:creationId xmlns:p14="http://schemas.microsoft.com/office/powerpoint/2010/main" val="3480206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otalTime>3023</TotalTime>
  <Words>3377</Words>
  <Application>Microsoft Macintosh PowerPoint</Application>
  <PresentationFormat>Widescreen</PresentationFormat>
  <Paragraphs>804</Paragraphs>
  <Slides>46</Slides>
  <Notes>15</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ＭＳ Ｐゴシック</vt:lpstr>
      <vt:lpstr>Arial</vt:lpstr>
      <vt:lpstr>Calibri</vt:lpstr>
      <vt:lpstr>Calibri Light</vt:lpstr>
      <vt:lpstr>Gill Sans MT</vt:lpstr>
      <vt:lpstr>TimesLTPro</vt:lpstr>
      <vt:lpstr>Wingdings</vt:lpstr>
      <vt:lpstr>ZapfDingbats</vt:lpstr>
      <vt:lpstr>Office Theme</vt:lpstr>
      <vt:lpstr>CS 456/656 Computer Networks</vt:lpstr>
      <vt:lpstr>A note on the slides</vt:lpstr>
      <vt:lpstr>Network Layer in the Internet</vt:lpstr>
      <vt:lpstr>Network Layer in the Internet</vt:lpstr>
      <vt:lpstr>Challenges in the Internet routing</vt:lpstr>
      <vt:lpstr>Challenges in the Internet routing</vt:lpstr>
      <vt:lpstr>Challenges in the Internet routing</vt:lpstr>
      <vt:lpstr>Hierarchical routing</vt:lpstr>
      <vt:lpstr>Interconnected ASes</vt:lpstr>
      <vt:lpstr>Intra-AS routing’s role in an AS’s data forwarding</vt:lpstr>
      <vt:lpstr>Inter-AS routing’s role in an AS’s data forwarding </vt:lpstr>
      <vt:lpstr>Advantages of hierarchical routing</vt:lpstr>
      <vt:lpstr>Internet routing protocols</vt:lpstr>
      <vt:lpstr>Network Layer in the Internet</vt:lpstr>
      <vt:lpstr>OSPF (Open Shortest Path First) routing</vt:lpstr>
      <vt:lpstr>OSPF (Open Shortest Path First) routing</vt:lpstr>
      <vt:lpstr>Other common intra-AS routing protocols</vt:lpstr>
      <vt:lpstr>Make sure you know</vt:lpstr>
      <vt:lpstr>Network Layer in the Internet</vt:lpstr>
      <vt:lpstr>Interconnected ASes</vt:lpstr>
      <vt:lpstr>Internet inter-AS routing: BGP</vt:lpstr>
      <vt:lpstr>BGP basics</vt:lpstr>
      <vt:lpstr>eBGP and iBGP connections</vt:lpstr>
      <vt:lpstr>BGP basics</vt:lpstr>
      <vt:lpstr>Path attributes and BGP routes</vt:lpstr>
      <vt:lpstr>Path attributes and BGP routes</vt:lpstr>
      <vt:lpstr>BGP basics</vt:lpstr>
      <vt:lpstr>Path attributes and BGP routes</vt:lpstr>
      <vt:lpstr>BGP path advertisement</vt:lpstr>
      <vt:lpstr>BGP: achieving policy via advertisements</vt:lpstr>
      <vt:lpstr>BGP: achieving policy via advertisements (more)</vt:lpstr>
      <vt:lpstr>BGP path advertisement: multiple paths</vt:lpstr>
      <vt:lpstr>BGP route selection</vt:lpstr>
      <vt:lpstr>BGP: populating forwarding tables </vt:lpstr>
      <vt:lpstr>BGP: populating forwarding tables </vt:lpstr>
      <vt:lpstr>Hot potato routing</vt:lpstr>
      <vt:lpstr>BGP Exercise - 1</vt:lpstr>
      <vt:lpstr>Answer</vt:lpstr>
      <vt:lpstr>Answer</vt:lpstr>
      <vt:lpstr>BGP Exercise - 2</vt:lpstr>
      <vt:lpstr>Why different Intra-, Inter-AS routing ? </vt:lpstr>
      <vt:lpstr>What you need to know about BGP</vt:lpstr>
      <vt:lpstr>What you need to know about BGP</vt:lpstr>
      <vt:lpstr>What you need to know about BGP</vt:lpstr>
      <vt:lpstr>Routing – Wrap-up</vt:lpstr>
      <vt:lpstr>Assignment 3 (Nov.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Mina Tahmasbi Arashloo</cp:lastModifiedBy>
  <cp:revision>3</cp:revision>
  <dcterms:created xsi:type="dcterms:W3CDTF">2020-01-18T07:24:59Z</dcterms:created>
  <dcterms:modified xsi:type="dcterms:W3CDTF">2025-11-05T13:45:07Z</dcterms:modified>
</cp:coreProperties>
</file>